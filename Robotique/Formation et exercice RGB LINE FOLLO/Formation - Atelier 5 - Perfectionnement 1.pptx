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42"/>
  </p:notesMasterIdLst>
  <p:handoutMasterIdLst>
    <p:handoutMasterId r:id="rId43"/>
  </p:handoutMasterIdLst>
  <p:sldIdLst>
    <p:sldId id="421" r:id="rId5"/>
    <p:sldId id="422" r:id="rId6"/>
    <p:sldId id="423" r:id="rId7"/>
    <p:sldId id="424" r:id="rId8"/>
    <p:sldId id="426" r:id="rId9"/>
    <p:sldId id="345" r:id="rId10"/>
    <p:sldId id="339" r:id="rId11"/>
    <p:sldId id="427" r:id="rId12"/>
    <p:sldId id="336" r:id="rId13"/>
    <p:sldId id="396" r:id="rId14"/>
    <p:sldId id="342" r:id="rId15"/>
    <p:sldId id="428" r:id="rId16"/>
    <p:sldId id="429" r:id="rId17"/>
    <p:sldId id="400" r:id="rId18"/>
    <p:sldId id="418" r:id="rId19"/>
    <p:sldId id="436" r:id="rId20"/>
    <p:sldId id="437" r:id="rId21"/>
    <p:sldId id="417" r:id="rId22"/>
    <p:sldId id="407" r:id="rId23"/>
    <p:sldId id="432" r:id="rId24"/>
    <p:sldId id="376" r:id="rId25"/>
    <p:sldId id="431" r:id="rId26"/>
    <p:sldId id="341" r:id="rId27"/>
    <p:sldId id="346" r:id="rId28"/>
    <p:sldId id="347" r:id="rId29"/>
    <p:sldId id="438" r:id="rId30"/>
    <p:sldId id="374" r:id="rId31"/>
    <p:sldId id="435" r:id="rId32"/>
    <p:sldId id="405" r:id="rId33"/>
    <p:sldId id="414" r:id="rId34"/>
    <p:sldId id="415" r:id="rId35"/>
    <p:sldId id="416" r:id="rId36"/>
    <p:sldId id="434" r:id="rId37"/>
    <p:sldId id="419" r:id="rId38"/>
    <p:sldId id="420" r:id="rId39"/>
    <p:sldId id="439" r:id="rId40"/>
    <p:sldId id="394" r:id="rId41"/>
  </p:sldIdLst>
  <p:sldSz cx="12192000" cy="6858000"/>
  <p:notesSz cx="6797675" cy="9926638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1CDB4-EF38-4A9D-A15C-5C467F182FBC}" v="42" dt="2021-03-10T22:04:33.325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24" autoAdjust="0"/>
    <p:restoredTop sz="94704" autoAdjust="0"/>
  </p:normalViewPr>
  <p:slideViewPr>
    <p:cSldViewPr snapToGrid="0">
      <p:cViewPr varScale="1">
        <p:scale>
          <a:sx n="114" d="100"/>
          <a:sy n="114" d="100"/>
        </p:scale>
        <p:origin x="25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27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ain Rachenne" userId="d05ffb5d262588ec" providerId="LiveId" clId="{06656A3A-E950-4235-A17B-3814C8920733}"/>
    <pc:docChg chg="undo custSel mod addSld modSld">
      <pc:chgData name="Romain Rachenne" userId="d05ffb5d262588ec" providerId="LiveId" clId="{06656A3A-E950-4235-A17B-3814C8920733}" dt="2020-01-14T09:10:29.619" v="49" actId="20577"/>
      <pc:docMkLst>
        <pc:docMk/>
      </pc:docMkLst>
      <pc:sldChg chg="modSp">
        <pc:chgData name="Romain Rachenne" userId="d05ffb5d262588ec" providerId="LiveId" clId="{06656A3A-E950-4235-A17B-3814C8920733}" dt="2020-01-14T09:09:08.270" v="15" actId="20577"/>
        <pc:sldMkLst>
          <pc:docMk/>
          <pc:sldMk cId="209503933" sldId="293"/>
        </pc:sldMkLst>
        <pc:spChg chg="mod">
          <ac:chgData name="Romain Rachenne" userId="d05ffb5d262588ec" providerId="LiveId" clId="{06656A3A-E950-4235-A17B-3814C8920733}" dt="2020-01-14T09:09:08.270" v="15" actId="20577"/>
          <ac:spMkLst>
            <pc:docMk/>
            <pc:sldMk cId="209503933" sldId="293"/>
            <ac:spMk id="3" creationId="{9FE57C0E-CD38-4E23-A4D2-8FFD61996D1E}"/>
          </ac:spMkLst>
        </pc:spChg>
      </pc:sldChg>
      <pc:sldChg chg="modSp">
        <pc:chgData name="Romain Rachenne" userId="d05ffb5d262588ec" providerId="LiveId" clId="{06656A3A-E950-4235-A17B-3814C8920733}" dt="2020-01-14T09:09:34.534" v="36" actId="20577"/>
        <pc:sldMkLst>
          <pc:docMk/>
          <pc:sldMk cId="4176775444" sldId="315"/>
        </pc:sldMkLst>
        <pc:spChg chg="mod">
          <ac:chgData name="Romain Rachenne" userId="d05ffb5d262588ec" providerId="LiveId" clId="{06656A3A-E950-4235-A17B-3814C8920733}" dt="2020-01-14T09:09:34.534" v="36" actId="20577"/>
          <ac:spMkLst>
            <pc:docMk/>
            <pc:sldMk cId="4176775444" sldId="315"/>
            <ac:spMk id="28" creationId="{A75684BF-3755-4E0C-A265-53BED496AE66}"/>
          </ac:spMkLst>
        </pc:spChg>
      </pc:sldChg>
      <pc:sldChg chg="modSp">
        <pc:chgData name="Romain Rachenne" userId="d05ffb5d262588ec" providerId="LiveId" clId="{06656A3A-E950-4235-A17B-3814C8920733}" dt="2020-01-14T09:10:24.504" v="47" actId="20577"/>
        <pc:sldMkLst>
          <pc:docMk/>
          <pc:sldMk cId="325053439" sldId="316"/>
        </pc:sldMkLst>
        <pc:spChg chg="mod">
          <ac:chgData name="Romain Rachenne" userId="d05ffb5d262588ec" providerId="LiveId" clId="{06656A3A-E950-4235-A17B-3814C8920733}" dt="2020-01-14T09:10:24.504" v="47" actId="20577"/>
          <ac:spMkLst>
            <pc:docMk/>
            <pc:sldMk cId="325053439" sldId="316"/>
            <ac:spMk id="2" creationId="{75B29198-38D2-4F14-8368-E19B38755140}"/>
          </ac:spMkLst>
        </pc:spChg>
      </pc:sldChg>
      <pc:sldChg chg="modSp">
        <pc:chgData name="Romain Rachenne" userId="d05ffb5d262588ec" providerId="LiveId" clId="{06656A3A-E950-4235-A17B-3814C8920733}" dt="2020-01-14T09:10:29.619" v="49" actId="20577"/>
        <pc:sldMkLst>
          <pc:docMk/>
          <pc:sldMk cId="3681781555" sldId="317"/>
        </pc:sldMkLst>
        <pc:spChg chg="mod">
          <ac:chgData name="Romain Rachenne" userId="d05ffb5d262588ec" providerId="LiveId" clId="{06656A3A-E950-4235-A17B-3814C8920733}" dt="2020-01-14T09:10:29.619" v="49" actId="20577"/>
          <ac:spMkLst>
            <pc:docMk/>
            <pc:sldMk cId="3681781555" sldId="317"/>
            <ac:spMk id="2" creationId="{E72E9791-C2DC-4B99-ABDA-520BD39549F0}"/>
          </ac:spMkLst>
        </pc:spChg>
      </pc:sldChg>
      <pc:sldChg chg="addSp delSp modSp add mod setBg delDesignElem">
        <pc:chgData name="Romain Rachenne" userId="d05ffb5d262588ec" providerId="LiveId" clId="{06656A3A-E950-4235-A17B-3814C8920733}" dt="2020-01-14T09:10:21.299" v="45"/>
        <pc:sldMkLst>
          <pc:docMk/>
          <pc:sldMk cId="1466029007" sldId="321"/>
        </pc:sldMkLst>
        <pc:spChg chg="mod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2" creationId="{197C80DD-D548-4B5D-B6F4-21C97F120760}"/>
          </ac:spMkLst>
        </pc:spChg>
        <pc:spChg chg="mod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28" creationId="{A75684BF-3755-4E0C-A265-53BED496AE66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1" creationId="{B4C27B90-DF2B-4D00-BA07-18ED774CD2F1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2" creationId="{593ACC25-C262-417A-8AA9-0641C772BDB6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3" creationId="{4E4490D0-3672-446A-AC12-B4830333BDDD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5" creationId="{39CB82C2-DF65-4EC1-8280-F201D50F570B}"/>
          </ac:spMkLst>
        </pc:spChg>
        <pc:spChg chg="add">
          <ac:chgData name="Romain Rachenne" userId="d05ffb5d262588ec" providerId="LiveId" clId="{06656A3A-E950-4235-A17B-3814C8920733}" dt="2020-01-14T09:10:15.819" v="43" actId="26606"/>
          <ac:spMkLst>
            <pc:docMk/>
            <pc:sldMk cId="1466029007" sldId="321"/>
            <ac:spMk id="39" creationId="{FA4CD5CB-D209-4D70-8CA4-629731C59219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1" creationId="{BB2B8762-61F0-4F1B-9364-D633EE9D6AF5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3" creationId="{E97675C8-1328-460C-9EBF-6B446B67EAD3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47" creationId="{8B330648-BE73-41A0-9F64-E5B1075E2C2D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51" creationId="{02C3C01D-C868-4B78-9A8F-417BF50A429B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2" creationId="{4E4490D0-3672-446A-AC12-B4830333BDDD}"/>
          </ac:spMkLst>
        </pc:spChg>
        <pc:spChg chg="add del">
          <ac:chgData name="Romain Rachenne" userId="d05ffb5d262588ec" providerId="LiveId" clId="{06656A3A-E950-4235-A17B-3814C8920733}" dt="2020-01-14T09:10:12.200" v="40" actId="26606"/>
          <ac:spMkLst>
            <pc:docMk/>
            <pc:sldMk cId="1466029007" sldId="321"/>
            <ac:spMk id="53" creationId="{8345B934-7CE4-4DA7-A0CB-2A2DF8818CE1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4" creationId="{39CB82C2-DF65-4EC1-8280-F201D50F570B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58" creationId="{FA4CD5CB-D209-4D70-8CA4-629731C59219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62" creationId="{B4C27B90-DF2B-4D00-BA07-18ED774CD2F1}"/>
          </ac:spMkLst>
        </pc:spChg>
        <pc:spChg chg="del">
          <ac:chgData name="Romain Rachenne" userId="d05ffb5d262588ec" providerId="LiveId" clId="{06656A3A-E950-4235-A17B-3814C8920733}" dt="2020-01-14T09:09:21.943" v="17"/>
          <ac:spMkLst>
            <pc:docMk/>
            <pc:sldMk cId="1466029007" sldId="321"/>
            <ac:spMk id="64" creationId="{593ACC25-C262-417A-8AA9-0641C772BDB6}"/>
          </ac:spMkLst>
        </pc:spChg>
        <pc:picChg chg="mod">
          <ac:chgData name="Romain Rachenne" userId="d05ffb5d262588ec" providerId="LiveId" clId="{06656A3A-E950-4235-A17B-3814C8920733}" dt="2020-01-14T09:10:12.200" v="40" actId="26606"/>
          <ac:picMkLst>
            <pc:docMk/>
            <pc:sldMk cId="1466029007" sldId="321"/>
            <ac:picMk id="7" creationId="{74BC4696-1BC0-4F3A-BDA0-ABAEBD0C034A}"/>
          </ac:picMkLst>
        </pc:picChg>
        <pc:picChg chg="add">
          <ac:chgData name="Romain Rachenne" userId="d05ffb5d262588ec" providerId="LiveId" clId="{06656A3A-E950-4235-A17B-3814C8920733}" dt="2020-01-14T09:10:18.914" v="44"/>
          <ac:picMkLst>
            <pc:docMk/>
            <pc:sldMk cId="1466029007" sldId="321"/>
            <ac:picMk id="29" creationId="{1ABF9CE3-4136-4880-BD37-8BD866C37452}"/>
          </ac:picMkLst>
        </pc:picChg>
        <pc:picChg chg="del mod">
          <ac:chgData name="Romain Rachenne" userId="d05ffb5d262588ec" providerId="LiveId" clId="{06656A3A-E950-4235-A17B-3814C8920733}" dt="2020-01-14T09:10:13.681" v="41" actId="478"/>
          <ac:picMkLst>
            <pc:docMk/>
            <pc:sldMk cId="1466029007" sldId="321"/>
            <ac:picMk id="34" creationId="{89C8E169-8E78-4A4E-B1E9-EF7D430B0BB3}"/>
          </ac:picMkLst>
        </pc:picChg>
        <pc:picChg chg="del">
          <ac:chgData name="Romain Rachenne" userId="d05ffb5d262588ec" providerId="LiveId" clId="{06656A3A-E950-4235-A17B-3814C8920733}" dt="2020-01-14T09:10:14.425" v="42" actId="478"/>
          <ac:picMkLst>
            <pc:docMk/>
            <pc:sldMk cId="1466029007" sldId="321"/>
            <ac:picMk id="36" creationId="{BE16ED3B-A3A7-47B0-A15F-3C5FD9C4DEDC}"/>
          </ac:picMkLst>
        </pc:picChg>
        <pc:picChg chg="add">
          <ac:chgData name="Romain Rachenne" userId="d05ffb5d262588ec" providerId="LiveId" clId="{06656A3A-E950-4235-A17B-3814C8920733}" dt="2020-01-14T09:10:21.299" v="45"/>
          <ac:picMkLst>
            <pc:docMk/>
            <pc:sldMk cId="1466029007" sldId="321"/>
            <ac:picMk id="38" creationId="{A1AE81D9-5DDE-43CC-AC15-E1BBBE06B848}"/>
          </ac:picMkLst>
        </pc:picChg>
        <pc:cxnChg chg="add">
          <ac:chgData name="Romain Rachenne" userId="d05ffb5d262588ec" providerId="LiveId" clId="{06656A3A-E950-4235-A17B-3814C8920733}" dt="2020-01-14T09:10:15.819" v="43" actId="26606"/>
          <ac:cxnSpMkLst>
            <pc:docMk/>
            <pc:sldMk cId="1466029007" sldId="321"/>
            <ac:cxnSpMk id="30" creationId="{5C6A2BAE-B461-4B55-8E1F-0722ABDD1393}"/>
          </ac:cxnSpMkLst>
        </pc:cxnChg>
        <pc:cxnChg chg="add">
          <ac:chgData name="Romain Rachenne" userId="d05ffb5d262588ec" providerId="LiveId" clId="{06656A3A-E950-4235-A17B-3814C8920733}" dt="2020-01-14T09:10:15.819" v="43" actId="26606"/>
          <ac:cxnSpMkLst>
            <pc:docMk/>
            <pc:sldMk cId="1466029007" sldId="321"/>
            <ac:cxnSpMk id="37" creationId="{7E1D4427-852B-4B37-8E76-0E9F1810BA2A}"/>
          </ac:cxnSpMkLst>
        </pc:cxnChg>
        <pc:cxnChg chg="add del">
          <ac:chgData name="Romain Rachenne" userId="d05ffb5d262588ec" providerId="LiveId" clId="{06656A3A-E950-4235-A17B-3814C8920733}" dt="2020-01-14T09:10:12.200" v="40" actId="26606"/>
          <ac:cxnSpMkLst>
            <pc:docMk/>
            <pc:sldMk cId="1466029007" sldId="321"/>
            <ac:cxnSpMk id="45" creationId="{514EE78B-AF71-4195-A01B-F1165D9233BF}"/>
          </ac:cxnSpMkLst>
        </pc:cxnChg>
        <pc:cxnChg chg="add del">
          <ac:chgData name="Romain Rachenne" userId="d05ffb5d262588ec" providerId="LiveId" clId="{06656A3A-E950-4235-A17B-3814C8920733}" dt="2020-01-14T09:10:12.200" v="40" actId="26606"/>
          <ac:cxnSpMkLst>
            <pc:docMk/>
            <pc:sldMk cId="1466029007" sldId="321"/>
            <ac:cxnSpMk id="49" creationId="{6DAFB303-4B24-485A-B806-C147A23632BD}"/>
          </ac:cxnSpMkLst>
        </pc:cxnChg>
        <pc:cxnChg chg="del">
          <ac:chgData name="Romain Rachenne" userId="d05ffb5d262588ec" providerId="LiveId" clId="{06656A3A-E950-4235-A17B-3814C8920733}" dt="2020-01-14T09:09:21.943" v="17"/>
          <ac:cxnSpMkLst>
            <pc:docMk/>
            <pc:sldMk cId="1466029007" sldId="321"/>
            <ac:cxnSpMk id="56" creationId="{7E1D4427-852B-4B37-8E76-0E9F1810BA2A}"/>
          </ac:cxnSpMkLst>
        </pc:cxnChg>
        <pc:cxnChg chg="del">
          <ac:chgData name="Romain Rachenne" userId="d05ffb5d262588ec" providerId="LiveId" clId="{06656A3A-E950-4235-A17B-3814C8920733}" dt="2020-01-14T09:09:21.943" v="17"/>
          <ac:cxnSpMkLst>
            <pc:docMk/>
            <pc:sldMk cId="1466029007" sldId="321"/>
            <ac:cxnSpMk id="60" creationId="{5C6A2BAE-B461-4B55-8E1F-0722ABDD1393}"/>
          </ac:cxnSpMkLst>
        </pc:cxnChg>
      </pc:sldChg>
    </pc:docChg>
  </pc:docChgLst>
  <pc:docChgLst>
    <pc:chgData name="Romain Rachenne" userId="d05ffb5d262588ec" providerId="LiveId" clId="{E3807FEB-92A2-45B9-8B5D-9C9F9C2445ED}"/>
    <pc:docChg chg="undo custSel mod addSld delSld modSld sldOrd">
      <pc:chgData name="Romain Rachenne" userId="d05ffb5d262588ec" providerId="LiveId" clId="{E3807FEB-92A2-45B9-8B5D-9C9F9C2445ED}" dt="2020-12-09T14:31:27.935" v="3253" actId="20577"/>
      <pc:docMkLst>
        <pc:docMk/>
      </pc:docMkLst>
      <pc:sldChg chg="addSp modSp mod">
        <pc:chgData name="Romain Rachenne" userId="d05ffb5d262588ec" providerId="LiveId" clId="{E3807FEB-92A2-45B9-8B5D-9C9F9C2445ED}" dt="2020-12-09T14:05:30.415" v="3031" actId="1076"/>
        <pc:sldMkLst>
          <pc:docMk/>
          <pc:sldMk cId="1990881570" sldId="257"/>
        </pc:sldMkLst>
        <pc:spChg chg="mod">
          <ac:chgData name="Romain Rachenne" userId="d05ffb5d262588ec" providerId="LiveId" clId="{E3807FEB-92A2-45B9-8B5D-9C9F9C2445ED}" dt="2020-12-06T22:59:39.518" v="732" actId="20577"/>
          <ac:spMkLst>
            <pc:docMk/>
            <pc:sldMk cId="1990881570" sldId="257"/>
            <ac:spMk id="2" creationId="{00000000-0000-0000-0000-000000000000}"/>
          </ac:spMkLst>
        </pc:spChg>
        <pc:spChg chg="mod">
          <ac:chgData name="Romain Rachenne" userId="d05ffb5d262588ec" providerId="LiveId" clId="{E3807FEB-92A2-45B9-8B5D-9C9F9C2445ED}" dt="2020-12-06T22:40:19.803" v="35" actId="20577"/>
          <ac:spMkLst>
            <pc:docMk/>
            <pc:sldMk cId="1990881570" sldId="257"/>
            <ac:spMk id="3" creationId="{00000000-0000-0000-0000-000000000000}"/>
          </ac:spMkLst>
        </pc:spChg>
        <pc:picChg chg="add mod">
          <ac:chgData name="Romain Rachenne" userId="d05ffb5d262588ec" providerId="LiveId" clId="{E3807FEB-92A2-45B9-8B5D-9C9F9C2445ED}" dt="2020-12-09T14:05:30.415" v="3031" actId="1076"/>
          <ac:picMkLst>
            <pc:docMk/>
            <pc:sldMk cId="1990881570" sldId="257"/>
            <ac:picMk id="10" creationId="{12396202-C6D0-424D-A49A-CFD03F13D508}"/>
          </ac:picMkLst>
        </pc:picChg>
      </pc:sldChg>
      <pc:sldChg chg="addSp modSp mod">
        <pc:chgData name="Romain Rachenne" userId="d05ffb5d262588ec" providerId="LiveId" clId="{E3807FEB-92A2-45B9-8B5D-9C9F9C2445ED}" dt="2020-12-09T14:19:06.800" v="3143" actId="1076"/>
        <pc:sldMkLst>
          <pc:docMk/>
          <pc:sldMk cId="782006460" sldId="292"/>
        </pc:sldMkLst>
        <pc:spChg chg="mod">
          <ac:chgData name="Romain Rachenne" userId="d05ffb5d262588ec" providerId="LiveId" clId="{E3807FEB-92A2-45B9-8B5D-9C9F9C2445ED}" dt="2020-12-07T15:27:17.972" v="2761" actId="1076"/>
          <ac:spMkLst>
            <pc:docMk/>
            <pc:sldMk cId="782006460" sldId="292"/>
            <ac:spMk id="5" creationId="{CA24649E-C454-4F33-B392-0356E6DC227A}"/>
          </ac:spMkLst>
        </pc:spChg>
        <pc:picChg chg="mod">
          <ac:chgData name="Romain Rachenne" userId="d05ffb5d262588ec" providerId="LiveId" clId="{E3807FEB-92A2-45B9-8B5D-9C9F9C2445ED}" dt="2020-12-09T14:19:06.800" v="3143" actId="1076"/>
          <ac:picMkLst>
            <pc:docMk/>
            <pc:sldMk cId="782006460" sldId="292"/>
            <ac:picMk id="2" creationId="{B8CFAE8E-2FFE-418D-8081-CD4958430758}"/>
          </ac:picMkLst>
        </pc:picChg>
        <pc:picChg chg="add mod">
          <ac:chgData name="Romain Rachenne" userId="d05ffb5d262588ec" providerId="LiveId" clId="{E3807FEB-92A2-45B9-8B5D-9C9F9C2445ED}" dt="2020-12-09T14:05:03.409" v="3029" actId="1076"/>
          <ac:picMkLst>
            <pc:docMk/>
            <pc:sldMk cId="782006460" sldId="292"/>
            <ac:picMk id="1026" creationId="{956188A3-9A7A-4699-AD49-2EBBAC98FA46}"/>
          </ac:picMkLst>
        </pc:picChg>
      </pc:sldChg>
      <pc:sldChg chg="addSp modSp mod">
        <pc:chgData name="Romain Rachenne" userId="d05ffb5d262588ec" providerId="LiveId" clId="{E3807FEB-92A2-45B9-8B5D-9C9F9C2445ED}" dt="2020-12-09T14:13:42.546" v="3141" actId="27636"/>
        <pc:sldMkLst>
          <pc:docMk/>
          <pc:sldMk cId="209503933" sldId="293"/>
        </pc:sldMkLst>
        <pc:spChg chg="mod">
          <ac:chgData name="Romain Rachenne" userId="d05ffb5d262588ec" providerId="LiveId" clId="{E3807FEB-92A2-45B9-8B5D-9C9F9C2445ED}" dt="2020-12-09T14:13:42.546" v="3141" actId="27636"/>
          <ac:spMkLst>
            <pc:docMk/>
            <pc:sldMk cId="209503933" sldId="293"/>
            <ac:spMk id="2" creationId="{E539DC57-7F8A-40FE-AD3A-94C25287C775}"/>
          </ac:spMkLst>
        </pc:spChg>
        <pc:spChg chg="mod">
          <ac:chgData name="Romain Rachenne" userId="d05ffb5d262588ec" providerId="LiveId" clId="{E3807FEB-92A2-45B9-8B5D-9C9F9C2445ED}" dt="2020-12-06T23:07:06.786" v="930" actId="20577"/>
          <ac:spMkLst>
            <pc:docMk/>
            <pc:sldMk cId="209503933" sldId="293"/>
            <ac:spMk id="3" creationId="{9FE57C0E-CD38-4E23-A4D2-8FFD61996D1E}"/>
          </ac:spMkLst>
        </pc:spChg>
        <pc:picChg chg="add mod">
          <ac:chgData name="Romain Rachenne" userId="d05ffb5d262588ec" providerId="LiveId" clId="{E3807FEB-92A2-45B9-8B5D-9C9F9C2445ED}" dt="2020-12-09T14:05:34.520" v="3032"/>
          <ac:picMkLst>
            <pc:docMk/>
            <pc:sldMk cId="209503933" sldId="293"/>
            <ac:picMk id="6" creationId="{3DD358B1-036C-4E95-ADDB-A09E2CEECF12}"/>
          </ac:picMkLst>
        </pc:picChg>
      </pc:sldChg>
      <pc:sldChg chg="del">
        <pc:chgData name="Romain Rachenne" userId="d05ffb5d262588ec" providerId="LiveId" clId="{E3807FEB-92A2-45B9-8B5D-9C9F9C2445ED}" dt="2020-12-06T22:40:49.637" v="60" actId="47"/>
        <pc:sldMkLst>
          <pc:docMk/>
          <pc:sldMk cId="929417147" sldId="296"/>
        </pc:sldMkLst>
      </pc:sldChg>
      <pc:sldChg chg="del">
        <pc:chgData name="Romain Rachenne" userId="d05ffb5d262588ec" providerId="LiveId" clId="{E3807FEB-92A2-45B9-8B5D-9C9F9C2445ED}" dt="2020-12-06T22:40:54.113" v="61" actId="47"/>
        <pc:sldMkLst>
          <pc:docMk/>
          <pc:sldMk cId="1908614898" sldId="297"/>
        </pc:sldMkLst>
      </pc:sldChg>
      <pc:sldChg chg="addSp modSp">
        <pc:chgData name="Romain Rachenne" userId="d05ffb5d262588ec" providerId="LiveId" clId="{E3807FEB-92A2-45B9-8B5D-9C9F9C2445ED}" dt="2020-12-09T14:05:41.840" v="3034"/>
        <pc:sldMkLst>
          <pc:docMk/>
          <pc:sldMk cId="611248365" sldId="299"/>
        </pc:sldMkLst>
        <pc:picChg chg="add mod">
          <ac:chgData name="Romain Rachenne" userId="d05ffb5d262588ec" providerId="LiveId" clId="{E3807FEB-92A2-45B9-8B5D-9C9F9C2445ED}" dt="2020-12-09T14:05:41.840" v="3034"/>
          <ac:picMkLst>
            <pc:docMk/>
            <pc:sldMk cId="611248365" sldId="299"/>
            <ac:picMk id="14" creationId="{8DD6D8FF-5DD1-419A-8991-65D9AB38E7F0}"/>
          </ac:picMkLst>
        </pc:picChg>
      </pc:sldChg>
      <pc:sldChg chg="addSp modSp">
        <pc:chgData name="Romain Rachenne" userId="d05ffb5d262588ec" providerId="LiveId" clId="{E3807FEB-92A2-45B9-8B5D-9C9F9C2445ED}" dt="2020-12-09T14:05:44.264" v="3035"/>
        <pc:sldMkLst>
          <pc:docMk/>
          <pc:sldMk cId="1889928538" sldId="300"/>
        </pc:sldMkLst>
        <pc:picChg chg="add mod">
          <ac:chgData name="Romain Rachenne" userId="d05ffb5d262588ec" providerId="LiveId" clId="{E3807FEB-92A2-45B9-8B5D-9C9F9C2445ED}" dt="2020-12-09T14:05:44.264" v="3035"/>
          <ac:picMkLst>
            <pc:docMk/>
            <pc:sldMk cId="1889928538" sldId="300"/>
            <ac:picMk id="13" creationId="{0797788D-DE9D-4A81-854A-D6DED0E17FF1}"/>
          </ac:picMkLst>
        </pc:picChg>
      </pc:sldChg>
      <pc:sldChg chg="addSp modSp">
        <pc:chgData name="Romain Rachenne" userId="d05ffb5d262588ec" providerId="LiveId" clId="{E3807FEB-92A2-45B9-8B5D-9C9F9C2445ED}" dt="2020-12-09T14:06:20.870" v="3038"/>
        <pc:sldMkLst>
          <pc:docMk/>
          <pc:sldMk cId="736833271" sldId="301"/>
        </pc:sldMkLst>
        <pc:picChg chg="add mod">
          <ac:chgData name="Romain Rachenne" userId="d05ffb5d262588ec" providerId="LiveId" clId="{E3807FEB-92A2-45B9-8B5D-9C9F9C2445ED}" dt="2020-12-09T14:06:20.870" v="3038"/>
          <ac:picMkLst>
            <pc:docMk/>
            <pc:sldMk cId="736833271" sldId="301"/>
            <ac:picMk id="13" creationId="{19B4B2CC-5919-4997-81CB-6DB36723421D}"/>
          </ac:picMkLst>
        </pc:picChg>
      </pc:sldChg>
      <pc:sldChg chg="addSp modSp">
        <pc:chgData name="Romain Rachenne" userId="d05ffb5d262588ec" providerId="LiveId" clId="{E3807FEB-92A2-45B9-8B5D-9C9F9C2445ED}" dt="2020-12-09T14:06:39.588" v="3039"/>
        <pc:sldMkLst>
          <pc:docMk/>
          <pc:sldMk cId="1557803393" sldId="302"/>
        </pc:sldMkLst>
        <pc:picChg chg="add mod">
          <ac:chgData name="Romain Rachenne" userId="d05ffb5d262588ec" providerId="LiveId" clId="{E3807FEB-92A2-45B9-8B5D-9C9F9C2445ED}" dt="2020-12-09T14:06:39.588" v="3039"/>
          <ac:picMkLst>
            <pc:docMk/>
            <pc:sldMk cId="1557803393" sldId="302"/>
            <ac:picMk id="13" creationId="{B640DFB1-8638-460C-AFE9-820FA07D17BB}"/>
          </ac:picMkLst>
        </pc:picChg>
      </pc:sldChg>
      <pc:sldChg chg="addSp modSp">
        <pc:chgData name="Romain Rachenne" userId="d05ffb5d262588ec" providerId="LiveId" clId="{E3807FEB-92A2-45B9-8B5D-9C9F9C2445ED}" dt="2020-12-09T14:06:42.168" v="3040"/>
        <pc:sldMkLst>
          <pc:docMk/>
          <pc:sldMk cId="3279052357" sldId="303"/>
        </pc:sldMkLst>
        <pc:picChg chg="add mod">
          <ac:chgData name="Romain Rachenne" userId="d05ffb5d262588ec" providerId="LiveId" clId="{E3807FEB-92A2-45B9-8B5D-9C9F9C2445ED}" dt="2020-12-09T14:06:42.168" v="3040"/>
          <ac:picMkLst>
            <pc:docMk/>
            <pc:sldMk cId="3279052357" sldId="303"/>
            <ac:picMk id="13" creationId="{9AB31DF6-6651-42A5-8080-8A505E8EFDE6}"/>
          </ac:picMkLst>
        </pc:picChg>
      </pc:sldChg>
      <pc:sldChg chg="addSp modSp mod">
        <pc:chgData name="Romain Rachenne" userId="d05ffb5d262588ec" providerId="LiveId" clId="{E3807FEB-92A2-45B9-8B5D-9C9F9C2445ED}" dt="2020-12-09T14:06:45.324" v="3041"/>
        <pc:sldMkLst>
          <pc:docMk/>
          <pc:sldMk cId="2561025989" sldId="304"/>
        </pc:sldMkLst>
        <pc:spChg chg="mod">
          <ac:chgData name="Romain Rachenne" userId="d05ffb5d262588ec" providerId="LiveId" clId="{E3807FEB-92A2-45B9-8B5D-9C9F9C2445ED}" dt="2020-12-06T22:41:26.299" v="71" actId="20577"/>
          <ac:spMkLst>
            <pc:docMk/>
            <pc:sldMk cId="2561025989" sldId="304"/>
            <ac:spMk id="2" creationId="{B2573A26-394D-440A-AF90-FD17475BD578}"/>
          </ac:spMkLst>
        </pc:spChg>
        <pc:picChg chg="add mod">
          <ac:chgData name="Romain Rachenne" userId="d05ffb5d262588ec" providerId="LiveId" clId="{E3807FEB-92A2-45B9-8B5D-9C9F9C2445ED}" dt="2020-12-09T14:06:45.324" v="3041"/>
          <ac:picMkLst>
            <pc:docMk/>
            <pc:sldMk cId="2561025989" sldId="304"/>
            <ac:picMk id="11" creationId="{8CB59D50-DD2D-4D94-8190-C232ADC98203}"/>
          </ac:picMkLst>
        </pc:picChg>
      </pc:sldChg>
      <pc:sldChg chg="addSp modSp">
        <pc:chgData name="Romain Rachenne" userId="d05ffb5d262588ec" providerId="LiveId" clId="{E3807FEB-92A2-45B9-8B5D-9C9F9C2445ED}" dt="2020-12-09T14:06:48.428" v="3042"/>
        <pc:sldMkLst>
          <pc:docMk/>
          <pc:sldMk cId="2444492771" sldId="305"/>
        </pc:sldMkLst>
        <pc:picChg chg="add mod">
          <ac:chgData name="Romain Rachenne" userId="d05ffb5d262588ec" providerId="LiveId" clId="{E3807FEB-92A2-45B9-8B5D-9C9F9C2445ED}" dt="2020-12-09T14:06:48.428" v="3042"/>
          <ac:picMkLst>
            <pc:docMk/>
            <pc:sldMk cId="2444492771" sldId="305"/>
            <ac:picMk id="13" creationId="{299F3DC9-9DF1-4231-942F-853BBE41D19B}"/>
          </ac:picMkLst>
        </pc:picChg>
      </pc:sldChg>
      <pc:sldChg chg="addSp modSp">
        <pc:chgData name="Romain Rachenne" userId="d05ffb5d262588ec" providerId="LiveId" clId="{E3807FEB-92A2-45B9-8B5D-9C9F9C2445ED}" dt="2020-12-09T14:06:54.734" v="3044"/>
        <pc:sldMkLst>
          <pc:docMk/>
          <pc:sldMk cId="1578935267" sldId="306"/>
        </pc:sldMkLst>
        <pc:picChg chg="add mod">
          <ac:chgData name="Romain Rachenne" userId="d05ffb5d262588ec" providerId="LiveId" clId="{E3807FEB-92A2-45B9-8B5D-9C9F9C2445ED}" dt="2020-12-09T14:06:54.734" v="3044"/>
          <ac:picMkLst>
            <pc:docMk/>
            <pc:sldMk cId="1578935267" sldId="306"/>
            <ac:picMk id="16" creationId="{802D9F1B-50BC-41C2-9A30-BC041A31D5BA}"/>
          </ac:picMkLst>
        </pc:picChg>
      </pc:sldChg>
      <pc:sldChg chg="addSp modSp">
        <pc:chgData name="Romain Rachenne" userId="d05ffb5d262588ec" providerId="LiveId" clId="{E3807FEB-92A2-45B9-8B5D-9C9F9C2445ED}" dt="2020-12-09T14:06:50.532" v="3043"/>
        <pc:sldMkLst>
          <pc:docMk/>
          <pc:sldMk cId="914353542" sldId="307"/>
        </pc:sldMkLst>
        <pc:picChg chg="add mod">
          <ac:chgData name="Romain Rachenne" userId="d05ffb5d262588ec" providerId="LiveId" clId="{E3807FEB-92A2-45B9-8B5D-9C9F9C2445ED}" dt="2020-12-09T14:06:50.532" v="3043"/>
          <ac:picMkLst>
            <pc:docMk/>
            <pc:sldMk cId="914353542" sldId="307"/>
            <ac:picMk id="13" creationId="{84440A18-52BA-4E88-8551-3CDA82A30A61}"/>
          </ac:picMkLst>
        </pc:picChg>
      </pc:sldChg>
      <pc:sldChg chg="addSp modSp mod ord">
        <pc:chgData name="Romain Rachenne" userId="d05ffb5d262588ec" providerId="LiveId" clId="{E3807FEB-92A2-45B9-8B5D-9C9F9C2445ED}" dt="2020-12-09T14:06:17.553" v="3037" actId="14100"/>
        <pc:sldMkLst>
          <pc:docMk/>
          <pc:sldMk cId="2804954091" sldId="308"/>
        </pc:sldMkLst>
        <pc:spChg chg="mod">
          <ac:chgData name="Romain Rachenne" userId="d05ffb5d262588ec" providerId="LiveId" clId="{E3807FEB-92A2-45B9-8B5D-9C9F9C2445ED}" dt="2020-12-06T22:42:55.518" v="103" actId="20577"/>
          <ac:spMkLst>
            <pc:docMk/>
            <pc:sldMk cId="2804954091" sldId="308"/>
            <ac:spMk id="2" creationId="{14D26D25-252F-4F1D-8982-3A5D04480D5D}"/>
          </ac:spMkLst>
        </pc:spChg>
        <pc:picChg chg="mod">
          <ac:chgData name="Romain Rachenne" userId="d05ffb5d262588ec" providerId="LiveId" clId="{E3807FEB-92A2-45B9-8B5D-9C9F9C2445ED}" dt="2020-12-09T14:06:17.553" v="3037" actId="14100"/>
          <ac:picMkLst>
            <pc:docMk/>
            <pc:sldMk cId="2804954091" sldId="308"/>
            <ac:picMk id="4" creationId="{D7982D1A-CB2C-4CF4-B521-73DE56E7E857}"/>
          </ac:picMkLst>
        </pc:picChg>
        <pc:picChg chg="add mod">
          <ac:chgData name="Romain Rachenne" userId="d05ffb5d262588ec" providerId="LiveId" clId="{E3807FEB-92A2-45B9-8B5D-9C9F9C2445ED}" dt="2020-12-09T14:05:46.577" v="3036"/>
          <ac:picMkLst>
            <pc:docMk/>
            <pc:sldMk cId="2804954091" sldId="308"/>
            <ac:picMk id="13" creationId="{DBEA09BF-F18F-48A8-A82A-DFE4EE40EA67}"/>
          </ac:picMkLst>
        </pc:picChg>
      </pc:sldChg>
      <pc:sldChg chg="del">
        <pc:chgData name="Romain Rachenne" userId="d05ffb5d262588ec" providerId="LiveId" clId="{E3807FEB-92A2-45B9-8B5D-9C9F9C2445ED}" dt="2020-12-06T22:44:13.863" v="262" actId="47"/>
        <pc:sldMkLst>
          <pc:docMk/>
          <pc:sldMk cId="2737012127" sldId="309"/>
        </pc:sldMkLst>
      </pc:sldChg>
      <pc:sldChg chg="del">
        <pc:chgData name="Romain Rachenne" userId="d05ffb5d262588ec" providerId="LiveId" clId="{E3807FEB-92A2-45B9-8B5D-9C9F9C2445ED}" dt="2020-12-06T22:43:01.322" v="104" actId="47"/>
        <pc:sldMkLst>
          <pc:docMk/>
          <pc:sldMk cId="727029302" sldId="310"/>
        </pc:sldMkLst>
      </pc:sldChg>
      <pc:sldChg chg="del">
        <pc:chgData name="Romain Rachenne" userId="d05ffb5d262588ec" providerId="LiveId" clId="{E3807FEB-92A2-45B9-8B5D-9C9F9C2445ED}" dt="2020-12-06T22:44:11.155" v="261" actId="47"/>
        <pc:sldMkLst>
          <pc:docMk/>
          <pc:sldMk cId="596126318" sldId="311"/>
        </pc:sldMkLst>
      </pc:sldChg>
      <pc:sldChg chg="del">
        <pc:chgData name="Romain Rachenne" userId="d05ffb5d262588ec" providerId="LiveId" clId="{E3807FEB-92A2-45B9-8B5D-9C9F9C2445ED}" dt="2020-12-06T22:42:44.506" v="83" actId="47"/>
        <pc:sldMkLst>
          <pc:docMk/>
          <pc:sldMk cId="501262003" sldId="312"/>
        </pc:sldMkLst>
      </pc:sldChg>
      <pc:sldChg chg="del">
        <pc:chgData name="Romain Rachenne" userId="d05ffb5d262588ec" providerId="LiveId" clId="{E3807FEB-92A2-45B9-8B5D-9C9F9C2445ED}" dt="2020-12-06T22:43:02.011" v="105" actId="47"/>
        <pc:sldMkLst>
          <pc:docMk/>
          <pc:sldMk cId="3336453759" sldId="313"/>
        </pc:sldMkLst>
      </pc:sldChg>
      <pc:sldChg chg="add del">
        <pc:chgData name="Romain Rachenne" userId="d05ffb5d262588ec" providerId="LiveId" clId="{E3807FEB-92A2-45B9-8B5D-9C9F9C2445ED}" dt="2020-12-06T22:59:28.803" v="728" actId="47"/>
        <pc:sldMkLst>
          <pc:docMk/>
          <pc:sldMk cId="3759657653" sldId="314"/>
        </pc:sldMkLst>
      </pc:sldChg>
      <pc:sldChg chg="del">
        <pc:chgData name="Romain Rachenne" userId="d05ffb5d262588ec" providerId="LiveId" clId="{E3807FEB-92A2-45B9-8B5D-9C9F9C2445ED}" dt="2020-12-06T22:59:23.115" v="724" actId="47"/>
        <pc:sldMkLst>
          <pc:docMk/>
          <pc:sldMk cId="4176775444" sldId="315"/>
        </pc:sldMkLst>
      </pc:sldChg>
      <pc:sldChg chg="del">
        <pc:chgData name="Romain Rachenne" userId="d05ffb5d262588ec" providerId="LiveId" clId="{E3807FEB-92A2-45B9-8B5D-9C9F9C2445ED}" dt="2020-12-06T22:59:24.484" v="726" actId="47"/>
        <pc:sldMkLst>
          <pc:docMk/>
          <pc:sldMk cId="325053439" sldId="316"/>
        </pc:sldMkLst>
      </pc:sldChg>
      <pc:sldChg chg="del">
        <pc:chgData name="Romain Rachenne" userId="d05ffb5d262588ec" providerId="LiveId" clId="{E3807FEB-92A2-45B9-8B5D-9C9F9C2445ED}" dt="2020-12-06T22:59:24.918" v="727" actId="47"/>
        <pc:sldMkLst>
          <pc:docMk/>
          <pc:sldMk cId="3681781555" sldId="317"/>
        </pc:sldMkLst>
      </pc:sldChg>
      <pc:sldChg chg="add del">
        <pc:chgData name="Romain Rachenne" userId="d05ffb5d262588ec" providerId="LiveId" clId="{E3807FEB-92A2-45B9-8B5D-9C9F9C2445ED}" dt="2020-12-06T22:43:13.354" v="110" actId="47"/>
        <pc:sldMkLst>
          <pc:docMk/>
          <pc:sldMk cId="990746230" sldId="320"/>
        </pc:sldMkLst>
      </pc:sldChg>
      <pc:sldChg chg="del">
        <pc:chgData name="Romain Rachenne" userId="d05ffb5d262588ec" providerId="LiveId" clId="{E3807FEB-92A2-45B9-8B5D-9C9F9C2445ED}" dt="2020-12-06T22:59:23.929" v="725" actId="47"/>
        <pc:sldMkLst>
          <pc:docMk/>
          <pc:sldMk cId="1466029007" sldId="321"/>
        </pc:sldMkLst>
      </pc:sldChg>
      <pc:sldChg chg="addSp delSp modSp new mod modTransition setBg">
        <pc:chgData name="Romain Rachenne" userId="d05ffb5d262588ec" providerId="LiveId" clId="{E3807FEB-92A2-45B9-8B5D-9C9F9C2445ED}" dt="2020-12-09T14:13:35.365" v="3138" actId="1076"/>
        <pc:sldMkLst>
          <pc:docMk/>
          <pc:sldMk cId="1993337092" sldId="322"/>
        </pc:sldMkLst>
        <pc:spChg chg="mod or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" creationId="{D4F7714B-B43D-4167-80F0-13CEDD5F4C13}"/>
          </ac:spMkLst>
        </pc:spChg>
        <pc:spChg chg="del">
          <ac:chgData name="Romain Rachenne" userId="d05ffb5d262588ec" providerId="LiveId" clId="{E3807FEB-92A2-45B9-8B5D-9C9F9C2445ED}" dt="2020-12-07T15:14:05.542" v="2571" actId="478"/>
          <ac:spMkLst>
            <pc:docMk/>
            <pc:sldMk cId="1993337092" sldId="322"/>
            <ac:spMk id="3" creationId="{27D46B74-E9A7-4BB8-A45F-42F995EB044B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15:41.737" v="2577" actId="26606"/>
          <ac:spMkLst>
            <pc:docMk/>
            <pc:sldMk cId="1993337092" sldId="322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6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2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2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6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38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3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5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49" creationId="{BE268116-E2A7-4F98-8812-192B4975E49B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53" creationId="{FBEFFA83-BC6D-4CD2-A2BA-98AD67423BF2}"/>
          </ac:spMkLst>
        </pc:spChg>
        <pc:spChg chg="add del">
          <ac:chgData name="Romain Rachenne" userId="d05ffb5d262588ec" providerId="LiveId" clId="{E3807FEB-92A2-45B9-8B5D-9C9F9C2445ED}" dt="2020-12-07T15:15:50.693" v="2579" actId="26606"/>
          <ac:spMkLst>
            <pc:docMk/>
            <pc:sldMk cId="1993337092" sldId="322"/>
            <ac:spMk id="55" creationId="{AB5696BF-D495-4CAC-AA8A-4EBFF2C32A55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57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5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60" creationId="{B76D919A-FC3E-4B4E-BAF0-ED6CFB8DC4AE}"/>
          </ac:spMkLst>
        </pc:spChg>
        <pc:spChg chg="add del">
          <ac:chgData name="Romain Rachenne" userId="d05ffb5d262588ec" providerId="LiveId" clId="{E3807FEB-92A2-45B9-8B5D-9C9F9C2445ED}" dt="2020-12-07T15:15:52.979" v="2581" actId="26606"/>
          <ac:spMkLst>
            <pc:docMk/>
            <pc:sldMk cId="1993337092" sldId="322"/>
            <ac:spMk id="61" creationId="{8F66ACBD-1C82-4782-AA7C-05504DD7DE77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3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4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6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7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15:54.037" v="2583" actId="26606"/>
          <ac:spMkLst>
            <pc:docMk/>
            <pc:sldMk cId="1993337092" sldId="322"/>
            <ac:spMk id="68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0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1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3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5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5:15:54.062" v="2584" actId="26606"/>
          <ac:spMkLst>
            <pc:docMk/>
            <pc:sldMk cId="1993337092" sldId="322"/>
            <ac:spMk id="76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5:15:54.062" v="2584" actId="26606"/>
          <ac:picMkLst>
            <pc:docMk/>
            <pc:sldMk cId="1993337092" sldId="322"/>
            <ac:picMk id="4" creationId="{289AB069-9BE0-4CFC-BFF9-3DCB19A20432}"/>
          </ac:picMkLst>
        </pc:picChg>
        <pc:picChg chg="add mod">
          <ac:chgData name="Romain Rachenne" userId="d05ffb5d262588ec" providerId="LiveId" clId="{E3807FEB-92A2-45B9-8B5D-9C9F9C2445ED}" dt="2020-12-09T14:05:38.457" v="3033"/>
          <ac:picMkLst>
            <pc:docMk/>
            <pc:sldMk cId="1993337092" sldId="322"/>
            <ac:picMk id="13" creationId="{E06E1C90-8E8B-425E-9CBB-1D9F6DB517BC}"/>
          </ac:picMkLst>
        </pc:picChg>
        <pc:picChg chg="add mod">
          <ac:chgData name="Romain Rachenne" userId="d05ffb5d262588ec" providerId="LiveId" clId="{E3807FEB-92A2-45B9-8B5D-9C9F9C2445ED}" dt="2020-12-07T15:16:03.448" v="2585"/>
          <ac:picMkLst>
            <pc:docMk/>
            <pc:sldMk cId="1993337092" sldId="322"/>
            <ac:picMk id="44" creationId="{FB379D8A-12CA-4AF8-AD0D-D605A3ECE19F}"/>
          </ac:picMkLst>
        </pc:picChg>
        <pc:picChg chg="add mod">
          <ac:chgData name="Romain Rachenne" userId="d05ffb5d262588ec" providerId="LiveId" clId="{E3807FEB-92A2-45B9-8B5D-9C9F9C2445ED}" dt="2020-12-09T14:13:35.365" v="3138" actId="1076"/>
          <ac:picMkLst>
            <pc:docMk/>
            <pc:sldMk cId="1993337092" sldId="322"/>
            <ac:picMk id="46" creationId="{5AE6BCF0-30CC-4A22-AF14-8EB30B1B08D0}"/>
          </ac:picMkLst>
        </pc:picChg>
        <pc:cxnChg chg="add del">
          <ac:chgData name="Romain Rachenne" userId="d05ffb5d262588ec" providerId="LiveId" clId="{E3807FEB-92A2-45B9-8B5D-9C9F9C2445ED}" dt="2020-12-07T15:15:41.737" v="2577" actId="26606"/>
          <ac:cxnSpMkLst>
            <pc:docMk/>
            <pc:sldMk cId="1993337092" sldId="322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15:41.737" v="2577" actId="26606"/>
          <ac:cxnSpMkLst>
            <pc:docMk/>
            <pc:sldMk cId="1993337092" sldId="322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30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34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5:15:50.693" v="2579" actId="26606"/>
          <ac:cxnSpMkLst>
            <pc:docMk/>
            <pc:sldMk cId="1993337092" sldId="322"/>
            <ac:cxnSpMk id="47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5:50.693" v="2579" actId="26606"/>
          <ac:cxnSpMkLst>
            <pc:docMk/>
            <pc:sldMk cId="1993337092" sldId="322"/>
            <ac:cxnSpMk id="51" creationId="{73D8893D-DEBE-4F67-901F-166F75E9C6E7}"/>
          </ac:cxnSpMkLst>
        </pc:cxnChg>
        <pc:cxnChg chg="add del">
          <ac:chgData name="Romain Rachenne" userId="d05ffb5d262588ec" providerId="LiveId" clId="{E3807FEB-92A2-45B9-8B5D-9C9F9C2445ED}" dt="2020-12-07T15:15:52.979" v="2581" actId="26606"/>
          <ac:cxnSpMkLst>
            <pc:docMk/>
            <pc:sldMk cId="1993337092" sldId="322"/>
            <ac:cxnSpMk id="5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5:54.037" v="2583" actId="26606"/>
          <ac:cxnSpMkLst>
            <pc:docMk/>
            <pc:sldMk cId="1993337092" sldId="322"/>
            <ac:cxnSpMk id="6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72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5:54.062" v="2584" actId="26606"/>
          <ac:cxnSpMkLst>
            <pc:docMk/>
            <pc:sldMk cId="1993337092" sldId="322"/>
            <ac:cxnSpMk id="74" creationId="{6B5B1DD8-6224-4137-8621-32982B00F9FC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6:57.434" v="3045"/>
        <pc:sldMkLst>
          <pc:docMk/>
          <pc:sldMk cId="3484099205" sldId="323"/>
        </pc:sldMkLst>
        <pc:spChg chg="mo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" creationId="{1FD163B8-A24B-404C-80E8-55934821F0FA}"/>
          </ac:spMkLst>
        </pc:spChg>
        <pc:spChg chg="del">
          <ac:chgData name="Romain Rachenne" userId="d05ffb5d262588ec" providerId="LiveId" clId="{E3807FEB-92A2-45B9-8B5D-9C9F9C2445ED}" dt="2020-12-07T13:31:59.652" v="2127"/>
          <ac:spMkLst>
            <pc:docMk/>
            <pc:sldMk cId="3484099205" sldId="323"/>
            <ac:spMk id="3" creationId="{D66507D2-96C6-4B3E-9650-352DD768F024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17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1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3:32:12.883" v="2130" actId="26606"/>
          <ac:spMkLst>
            <pc:docMk/>
            <pc:sldMk cId="3484099205" sldId="323"/>
            <ac:spMk id="23" creationId="{593ACC25-C262-417A-8AA9-0641C772BDB6}"/>
          </ac:spMkLst>
        </pc:spChg>
        <pc:picChg chg="add del mod">
          <ac:chgData name="Romain Rachenne" userId="d05ffb5d262588ec" providerId="LiveId" clId="{E3807FEB-92A2-45B9-8B5D-9C9F9C2445ED}" dt="2020-12-07T13:32:09.404" v="2128" actId="478"/>
          <ac:picMkLst>
            <pc:docMk/>
            <pc:sldMk cId="3484099205" sldId="323"/>
            <ac:picMk id="4" creationId="{0C1C2CBE-DC00-432E-B3BC-4C37248AA48D}"/>
          </ac:picMkLst>
        </pc:picChg>
        <pc:picChg chg="add del mod">
          <ac:chgData name="Romain Rachenne" userId="d05ffb5d262588ec" providerId="LiveId" clId="{E3807FEB-92A2-45B9-8B5D-9C9F9C2445ED}" dt="2020-12-07T13:32:10.586" v="2129" actId="478"/>
          <ac:picMkLst>
            <pc:docMk/>
            <pc:sldMk cId="3484099205" sldId="323"/>
            <ac:picMk id="5" creationId="{63852A32-40D5-4AA9-8A81-AF563C62D12D}"/>
          </ac:picMkLst>
        </pc:picChg>
        <pc:picChg chg="add mod">
          <ac:chgData name="Romain Rachenne" userId="d05ffb5d262588ec" providerId="LiveId" clId="{E3807FEB-92A2-45B9-8B5D-9C9F9C2445ED}" dt="2020-12-07T13:32:12.883" v="2130" actId="26606"/>
          <ac:picMkLst>
            <pc:docMk/>
            <pc:sldMk cId="3484099205" sldId="323"/>
            <ac:picMk id="6" creationId="{F3BA9CF5-E530-4646-8BC1-ECBEEBFF26CF}"/>
          </ac:picMkLst>
        </pc:picChg>
        <pc:picChg chg="add mod">
          <ac:chgData name="Romain Rachenne" userId="d05ffb5d262588ec" providerId="LiveId" clId="{E3807FEB-92A2-45B9-8B5D-9C9F9C2445ED}" dt="2020-12-07T15:16:11.276" v="2588" actId="1036"/>
          <ac:picMkLst>
            <pc:docMk/>
            <pc:sldMk cId="3484099205" sldId="323"/>
            <ac:picMk id="14" creationId="{7517EC85-F4D9-49A7-8445-412E0E0DAA8B}"/>
          </ac:picMkLst>
        </pc:picChg>
        <pc:picChg chg="add mod">
          <ac:chgData name="Romain Rachenne" userId="d05ffb5d262588ec" providerId="LiveId" clId="{E3807FEB-92A2-45B9-8B5D-9C9F9C2445ED}" dt="2020-12-07T15:17:59.025" v="2626"/>
          <ac:picMkLst>
            <pc:docMk/>
            <pc:sldMk cId="3484099205" sldId="323"/>
            <ac:picMk id="16" creationId="{91BC759D-8FDE-496C-8D80-A94F3D684C42}"/>
          </ac:picMkLst>
        </pc:picChg>
        <pc:picChg chg="add mod">
          <ac:chgData name="Romain Rachenne" userId="d05ffb5d262588ec" providerId="LiveId" clId="{E3807FEB-92A2-45B9-8B5D-9C9F9C2445ED}" dt="2020-12-09T14:06:57.434" v="3045"/>
          <ac:picMkLst>
            <pc:docMk/>
            <pc:sldMk cId="3484099205" sldId="323"/>
            <ac:picMk id="18" creationId="{9BA494E2-50F1-42CA-B121-B494A83AC6F6}"/>
          </ac:picMkLst>
        </pc:picChg>
        <pc:cxnChg chg="add">
          <ac:chgData name="Romain Rachenne" userId="d05ffb5d262588ec" providerId="LiveId" clId="{E3807FEB-92A2-45B9-8B5D-9C9F9C2445ED}" dt="2020-12-07T13:32:12.883" v="2130" actId="26606"/>
          <ac:cxnSpMkLst>
            <pc:docMk/>
            <pc:sldMk cId="3484099205" sldId="323"/>
            <ac:cxnSpMk id="1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3:32:12.883" v="2130" actId="26606"/>
          <ac:cxnSpMkLst>
            <pc:docMk/>
            <pc:sldMk cId="3484099205" sldId="323"/>
            <ac:cxnSpMk id="19" creationId="{5C6A2BAE-B461-4B55-8E1F-0722ABDD1393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29:01.039" v="3145" actId="20577"/>
        <pc:sldMkLst>
          <pc:docMk/>
          <pc:sldMk cId="2146091089" sldId="324"/>
        </pc:sldMkLst>
        <pc:spChg chg="mod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2" creationId="{D11FAE35-D882-4808-BC79-41E636B7A22D}"/>
          </ac:spMkLst>
        </pc:spChg>
        <pc:spChg chg="del mod">
          <ac:chgData name="Romain Rachenne" userId="d05ffb5d262588ec" providerId="LiveId" clId="{E3807FEB-92A2-45B9-8B5D-9C9F9C2445ED}" dt="2020-12-06T23:22:47.798" v="1668" actId="26606"/>
          <ac:spMkLst>
            <pc:docMk/>
            <pc:sldMk cId="2146091089" sldId="324"/>
            <ac:spMk id="3" creationId="{DFD8851E-4531-47C6-BA50-1A14699E2FBC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0:14.593" v="2653" actId="26606"/>
          <ac:spMkLst>
            <pc:docMk/>
            <pc:sldMk cId="2146091089" sldId="324"/>
            <ac:spMk id="13" creationId="{B7AF614F-5BC3-4086-99F5-B87C5847A071}"/>
          </ac:spMkLst>
        </pc:spChg>
        <pc:graphicFrameChg chg="add mod ord modGraphic">
          <ac:chgData name="Romain Rachenne" userId="d05ffb5d262588ec" providerId="LiveId" clId="{E3807FEB-92A2-45B9-8B5D-9C9F9C2445ED}" dt="2020-12-09T14:29:01.039" v="3145" actId="20577"/>
          <ac:graphicFrameMkLst>
            <pc:docMk/>
            <pc:sldMk cId="2146091089" sldId="324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0:14.593" v="2653" actId="26606"/>
          <ac:picMkLst>
            <pc:docMk/>
            <pc:sldMk cId="2146091089" sldId="324"/>
            <ac:picMk id="7" creationId="{4CA2FCE9-FE1D-468A-8803-E06C191D7016}"/>
          </ac:picMkLst>
        </pc:picChg>
        <pc:picChg chg="add mod">
          <ac:chgData name="Romain Rachenne" userId="d05ffb5d262588ec" providerId="LiveId" clId="{E3807FEB-92A2-45B9-8B5D-9C9F9C2445ED}" dt="2020-12-07T15:20:14.593" v="2653" actId="26606"/>
          <ac:picMkLst>
            <pc:docMk/>
            <pc:sldMk cId="2146091089" sldId="324"/>
            <ac:picMk id="8" creationId="{0F1090E9-E53B-47B7-A097-9E493B518423}"/>
          </ac:picMkLst>
        </pc:picChg>
        <pc:picChg chg="add mod">
          <ac:chgData name="Romain Rachenne" userId="d05ffb5d262588ec" providerId="LiveId" clId="{E3807FEB-92A2-45B9-8B5D-9C9F9C2445ED}" dt="2020-12-09T14:07:46.332" v="3055"/>
          <ac:picMkLst>
            <pc:docMk/>
            <pc:sldMk cId="2146091089" sldId="324"/>
            <ac:picMk id="9" creationId="{96E47F7F-B6B7-484F-A1D1-6F1043EA339E}"/>
          </ac:picMkLst>
        </pc:picChg>
        <pc:picChg chg="add mod">
          <ac:chgData name="Romain Rachenne" userId="d05ffb5d262588ec" providerId="LiveId" clId="{E3807FEB-92A2-45B9-8B5D-9C9F9C2445ED}" dt="2020-12-07T15:21:21.239" v="2662"/>
          <ac:picMkLst>
            <pc:docMk/>
            <pc:sldMk cId="2146091089" sldId="324"/>
            <ac:picMk id="10" creationId="{53A02A1E-FD16-4646-9690-F699FD39A32D}"/>
          </ac:picMkLst>
        </pc:picChg>
      </pc:sldChg>
      <pc:sldChg chg="modSp new del mod ord">
        <pc:chgData name="Romain Rachenne" userId="d05ffb5d262588ec" providerId="LiveId" clId="{E3807FEB-92A2-45B9-8B5D-9C9F9C2445ED}" dt="2020-12-06T22:55:12.782" v="395" actId="47"/>
        <pc:sldMkLst>
          <pc:docMk/>
          <pc:sldMk cId="1890038083" sldId="325"/>
        </pc:sldMkLst>
        <pc:spChg chg="mod">
          <ac:chgData name="Romain Rachenne" userId="d05ffb5d262588ec" providerId="LiveId" clId="{E3807FEB-92A2-45B9-8B5D-9C9F9C2445ED}" dt="2020-12-06T22:43:42.772" v="168" actId="20577"/>
          <ac:spMkLst>
            <pc:docMk/>
            <pc:sldMk cId="1890038083" sldId="325"/>
            <ac:spMk id="3" creationId="{CBA6F84F-9DF1-43BC-9183-BDAED2370CC4}"/>
          </ac:spMkLst>
        </pc:spChg>
      </pc:sldChg>
      <pc:sldChg chg="addSp delSp modSp new mod modTransition setBg">
        <pc:chgData name="Romain Rachenne" userId="d05ffb5d262588ec" providerId="LiveId" clId="{E3807FEB-92A2-45B9-8B5D-9C9F9C2445ED}" dt="2020-12-09T14:07:02.015" v="3047"/>
        <pc:sldMkLst>
          <pc:docMk/>
          <pc:sldMk cId="4216515687" sldId="326"/>
        </pc:sldMkLst>
        <pc:spChg chg="mod">
          <ac:chgData name="Romain Rachenne" userId="d05ffb5d262588ec" providerId="LiveId" clId="{E3807FEB-92A2-45B9-8B5D-9C9F9C2445ED}" dt="2020-12-07T15:17:02.062" v="2606" actId="26606"/>
          <ac:spMkLst>
            <pc:docMk/>
            <pc:sldMk cId="4216515687" sldId="326"/>
            <ac:spMk id="2" creationId="{46AF1247-B4C0-4993-A016-FF6DF7D9A8D1}"/>
          </ac:spMkLst>
        </pc:spChg>
        <pc:spChg chg="del mod">
          <ac:chgData name="Romain Rachenne" userId="d05ffb5d262588ec" providerId="LiveId" clId="{E3807FEB-92A2-45B9-8B5D-9C9F9C2445ED}" dt="2020-12-06T23:05:00.890" v="876" actId="26606"/>
          <ac:spMkLst>
            <pc:docMk/>
            <pc:sldMk cId="4216515687" sldId="326"/>
            <ac:spMk id="3" creationId="{EB686F66-36AD-4C38-A50C-12F2AF3EFFA3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0" creationId="{A6B16355-27FB-445B-B646-02AB73637459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4" creationId="{6B3BF2E5-C3AB-441F-A430-491119C56D26}"/>
          </ac:spMkLst>
        </pc:spChg>
        <pc:spChg chg="add del">
          <ac:chgData name="Romain Rachenne" userId="d05ffb5d262588ec" providerId="LiveId" clId="{E3807FEB-92A2-45B9-8B5D-9C9F9C2445ED}" dt="2020-12-06T23:05:31.338" v="884" actId="26606"/>
          <ac:spMkLst>
            <pc:docMk/>
            <pc:sldMk cId="4216515687" sldId="326"/>
            <ac:spMk id="16" creationId="{DD07C90B-B81A-473B-8919-CA924E61FFCF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18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19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6T23:05:36.626" v="886" actId="26606"/>
          <ac:spMkLst>
            <pc:docMk/>
            <pc:sldMk cId="4216515687" sldId="326"/>
            <ac:spMk id="20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2" creationId="{F9E80720-23E6-4B89-B77E-04A7689F1BA8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3" creationId="{CD1D3CA1-3EB6-41F3-A419-8424B56BE63A}"/>
          </ac:spMkLst>
        </pc:spChg>
        <pc:spChg chg="add del">
          <ac:chgData name="Romain Rachenne" userId="d05ffb5d262588ec" providerId="LiveId" clId="{E3807FEB-92A2-45B9-8B5D-9C9F9C2445ED}" dt="2020-12-06T23:05:38.459" v="888" actId="26606"/>
          <ac:spMkLst>
            <pc:docMk/>
            <pc:sldMk cId="4216515687" sldId="326"/>
            <ac:spMk id="24" creationId="{4D87F7B2-AA36-4B58-BC2C-1BBA135E8B6B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6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7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16:34.725" v="2596" actId="26606"/>
          <ac:spMkLst>
            <pc:docMk/>
            <pc:sldMk cId="4216515687" sldId="326"/>
            <ac:spMk id="28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3" creationId="{A6B16355-27FB-445B-B646-02AB73637459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7" creationId="{6B3BF2E5-C3AB-441F-A430-491119C56D26}"/>
          </ac:spMkLst>
        </pc:spChg>
        <pc:spChg chg="add del">
          <ac:chgData name="Romain Rachenne" userId="d05ffb5d262588ec" providerId="LiveId" clId="{E3807FEB-92A2-45B9-8B5D-9C9F9C2445ED}" dt="2020-12-07T15:16:48.121" v="2601" actId="26606"/>
          <ac:spMkLst>
            <pc:docMk/>
            <pc:sldMk cId="4216515687" sldId="326"/>
            <ac:spMk id="39" creationId="{DD07C90B-B81A-473B-8919-CA924E61FFCF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4" creationId="{F9E80720-23E6-4B89-B77E-04A7689F1BA8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6" creationId="{CD1D3CA1-3EB6-41F3-A419-8424B56BE63A}"/>
          </ac:spMkLst>
        </pc:spChg>
        <pc:spChg chg="add del">
          <ac:chgData name="Romain Rachenne" userId="d05ffb5d262588ec" providerId="LiveId" clId="{E3807FEB-92A2-45B9-8B5D-9C9F9C2445ED}" dt="2020-12-07T15:16:48.084" v="2600" actId="26606"/>
          <ac:spMkLst>
            <pc:docMk/>
            <pc:sldMk cId="4216515687" sldId="326"/>
            <ac:spMk id="48" creationId="{4D87F7B2-AA36-4B58-BC2C-1BBA135E8B6B}"/>
          </ac:spMkLst>
        </pc:spChg>
        <pc:spChg chg="add del">
          <ac:chgData name="Romain Rachenne" userId="d05ffb5d262588ec" providerId="LiveId" clId="{E3807FEB-92A2-45B9-8B5D-9C9F9C2445ED}" dt="2020-12-07T15:17:02.062" v="2606" actId="26606"/>
          <ac:spMkLst>
            <pc:docMk/>
            <pc:sldMk cId="4216515687" sldId="326"/>
            <ac:spMk id="50" creationId="{63E00694-E403-4987-8634-15F6D8E4C38C}"/>
          </ac:spMkLst>
        </pc:spChg>
        <pc:graphicFrameChg chg="add mod ord modGraphic">
          <ac:chgData name="Romain Rachenne" userId="d05ffb5d262588ec" providerId="LiveId" clId="{E3807FEB-92A2-45B9-8B5D-9C9F9C2445ED}" dt="2020-12-07T15:17:02.062" v="2606" actId="26606"/>
          <ac:graphicFrameMkLst>
            <pc:docMk/>
            <pc:sldMk cId="4216515687" sldId="326"/>
            <ac:graphicFrameMk id="5" creationId="{80FCEE63-5BEC-4D47-82C5-FBDE9F3FF032}"/>
          </ac:graphicFrameMkLst>
        </pc:graphicFrameChg>
        <pc:picChg chg="add mod">
          <ac:chgData name="Romain Rachenne" userId="d05ffb5d262588ec" providerId="LiveId" clId="{E3807FEB-92A2-45B9-8B5D-9C9F9C2445ED}" dt="2020-12-09T14:07:02.015" v="3047"/>
          <ac:picMkLst>
            <pc:docMk/>
            <pc:sldMk cId="4216515687" sldId="326"/>
            <ac:picMk id="6" creationId="{66DBFC6B-5734-43B5-83C1-14582FFA7B46}"/>
          </ac:picMkLst>
        </pc:picChg>
        <pc:picChg chg="add mod">
          <ac:chgData name="Romain Rachenne" userId="d05ffb5d262588ec" providerId="LiveId" clId="{E3807FEB-92A2-45B9-8B5D-9C9F9C2445ED}" dt="2020-12-07T15:16:13.943" v="2590"/>
          <ac:picMkLst>
            <pc:docMk/>
            <pc:sldMk cId="4216515687" sldId="326"/>
            <ac:picMk id="7" creationId="{9AC1B0EF-BCE5-438B-BA73-7C1721107EBD}"/>
          </ac:picMkLst>
        </pc:picChg>
        <pc:picChg chg="add mod">
          <ac:chgData name="Romain Rachenne" userId="d05ffb5d262588ec" providerId="LiveId" clId="{E3807FEB-92A2-45B9-8B5D-9C9F9C2445ED}" dt="2020-12-07T15:18:01.567" v="2628"/>
          <ac:picMkLst>
            <pc:docMk/>
            <pc:sldMk cId="4216515687" sldId="326"/>
            <ac:picMk id="16" creationId="{BC2B23B3-C4F6-4BAB-B417-068D1F0C55AD}"/>
          </ac:picMkLst>
        </pc:picChg>
        <pc:cxnChg chg="add del">
          <ac:chgData name="Romain Rachenne" userId="d05ffb5d262588ec" providerId="LiveId" clId="{E3807FEB-92A2-45B9-8B5D-9C9F9C2445ED}" dt="2020-12-06T23:05:31.338" v="884" actId="26606"/>
          <ac:cxnSpMkLst>
            <pc:docMk/>
            <pc:sldMk cId="4216515687" sldId="326"/>
            <ac:cxnSpMk id="12" creationId="{06DA680F-F6AC-453E-A8BF-C5BDED2851DE}"/>
          </ac:cxnSpMkLst>
        </pc:cxnChg>
        <pc:cxnChg chg="add del">
          <ac:chgData name="Romain Rachenne" userId="d05ffb5d262588ec" providerId="LiveId" clId="{E3807FEB-92A2-45B9-8B5D-9C9F9C2445ED}" dt="2020-12-07T15:16:48.121" v="2601" actId="26606"/>
          <ac:cxnSpMkLst>
            <pc:docMk/>
            <pc:sldMk cId="4216515687" sldId="326"/>
            <ac:cxnSpMk id="35" creationId="{06DA680F-F6AC-453E-A8BF-C5BDED2851DE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42.876" v="3053"/>
        <pc:sldMkLst>
          <pc:docMk/>
          <pc:sldMk cId="3547788640" sldId="327"/>
        </pc:sldMkLst>
        <pc:spChg chg="mod or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2" creationId="{8F552E0A-D2E0-4415-A747-48569702A124}"/>
          </ac:spMkLst>
        </pc:spChg>
        <pc:spChg chg="del">
          <ac:chgData name="Romain Rachenne" userId="d05ffb5d262588ec" providerId="LiveId" clId="{E3807FEB-92A2-45B9-8B5D-9C9F9C2445ED}" dt="2020-12-06T23:18:21.932" v="1317" actId="478"/>
          <ac:spMkLst>
            <pc:docMk/>
            <pc:sldMk cId="3547788640" sldId="327"/>
            <ac:spMk id="3" creationId="{C71DCF54-DBA5-4F6A-B91E-EEE8C1F2E501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9:13.812" v="1330" actId="26606"/>
          <ac:spMkLst>
            <pc:docMk/>
            <pc:sldMk cId="3547788640" sldId="327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3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4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6" creationId="{F452A527-3631-41ED-858D-3777A7D1496A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8" creationId="{F85B92BC-678C-4E14-97E6-3227DEF86371}"/>
          </ac:spMkLst>
        </pc:spChg>
        <pc:spChg chg="add del">
          <ac:chgData name="Romain Rachenne" userId="d05ffb5d262588ec" providerId="LiveId" clId="{E3807FEB-92A2-45B9-8B5D-9C9F9C2445ED}" dt="2020-12-07T13:37:51.239" v="2193" actId="26606"/>
          <ac:spMkLst>
            <pc:docMk/>
            <pc:sldMk cId="3547788640" sldId="327"/>
            <ac:spMk id="29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34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36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0" creationId="{5AE6C737-FF55-4064-94B7-0B21D2EB6045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4" creationId="{D8218D9F-38B6-4AE0-9051-5434D19A5277}"/>
          </ac:spMkLst>
        </pc:spChg>
        <pc:spChg chg="add del">
          <ac:chgData name="Romain Rachenne" userId="d05ffb5d262588ec" providerId="LiveId" clId="{E3807FEB-92A2-45B9-8B5D-9C9F9C2445ED}" dt="2020-12-07T15:04:48.955" v="2527" actId="26606"/>
          <ac:spMkLst>
            <pc:docMk/>
            <pc:sldMk cId="3547788640" sldId="327"/>
            <ac:spMk id="46" creationId="{2D3DCA99-84AF-487A-BF72-91C5FA6B0B70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1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7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59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1" creationId="{81A36F1F-EEAE-48D1-A1FB-BD6FC8506B4E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6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6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2" creationId="{5AE6C737-FF55-4064-94B7-0B21D2EB6045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6" creationId="{D8218D9F-38B6-4AE0-9051-5434D19A5277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77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18:42.320" v="2640" actId="26606"/>
          <ac:spMkLst>
            <pc:docMk/>
            <pc:sldMk cId="3547788640" sldId="327"/>
            <ac:spMk id="78" creationId="{2D3DCA99-84AF-487A-BF72-91C5FA6B0B70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81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8:26.808" v="1320" actId="26606"/>
          <ac:spMkLst>
            <pc:docMk/>
            <pc:sldMk cId="3547788640" sldId="327"/>
            <ac:spMk id="83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2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5" creationId="{F452A527-3631-41ED-858D-3777A7D1496A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7" creationId="{F85B92BC-678C-4E14-97E6-3227DEF86371}"/>
          </ac:spMkLst>
        </pc:spChg>
        <pc:spChg chg="add del">
          <ac:chgData name="Romain Rachenne" userId="d05ffb5d262588ec" providerId="LiveId" clId="{E3807FEB-92A2-45B9-8B5D-9C9F9C2445ED}" dt="2020-12-06T23:18:28.335" v="1322" actId="26606"/>
          <ac:spMkLst>
            <pc:docMk/>
            <pc:sldMk cId="3547788640" sldId="327"/>
            <ac:spMk id="2058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0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1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3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4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6T23:18:31.188" v="1324" actId="26606"/>
          <ac:spMkLst>
            <pc:docMk/>
            <pc:sldMk cId="3547788640" sldId="327"/>
            <ac:spMk id="2065" creationId="{81A36F1F-EEAE-48D1-A1FB-BD6FC8506B4E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67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6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0" creationId="{A9286AD2-18A9-4868-A4E3-7A2097A20810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2" creationId="{1AB8ECB2-FB64-476F-A62F-36D68C8C7C60}"/>
          </ac:spMkLst>
        </pc:spChg>
        <pc:spChg chg="add del">
          <ac:chgData name="Romain Rachenne" userId="d05ffb5d262588ec" providerId="LiveId" clId="{E3807FEB-92A2-45B9-8B5D-9C9F9C2445ED}" dt="2020-12-06T23:18:32.525" v="1326" actId="26606"/>
          <ac:spMkLst>
            <pc:docMk/>
            <pc:sldMk cId="3547788640" sldId="327"/>
            <ac:spMk id="2073" creationId="{289CEAD5-ED2F-4675-9E4C-80B8A0E8A0A1}"/>
          </ac:spMkLst>
        </pc:spChg>
        <pc:picChg chg="add mod ord">
          <ac:chgData name="Romain Rachenne" userId="d05ffb5d262588ec" providerId="LiveId" clId="{E3807FEB-92A2-45B9-8B5D-9C9F9C2445ED}" dt="2020-12-07T15:18:42.320" v="2640" actId="26606"/>
          <ac:picMkLst>
            <pc:docMk/>
            <pc:sldMk cId="3547788640" sldId="327"/>
            <ac:picMk id="4" creationId="{F6E076CD-4288-4750-B4DE-046ABEBE8605}"/>
          </ac:picMkLst>
        </pc:picChg>
        <pc:picChg chg="add mod">
          <ac:chgData name="Romain Rachenne" userId="d05ffb5d262588ec" providerId="LiveId" clId="{E3807FEB-92A2-45B9-8B5D-9C9F9C2445ED}" dt="2020-12-09T14:07:42.876" v="3053"/>
          <ac:picMkLst>
            <pc:docMk/>
            <pc:sldMk cId="3547788640" sldId="327"/>
            <ac:picMk id="13" creationId="{B7FA7FC9-4A39-4E42-A3E7-984B17221629}"/>
          </ac:picMkLst>
        </pc:picChg>
        <pc:picChg chg="add mod">
          <ac:chgData name="Romain Rachenne" userId="d05ffb5d262588ec" providerId="LiveId" clId="{E3807FEB-92A2-45B9-8B5D-9C9F9C2445ED}" dt="2020-12-07T15:17:20.681" v="2611"/>
          <ac:picMkLst>
            <pc:docMk/>
            <pc:sldMk cId="3547788640" sldId="327"/>
            <ac:picMk id="30" creationId="{7AD1589B-7682-4242-AB57-2A75A509212B}"/>
          </ac:picMkLst>
        </pc:picChg>
        <pc:picChg chg="add mod">
          <ac:chgData name="Romain Rachenne" userId="d05ffb5d262588ec" providerId="LiveId" clId="{E3807FEB-92A2-45B9-8B5D-9C9F9C2445ED}" dt="2020-12-07T15:18:46.040" v="2641"/>
          <ac:picMkLst>
            <pc:docMk/>
            <pc:sldMk cId="3547788640" sldId="327"/>
            <ac:picMk id="32" creationId="{025D31EF-0089-406E-A6FA-2BEC06ADACCF}"/>
          </ac:picMkLst>
        </pc:picChg>
        <pc:picChg chg="add del mod">
          <ac:chgData name="Romain Rachenne" userId="d05ffb5d262588ec" providerId="LiveId" clId="{E3807FEB-92A2-45B9-8B5D-9C9F9C2445ED}" dt="2020-12-06T23:19:11.109" v="1327" actId="478"/>
          <ac:picMkLst>
            <pc:docMk/>
            <pc:sldMk cId="3547788640" sldId="327"/>
            <ac:picMk id="2050" creationId="{236AA07E-AD18-4A8F-926A-61ADA718CFF2}"/>
          </ac:picMkLst>
        </pc:picChg>
        <pc:cxnChg chg="add del">
          <ac:chgData name="Romain Rachenne" userId="d05ffb5d262588ec" providerId="LiveId" clId="{E3807FEB-92A2-45B9-8B5D-9C9F9C2445ED}" dt="2020-12-06T23:19:13.812" v="1330" actId="26606"/>
          <ac:cxnSpMkLst>
            <pc:docMk/>
            <pc:sldMk cId="3547788640" sldId="327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9:13.812" v="1330" actId="26606"/>
          <ac:cxnSpMkLst>
            <pc:docMk/>
            <pc:sldMk cId="3547788640" sldId="327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7T13:37:51.239" v="2193" actId="26606"/>
          <ac:cxnSpMkLst>
            <pc:docMk/>
            <pc:sldMk cId="3547788640" sldId="327"/>
            <ac:cxnSpMk id="25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3:37:51.239" v="2193" actId="26606"/>
          <ac:cxnSpMkLst>
            <pc:docMk/>
            <pc:sldMk cId="3547788640" sldId="327"/>
            <ac:cxnSpMk id="27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7T15:04:48.955" v="2527" actId="26606"/>
          <ac:cxnSpMkLst>
            <pc:docMk/>
            <pc:sldMk cId="3547788640" sldId="327"/>
            <ac:cxnSpMk id="38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04:48.955" v="2527" actId="26606"/>
          <ac:cxnSpMkLst>
            <pc:docMk/>
            <pc:sldMk cId="3547788640" sldId="327"/>
            <ac:cxnSpMk id="42" creationId="{6B5B1DD8-6224-4137-8621-32982B00F9FC}"/>
          </ac:cxnSpMkLst>
        </pc:cxnChg>
        <pc:cxnChg chg="add del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55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70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8:42.320" v="2640" actId="26606"/>
          <ac:cxnSpMkLst>
            <pc:docMk/>
            <pc:sldMk cId="3547788640" sldId="327"/>
            <ac:cxnSpMk id="74" creationId="{6B5B1DD8-6224-4137-8621-32982B00F9FC}"/>
          </ac:cxnSpMkLst>
        </pc:cxnChg>
        <pc:cxnChg chg="add del">
          <ac:chgData name="Romain Rachenne" userId="d05ffb5d262588ec" providerId="LiveId" clId="{E3807FEB-92A2-45B9-8B5D-9C9F9C2445ED}" dt="2020-12-06T23:18:26.808" v="1320" actId="26606"/>
          <ac:cxnSpMkLst>
            <pc:docMk/>
            <pc:sldMk cId="3547788640" sldId="327"/>
            <ac:cxnSpMk id="75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8:26.808" v="1320" actId="26606"/>
          <ac:cxnSpMkLst>
            <pc:docMk/>
            <pc:sldMk cId="3547788640" sldId="327"/>
            <ac:cxnSpMk id="79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6T23:18:28.335" v="1322" actId="26606"/>
          <ac:cxnSpMkLst>
            <pc:docMk/>
            <pc:sldMk cId="3547788640" sldId="327"/>
            <ac:cxnSpMk id="2054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28.335" v="1322" actId="26606"/>
          <ac:cxnSpMkLst>
            <pc:docMk/>
            <pc:sldMk cId="3547788640" sldId="327"/>
            <ac:cxnSpMk id="2056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6T23:18:31.188" v="1324" actId="26606"/>
          <ac:cxnSpMkLst>
            <pc:docMk/>
            <pc:sldMk cId="3547788640" sldId="327"/>
            <ac:cxnSpMk id="2062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32.525" v="1326" actId="26606"/>
          <ac:cxnSpMkLst>
            <pc:docMk/>
            <pc:sldMk cId="3547788640" sldId="327"/>
            <ac:cxnSpMk id="206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18:32.525" v="1326" actId="26606"/>
          <ac:cxnSpMkLst>
            <pc:docMk/>
            <pc:sldMk cId="3547788640" sldId="327"/>
            <ac:cxnSpMk id="2071" creationId="{E7A7CD63-7EC3-44F3-95D0-595C4019FF24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05.474" v="3048"/>
        <pc:sldMkLst>
          <pc:docMk/>
          <pc:sldMk cId="3415019206" sldId="328"/>
        </pc:sldMkLst>
        <pc:spChg chg="mod or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2" creationId="{AB3130B8-E896-4D98-90EE-14249DAADCEB}"/>
          </ac:spMkLst>
        </pc:spChg>
        <pc:spChg chg="del">
          <ac:chgData name="Romain Rachenne" userId="d05ffb5d262588ec" providerId="LiveId" clId="{E3807FEB-92A2-45B9-8B5D-9C9F9C2445ED}" dt="2020-12-06T23:06:41.410" v="912" actId="26606"/>
          <ac:spMkLst>
            <pc:docMk/>
            <pc:sldMk cId="3415019206" sldId="328"/>
            <ac:spMk id="3" creationId="{09BC0152-87D9-44BC-8491-E3003C31C9D9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77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81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4:04.036" v="1019" actId="26606"/>
          <ac:spMkLst>
            <pc:docMk/>
            <pc:sldMk cId="3415019206" sldId="328"/>
            <ac:spMk id="83" creationId="{593ACC25-C262-417A-8AA9-0641C772BDB6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85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87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5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97" creationId="{D2644120-A6B9-4D5C-8A60-E2F4CC220E77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35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37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1" creationId="{A9286AD2-18A9-4868-A4E3-7A2097A20810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5" creationId="{1AB8ECB2-FB64-476F-A62F-36D68C8C7C60}"/>
          </ac:spMkLst>
        </pc:spChg>
        <pc:spChg chg="add del">
          <ac:chgData name="Romain Rachenne" userId="d05ffb5d262588ec" providerId="LiveId" clId="{E3807FEB-92A2-45B9-8B5D-9C9F9C2445ED}" dt="2020-12-06T23:33:34.552" v="2015" actId="26606"/>
          <ac:spMkLst>
            <pc:docMk/>
            <pc:sldMk cId="3415019206" sldId="328"/>
            <ac:spMk id="147" creationId="{289CEAD5-ED2F-4675-9E4C-80B8A0E8A0A1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2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5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6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6T23:33:33.603" v="2012" actId="26606"/>
          <ac:spMkLst>
            <pc:docMk/>
            <pc:sldMk cId="3415019206" sldId="328"/>
            <ac:spMk id="197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28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29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1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2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6T23:33:34.522" v="2014" actId="26606"/>
          <ac:spMkLst>
            <pc:docMk/>
            <pc:sldMk cId="3415019206" sldId="328"/>
            <ac:spMk id="1033" creationId="{81A36F1F-EEAE-48D1-A1FB-BD6FC8506B4E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6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8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3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19:05.155" v="2646" actId="26606"/>
          <ac:spMkLst>
            <pc:docMk/>
            <pc:sldMk cId="3415019206" sldId="328"/>
            <ac:spMk id="1040" creationId="{5AC4BE46-4A77-42FE-9D15-065CDB2F847C}"/>
          </ac:spMkLst>
        </pc:spChg>
        <pc:picChg chg="add mod">
          <ac:chgData name="Romain Rachenne" userId="d05ffb5d262588ec" providerId="LiveId" clId="{E3807FEB-92A2-45B9-8B5D-9C9F9C2445ED}" dt="2020-12-07T15:16:15.481" v="2591"/>
          <ac:picMkLst>
            <pc:docMk/>
            <pc:sldMk cId="3415019206" sldId="328"/>
            <ac:picMk id="10" creationId="{227AEB82-A5ED-4431-B875-97695B2842BF}"/>
          </ac:picMkLst>
        </pc:picChg>
        <pc:picChg chg="add del mod">
          <ac:chgData name="Romain Rachenne" userId="d05ffb5d262588ec" providerId="LiveId" clId="{E3807FEB-92A2-45B9-8B5D-9C9F9C2445ED}" dt="2020-12-07T15:19:03.183" v="2645" actId="478"/>
          <ac:picMkLst>
            <pc:docMk/>
            <pc:sldMk cId="3415019206" sldId="328"/>
            <ac:picMk id="11" creationId="{DFF77AED-D32B-47C3-A4EF-F534BED4D382}"/>
          </ac:picMkLst>
        </pc:picChg>
        <pc:picChg chg="add mod">
          <ac:chgData name="Romain Rachenne" userId="d05ffb5d262588ec" providerId="LiveId" clId="{E3807FEB-92A2-45B9-8B5D-9C9F9C2445ED}" dt="2020-12-09T14:07:05.474" v="3048"/>
          <ac:picMkLst>
            <pc:docMk/>
            <pc:sldMk cId="3415019206" sldId="328"/>
            <ac:picMk id="13" creationId="{38C97797-DDAD-4FCE-8B0F-83F38DE28A80}"/>
          </ac:picMkLst>
        </pc:picChg>
        <pc:picChg chg="add mod">
          <ac:chgData name="Romain Rachenne" userId="d05ffb5d262588ec" providerId="LiveId" clId="{E3807FEB-92A2-45B9-8B5D-9C9F9C2445ED}" dt="2020-12-07T15:19:06.958" v="2647"/>
          <ac:picMkLst>
            <pc:docMk/>
            <pc:sldMk cId="3415019206" sldId="328"/>
            <ac:picMk id="19" creationId="{B56D25A0-E81D-4E5F-AC88-A18A75B02903}"/>
          </ac:picMkLst>
        </pc:picChg>
        <pc:picChg chg="add mod ord">
          <ac:chgData name="Romain Rachenne" userId="d05ffb5d262588ec" providerId="LiveId" clId="{E3807FEB-92A2-45B9-8B5D-9C9F9C2445ED}" dt="2020-12-07T15:19:05.155" v="2646" actId="26606"/>
          <ac:picMkLst>
            <pc:docMk/>
            <pc:sldMk cId="3415019206" sldId="328"/>
            <ac:picMk id="1026" creationId="{5F3FB31E-5724-4A3F-8B4C-85F6E016F4B7}"/>
          </ac:picMkLst>
        </pc:picChg>
        <pc:cxnChg chg="add del">
          <ac:chgData name="Romain Rachenne" userId="d05ffb5d262588ec" providerId="LiveId" clId="{E3807FEB-92A2-45B9-8B5D-9C9F9C2445ED}" dt="2020-12-06T23:14:04.036" v="1019" actId="26606"/>
          <ac:cxnSpMkLst>
            <pc:docMk/>
            <pc:sldMk cId="3415019206" sldId="328"/>
            <ac:cxnSpMk id="75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4:04.036" v="1019" actId="26606"/>
          <ac:cxnSpMkLst>
            <pc:docMk/>
            <pc:sldMk cId="3415019206" sldId="328"/>
            <ac:cxnSpMk id="79" creationId="{5C6A2BAE-B461-4B55-8E1F-0722ABDD1393}"/>
          </ac:cxnSpMkLst>
        </pc:cxnChg>
        <pc:cxnChg chg="add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89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93" creationId="{D28A9C89-B313-458F-9C85-515930A51A93}"/>
          </ac:cxnSpMkLst>
        </pc:cxnChg>
        <pc:cxnChg chg="add del">
          <ac:chgData name="Romain Rachenne" userId="d05ffb5d262588ec" providerId="LiveId" clId="{E3807FEB-92A2-45B9-8B5D-9C9F9C2445ED}" dt="2020-12-06T23:33:34.552" v="2015" actId="26606"/>
          <ac:cxnSpMkLst>
            <pc:docMk/>
            <pc:sldMk cId="3415019206" sldId="328"/>
            <ac:cxnSpMk id="139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6T23:33:34.552" v="2015" actId="26606"/>
          <ac:cxnSpMkLst>
            <pc:docMk/>
            <pc:sldMk cId="3415019206" sldId="328"/>
            <ac:cxnSpMk id="143" creationId="{E7A7CD63-7EC3-44F3-95D0-595C4019FF24}"/>
          </ac:cxnSpMkLst>
        </pc:cxnChg>
        <pc:cxnChg chg="add del">
          <ac:chgData name="Romain Rachenne" userId="d05ffb5d262588ec" providerId="LiveId" clId="{E3807FEB-92A2-45B9-8B5D-9C9F9C2445ED}" dt="2020-12-06T23:33:33.603" v="2012" actId="26606"/>
          <ac:cxnSpMkLst>
            <pc:docMk/>
            <pc:sldMk cId="3415019206" sldId="328"/>
            <ac:cxnSpMk id="194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33:34.522" v="2014" actId="26606"/>
          <ac:cxnSpMkLst>
            <pc:docMk/>
            <pc:sldMk cId="3415019206" sldId="328"/>
            <ac:cxnSpMk id="1030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9:05.155" v="2646" actId="26606"/>
          <ac:cxnSpMkLst>
            <pc:docMk/>
            <pc:sldMk cId="3415019206" sldId="328"/>
            <ac:cxnSpMk id="1037" creationId="{7E1D4427-852B-4B37-8E76-0E9F1810BA2A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7:48.087" v="3056"/>
        <pc:sldMkLst>
          <pc:docMk/>
          <pc:sldMk cId="2576980164" sldId="329"/>
        </pc:sldMkLst>
        <pc:spChg chg="mod or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2" creationId="{2787197C-D96C-4991-BB48-A90B69FB2603}"/>
          </ac:spMkLst>
        </pc:spChg>
        <pc:spChg chg="del mod">
          <ac:chgData name="Romain Rachenne" userId="d05ffb5d262588ec" providerId="LiveId" clId="{E3807FEB-92A2-45B9-8B5D-9C9F9C2445ED}" dt="2020-12-06T23:21:37.871" v="1623" actId="478"/>
          <ac:spMkLst>
            <pc:docMk/>
            <pc:sldMk cId="2576980164" sldId="329"/>
            <ac:spMk id="3" creationId="{8D9A9A8E-EDDC-4639-9A74-6C034281EB9D}"/>
          </ac:spMkLst>
        </pc:spChg>
        <pc:spChg chg="add del mod">
          <ac:chgData name="Romain Rachenne" userId="d05ffb5d262588ec" providerId="LiveId" clId="{E3807FEB-92A2-45B9-8B5D-9C9F9C2445ED}" dt="2020-12-06T23:21:43.002" v="1625" actId="26606"/>
          <ac:spMkLst>
            <pc:docMk/>
            <pc:sldMk cId="2576980164" sldId="329"/>
            <ac:spMk id="5" creationId="{4D19CB9D-E260-41FF-9227-775D9F1C4783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7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7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81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35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37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1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5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5:21:33.852" v="2665" actId="26606"/>
          <ac:spMkLst>
            <pc:docMk/>
            <pc:sldMk cId="2576980164" sldId="329"/>
            <ac:spMk id="147" creationId="{593ACC25-C262-417A-8AA9-0641C772BDB6}"/>
          </ac:spMkLst>
        </pc:spChg>
        <pc:picChg chg="add mod">
          <ac:chgData name="Romain Rachenne" userId="d05ffb5d262588ec" providerId="LiveId" clId="{E3807FEB-92A2-45B9-8B5D-9C9F9C2445ED}" dt="2020-12-07T15:17:26.666" v="2614"/>
          <ac:picMkLst>
            <pc:docMk/>
            <pc:sldMk cId="2576980164" sldId="329"/>
            <ac:picMk id="10" creationId="{8CB8EF0D-15A2-4EB7-A57E-6584A7704474}"/>
          </ac:picMkLst>
        </pc:picChg>
        <pc:picChg chg="add del mod">
          <ac:chgData name="Romain Rachenne" userId="d05ffb5d262588ec" providerId="LiveId" clId="{E3807FEB-92A2-45B9-8B5D-9C9F9C2445ED}" dt="2020-12-07T15:21:31.226" v="2664" actId="478"/>
          <ac:picMkLst>
            <pc:docMk/>
            <pc:sldMk cId="2576980164" sldId="329"/>
            <ac:picMk id="11" creationId="{650C8833-8861-4C9E-B6D3-7C578B7CD05B}"/>
          </ac:picMkLst>
        </pc:picChg>
        <pc:picChg chg="add mod">
          <ac:chgData name="Romain Rachenne" userId="d05ffb5d262588ec" providerId="LiveId" clId="{E3807FEB-92A2-45B9-8B5D-9C9F9C2445ED}" dt="2020-12-09T14:07:48.087" v="3056"/>
          <ac:picMkLst>
            <pc:docMk/>
            <pc:sldMk cId="2576980164" sldId="329"/>
            <ac:picMk id="13" creationId="{88722104-AB2A-4773-A4B3-9E479C65C972}"/>
          </ac:picMkLst>
        </pc:picChg>
        <pc:picChg chg="add mod">
          <ac:chgData name="Romain Rachenne" userId="d05ffb5d262588ec" providerId="LiveId" clId="{E3807FEB-92A2-45B9-8B5D-9C9F9C2445ED}" dt="2020-12-07T15:21:36.667" v="2666"/>
          <ac:picMkLst>
            <pc:docMk/>
            <pc:sldMk cId="2576980164" sldId="329"/>
            <ac:picMk id="19" creationId="{3320A0B7-5AEB-4192-A42D-458DD208D459}"/>
          </ac:picMkLst>
        </pc:picChg>
        <pc:picChg chg="add mod ord">
          <ac:chgData name="Romain Rachenne" userId="d05ffb5d262588ec" providerId="LiveId" clId="{E3807FEB-92A2-45B9-8B5D-9C9F9C2445ED}" dt="2020-12-07T15:21:33.852" v="2665" actId="26606"/>
          <ac:picMkLst>
            <pc:docMk/>
            <pc:sldMk cId="2576980164" sldId="329"/>
            <ac:picMk id="3074" creationId="{0856E6F6-2414-4CD0-BBFD-344A997C3680}"/>
          </ac:picMkLst>
        </pc:picChg>
        <pc:cxnChg chg="add del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139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21:33.852" v="2665" actId="26606"/>
          <ac:cxnSpMkLst>
            <pc:docMk/>
            <pc:sldMk cId="2576980164" sldId="329"/>
            <ac:cxnSpMk id="143" creationId="{5C6A2BAE-B461-4B55-8E1F-0722ABDD1393}"/>
          </ac:cxnSpMkLst>
        </pc:cxnChg>
      </pc:sldChg>
      <pc:sldChg chg="new del">
        <pc:chgData name="Romain Rachenne" userId="d05ffb5d262588ec" providerId="LiveId" clId="{E3807FEB-92A2-45B9-8B5D-9C9F9C2445ED}" dt="2020-12-06T23:03:33.374" v="785" actId="47"/>
        <pc:sldMkLst>
          <pc:docMk/>
          <pc:sldMk cId="90053145" sldId="330"/>
        </pc:sldMkLst>
      </pc:sldChg>
      <pc:sldChg chg="addSp delSp modSp new mod ord modTransition setBg">
        <pc:chgData name="Romain Rachenne" userId="d05ffb5d262588ec" providerId="LiveId" clId="{E3807FEB-92A2-45B9-8B5D-9C9F9C2445ED}" dt="2020-12-09T14:07:35.470" v="3050"/>
        <pc:sldMkLst>
          <pc:docMk/>
          <pc:sldMk cId="845234078" sldId="331"/>
        </pc:sldMkLst>
        <pc:spChg chg="mod or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2" creationId="{52E7652C-AF54-4A5C-8C42-94B95AA0EE42}"/>
          </ac:spMkLst>
        </pc:spChg>
        <pc:spChg chg="del">
          <ac:chgData name="Romain Rachenne" userId="d05ffb5d262588ec" providerId="LiveId" clId="{E3807FEB-92A2-45B9-8B5D-9C9F9C2445ED}" dt="2020-12-06T23:13:29.824" v="996" actId="478"/>
          <ac:spMkLst>
            <pc:docMk/>
            <pc:sldMk cId="845234078" sldId="331"/>
            <ac:spMk id="3" creationId="{190610C5-3E11-4483-A943-18CD2B25E335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9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1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5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19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6T23:13:56" v="1018" actId="26606"/>
          <ac:spMkLst>
            <pc:docMk/>
            <pc:sldMk cId="845234078" sldId="331"/>
            <ac:spMk id="21" creationId="{593ACC25-C262-417A-8AA9-0641C772BDB6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26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28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32" creationId="{B76D919A-FC3E-4B4E-BAF0-ED6CFB8DC4AE}"/>
          </ac:spMkLst>
        </pc:spChg>
        <pc:spChg chg="add del">
          <ac:chgData name="Romain Rachenne" userId="d05ffb5d262588ec" providerId="LiveId" clId="{E3807FEB-92A2-45B9-8B5D-9C9F9C2445ED}" dt="2020-12-06T23:13:55.973" v="1017" actId="26606"/>
          <ac:spMkLst>
            <pc:docMk/>
            <pc:sldMk cId="845234078" sldId="331"/>
            <ac:spMk id="34" creationId="{8F66ACBD-1C82-4782-AA7C-05504DD7DE77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6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7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38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0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1" creationId="{984BBFDD-E720-4805-A9C8-129FBBF6DD70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6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48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2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6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18:53.654" v="2643" actId="26606"/>
          <ac:spMkLst>
            <pc:docMk/>
            <pc:sldMk cId="845234078" sldId="331"/>
            <ac:spMk id="58" creationId="{D2644120-A6B9-4D5C-8A60-E2F4CC220E77}"/>
          </ac:spMkLst>
        </pc:spChg>
        <pc:picChg chg="add mod ord">
          <ac:chgData name="Romain Rachenne" userId="d05ffb5d262588ec" providerId="LiveId" clId="{E3807FEB-92A2-45B9-8B5D-9C9F9C2445ED}" dt="2020-12-07T15:18:53.654" v="2643" actId="26606"/>
          <ac:picMkLst>
            <pc:docMk/>
            <pc:sldMk cId="845234078" sldId="331"/>
            <ac:picMk id="4" creationId="{594E7202-94E3-4A5F-B58B-AE68E1A46070}"/>
          </ac:picMkLst>
        </pc:picChg>
        <pc:picChg chg="add mod">
          <ac:chgData name="Romain Rachenne" userId="d05ffb5d262588ec" providerId="LiveId" clId="{E3807FEB-92A2-45B9-8B5D-9C9F9C2445ED}" dt="2020-12-07T15:17:16.027" v="2610"/>
          <ac:picMkLst>
            <pc:docMk/>
            <pc:sldMk cId="845234078" sldId="331"/>
            <ac:picMk id="10" creationId="{49C2BBB7-8A12-4528-8D0C-C32493B8ADF3}"/>
          </ac:picMkLst>
        </pc:picChg>
        <pc:picChg chg="add del mod">
          <ac:chgData name="Romain Rachenne" userId="d05ffb5d262588ec" providerId="LiveId" clId="{E3807FEB-92A2-45B9-8B5D-9C9F9C2445ED}" dt="2020-12-07T15:18:50.681" v="2642" actId="478"/>
          <ac:picMkLst>
            <pc:docMk/>
            <pc:sldMk cId="845234078" sldId="331"/>
            <ac:picMk id="11" creationId="{2D799C11-20C9-4B03-9A6F-DBAA8903EFC1}"/>
          </ac:picMkLst>
        </pc:picChg>
        <pc:picChg chg="add mod">
          <ac:chgData name="Romain Rachenne" userId="d05ffb5d262588ec" providerId="LiveId" clId="{E3807FEB-92A2-45B9-8B5D-9C9F9C2445ED}" dt="2020-12-09T14:07:35.470" v="3050"/>
          <ac:picMkLst>
            <pc:docMk/>
            <pc:sldMk cId="845234078" sldId="331"/>
            <ac:picMk id="13" creationId="{BCB6A1C4-3D93-488E-9E70-2B81DC294EF4}"/>
          </ac:picMkLst>
        </pc:picChg>
        <pc:picChg chg="add mod">
          <ac:chgData name="Romain Rachenne" userId="d05ffb5d262588ec" providerId="LiveId" clId="{E3807FEB-92A2-45B9-8B5D-9C9F9C2445ED}" dt="2020-12-07T15:18:55.707" v="2644"/>
          <ac:picMkLst>
            <pc:docMk/>
            <pc:sldMk cId="845234078" sldId="331"/>
            <ac:picMk id="19" creationId="{A5A04B06-025D-4F32-8095-CB6C5D5DEBEB}"/>
          </ac:picMkLst>
        </pc:picChg>
        <pc:cxnChg chg="add del">
          <ac:chgData name="Romain Rachenne" userId="d05ffb5d262588ec" providerId="LiveId" clId="{E3807FEB-92A2-45B9-8B5D-9C9F9C2445ED}" dt="2020-12-06T23:13:56" v="1018" actId="26606"/>
          <ac:cxnSpMkLst>
            <pc:docMk/>
            <pc:sldMk cId="845234078" sldId="331"/>
            <ac:cxnSpMk id="13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6T23:13:56" v="1018" actId="26606"/>
          <ac:cxnSpMkLst>
            <pc:docMk/>
            <pc:sldMk cId="845234078" sldId="331"/>
            <ac:cxnSpMk id="17" creationId="{5C6A2BAE-B461-4B55-8E1F-0722ABDD1393}"/>
          </ac:cxnSpMkLst>
        </pc:cxnChg>
        <pc:cxnChg chg="add del">
          <ac:chgData name="Romain Rachenne" userId="d05ffb5d262588ec" providerId="LiveId" clId="{E3807FEB-92A2-45B9-8B5D-9C9F9C2445ED}" dt="2020-12-06T23:13:55.973" v="1017" actId="26606"/>
          <ac:cxnSpMkLst>
            <pc:docMk/>
            <pc:sldMk cId="845234078" sldId="331"/>
            <ac:cxnSpMk id="30" creationId="{F5486A9D-1265-4B57-91E6-68E666B978BC}"/>
          </ac:cxnSpMkLst>
        </pc:cxnChg>
        <pc:cxnChg chg="add del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39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50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18:53.654" v="2643" actId="26606"/>
          <ac:cxnSpMkLst>
            <pc:docMk/>
            <pc:sldMk cId="845234078" sldId="331"/>
            <ac:cxnSpMk id="54" creationId="{D28A9C89-B313-458F-9C85-515930A51A93}"/>
          </ac:cxnSpMkLst>
        </pc:cxnChg>
      </pc:sldChg>
      <pc:sldChg chg="modSp new del mod ord">
        <pc:chgData name="Romain Rachenne" userId="d05ffb5d262588ec" providerId="LiveId" clId="{E3807FEB-92A2-45B9-8B5D-9C9F9C2445ED}" dt="2020-12-06T23:29:32.641" v="1796" actId="47"/>
        <pc:sldMkLst>
          <pc:docMk/>
          <pc:sldMk cId="692328046" sldId="332"/>
        </pc:sldMkLst>
        <pc:spChg chg="mod">
          <ac:chgData name="Romain Rachenne" userId="d05ffb5d262588ec" providerId="LiveId" clId="{E3807FEB-92A2-45B9-8B5D-9C9F9C2445ED}" dt="2020-12-06T23:14:36.213" v="1066" actId="20577"/>
          <ac:spMkLst>
            <pc:docMk/>
            <pc:sldMk cId="692328046" sldId="332"/>
            <ac:spMk id="2" creationId="{50B8FD14-1F6A-4D18-904D-8B8C262EDB31}"/>
          </ac:spMkLst>
        </pc:spChg>
        <pc:spChg chg="mod">
          <ac:chgData name="Romain Rachenne" userId="d05ffb5d262588ec" providerId="LiveId" clId="{E3807FEB-92A2-45B9-8B5D-9C9F9C2445ED}" dt="2020-12-06T23:17:54.301" v="1316" actId="6549"/>
          <ac:spMkLst>
            <pc:docMk/>
            <pc:sldMk cId="692328046" sldId="332"/>
            <ac:spMk id="3" creationId="{8860C470-8CE2-43F7-81FE-45BBB24D63B6}"/>
          </ac:spMkLst>
        </pc:spChg>
      </pc:sldChg>
      <pc:sldChg chg="addSp delSp modSp new mod ord modTransition setBg">
        <pc:chgData name="Romain Rachenne" userId="d05ffb5d262588ec" providerId="LiveId" clId="{E3807FEB-92A2-45B9-8B5D-9C9F9C2445ED}" dt="2020-12-09T14:07:07.430" v="3049"/>
        <pc:sldMkLst>
          <pc:docMk/>
          <pc:sldMk cId="17619743" sldId="333"/>
        </pc:sldMkLst>
        <pc:spChg chg="mo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" creationId="{EDAC7B71-94A3-4188-AD4A-F05DE6B8E1A3}"/>
          </ac:spMkLst>
        </pc:spChg>
        <pc:spChg chg="del mod">
          <ac:chgData name="Romain Rachenne" userId="d05ffb5d262588ec" providerId="LiveId" clId="{E3807FEB-92A2-45B9-8B5D-9C9F9C2445ED}" dt="2020-12-07T13:34:49.852" v="2139" actId="478"/>
          <ac:spMkLst>
            <pc:docMk/>
            <pc:sldMk cId="17619743" sldId="333"/>
            <ac:spMk id="3" creationId="{AC5B8F14-FBF3-44AB-A239-1D4620176A49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0" creationId="{BB2B8762-61F0-4F1B-9364-D633EE9D6AF5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2" creationId="{E97675C8-1328-460C-9EBF-6B446B67EAD3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6" creationId="{C6417104-D4C1-4710-9982-2154A7F48492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18" creationId="{626F1402-2DEC-4071-84AF-350C7BF00D43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2" creationId="{DA52A394-10F4-4AA5-90E4-634D1E919DBA}"/>
          </ac:spMkLst>
        </pc:spChg>
        <pc:spChg chg="add del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4" creationId="{07BDDC51-8BB2-42BE-8EA8-39B3E9AC1EF6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29" creationId="{BB2B8762-61F0-4F1B-9364-D633EE9D6AF5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1" creationId="{E97675C8-1328-460C-9EBF-6B446B67EAD3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5" creationId="{2AD83CFE-1CA3-4832-A4B9-C48CD1347C03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7" creationId="{BC98641C-7F74-435D-996F-A4387A3C3C26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39" creationId="{F530C0F6-C8DF-4539-B30C-8105DB618C20}"/>
          </ac:spMkLst>
        </pc:spChg>
        <pc:spChg chg="add">
          <ac:chgData name="Romain Rachenne" userId="d05ffb5d262588ec" providerId="LiveId" clId="{E3807FEB-92A2-45B9-8B5D-9C9F9C2445ED}" dt="2020-12-07T13:34:59.506" v="2143" actId="26606"/>
          <ac:spMkLst>
            <pc:docMk/>
            <pc:sldMk cId="17619743" sldId="333"/>
            <ac:spMk id="41" creationId="{BAE51241-AA8B-4B82-9C59-6738DB85674C}"/>
          </ac:spMkLst>
        </pc:spChg>
        <pc:picChg chg="add mod">
          <ac:chgData name="Romain Rachenne" userId="d05ffb5d262588ec" providerId="LiveId" clId="{E3807FEB-92A2-45B9-8B5D-9C9F9C2445ED}" dt="2020-12-07T13:34:52.356" v="2141" actId="26606"/>
          <ac:picMkLst>
            <pc:docMk/>
            <pc:sldMk cId="17619743" sldId="333"/>
            <ac:picMk id="4" creationId="{E6AF84C5-247A-4733-A78E-D659937EE9BD}"/>
          </ac:picMkLst>
        </pc:picChg>
        <pc:picChg chg="add mod">
          <ac:chgData name="Romain Rachenne" userId="d05ffb5d262588ec" providerId="LiveId" clId="{E3807FEB-92A2-45B9-8B5D-9C9F9C2445ED}" dt="2020-12-07T15:16:26.024" v="2595" actId="1076"/>
          <ac:picMkLst>
            <pc:docMk/>
            <pc:sldMk cId="17619743" sldId="333"/>
            <ac:picMk id="5" creationId="{5DC94739-4CD3-460C-BF54-747898F709CF}"/>
          </ac:picMkLst>
        </pc:picChg>
        <pc:picChg chg="add mod">
          <ac:chgData name="Romain Rachenne" userId="d05ffb5d262588ec" providerId="LiveId" clId="{E3807FEB-92A2-45B9-8B5D-9C9F9C2445ED}" dt="2020-12-09T14:07:07.430" v="3049"/>
          <ac:picMkLst>
            <pc:docMk/>
            <pc:sldMk cId="17619743" sldId="333"/>
            <ac:picMk id="14" creationId="{18F23642-EE02-4C5A-B535-C577D5EE817E}"/>
          </ac:picMkLst>
        </pc:picChg>
        <pc:picChg chg="add mod">
          <ac:chgData name="Romain Rachenne" userId="d05ffb5d262588ec" providerId="LiveId" clId="{E3807FEB-92A2-45B9-8B5D-9C9F9C2445ED}" dt="2020-12-07T15:16:17.791" v="2592"/>
          <ac:picMkLst>
            <pc:docMk/>
            <pc:sldMk cId="17619743" sldId="333"/>
            <ac:picMk id="21" creationId="{F51F75D3-4BAD-4179-A837-1F2964A436CD}"/>
          </ac:picMkLst>
        </pc:picChg>
        <pc:picChg chg="add mod">
          <ac:chgData name="Romain Rachenne" userId="d05ffb5d262588ec" providerId="LiveId" clId="{E3807FEB-92A2-45B9-8B5D-9C9F9C2445ED}" dt="2020-12-07T15:18:06.893" v="2630"/>
          <ac:picMkLst>
            <pc:docMk/>
            <pc:sldMk cId="17619743" sldId="333"/>
            <ac:picMk id="23" creationId="{14E0AB3C-4853-4334-A90E-2DA284D0DA8E}"/>
          </ac:picMkLst>
        </pc:picChg>
        <pc:cxnChg chg="add del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14" creationId="{514EE78B-AF71-4195-A01B-F1165D9233BF}"/>
          </ac:cxnSpMkLst>
        </pc:cxnChg>
        <pc:cxnChg chg="add del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20" creationId="{04733B62-1719-4677-A612-CA0AC0AD7482}"/>
          </ac:cxnSpMkLst>
        </pc:cxnChg>
        <pc:cxnChg chg="add">
          <ac:chgData name="Romain Rachenne" userId="d05ffb5d262588ec" providerId="LiveId" clId="{E3807FEB-92A2-45B9-8B5D-9C9F9C2445ED}" dt="2020-12-07T13:34:59.506" v="2143" actId="26606"/>
          <ac:cxnSpMkLst>
            <pc:docMk/>
            <pc:sldMk cId="17619743" sldId="333"/>
            <ac:cxnSpMk id="33" creationId="{514EE78B-AF71-4195-A01B-F1165D9233BF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6:59.887" v="3046"/>
        <pc:sldMkLst>
          <pc:docMk/>
          <pc:sldMk cId="4277785877" sldId="334"/>
        </pc:sldMkLst>
        <pc:spChg chg="mo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2" creationId="{F217BBEE-37DB-4022-8BBF-DF05E481D051}"/>
          </ac:spMkLst>
        </pc:spChg>
        <pc:spChg chg="del">
          <ac:chgData name="Romain Rachenne" userId="d05ffb5d262588ec" providerId="LiveId" clId="{E3807FEB-92A2-45B9-8B5D-9C9F9C2445ED}" dt="2020-12-07T13:32:34.155" v="2131" actId="478"/>
          <ac:spMkLst>
            <pc:docMk/>
            <pc:sldMk cId="4277785877" sldId="334"/>
            <ac:spMk id="3" creationId="{ADBF4179-5846-4243-81F0-431FCE5D8E46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7" creationId="{52C0B2E1-0268-42EC-ABD3-94F81A05BCBD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9" creationId="{7D2256B4-48EA-40FC-BBC0-AA1EE6E0080C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3" creationId="{8C6E698C-8155-4B8B-BDC9-B7299772B509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7" creationId="{8A549DE7-671D-4575-AF43-858FD99981CF}"/>
          </ac:spMkLst>
        </pc:spChg>
        <pc:spChg chg="add">
          <ac:chgData name="Romain Rachenne" userId="d05ffb5d262588ec" providerId="LiveId" clId="{E3807FEB-92A2-45B9-8B5D-9C9F9C2445ED}" dt="2020-12-07T13:32:41.256" v="2132" actId="26606"/>
          <ac:spMkLst>
            <pc:docMk/>
            <pc:sldMk cId="4277785877" sldId="334"/>
            <ac:spMk id="19" creationId="{C22D9B36-9BE7-472B-8808-7E0D6810738F}"/>
          </ac:spMkLst>
        </pc:spChg>
        <pc:picChg chg="add mod">
          <ac:chgData name="Romain Rachenne" userId="d05ffb5d262588ec" providerId="LiveId" clId="{E3807FEB-92A2-45B9-8B5D-9C9F9C2445ED}" dt="2020-12-07T15:16:12.545" v="2589"/>
          <ac:picMkLst>
            <pc:docMk/>
            <pc:sldMk cId="4277785877" sldId="334"/>
            <ac:picMk id="12" creationId="{F6F95B07-AC23-4ADC-9D01-9D4E128567A5}"/>
          </ac:picMkLst>
        </pc:picChg>
        <pc:picChg chg="add mod">
          <ac:chgData name="Romain Rachenne" userId="d05ffb5d262588ec" providerId="LiveId" clId="{E3807FEB-92A2-45B9-8B5D-9C9F9C2445ED}" dt="2020-12-07T15:18:00.280" v="2627"/>
          <ac:picMkLst>
            <pc:docMk/>
            <pc:sldMk cId="4277785877" sldId="334"/>
            <ac:picMk id="14" creationId="{5C310886-34A4-4CE4-8811-4A08C9DDDDAF}"/>
          </ac:picMkLst>
        </pc:picChg>
        <pc:picChg chg="add mod">
          <ac:chgData name="Romain Rachenne" userId="d05ffb5d262588ec" providerId="LiveId" clId="{E3807FEB-92A2-45B9-8B5D-9C9F9C2445ED}" dt="2020-12-09T14:06:59.887" v="3046"/>
          <ac:picMkLst>
            <pc:docMk/>
            <pc:sldMk cId="4277785877" sldId="334"/>
            <ac:picMk id="16" creationId="{61E000C2-6AEC-426B-BEEF-8E0A90A19F96}"/>
          </ac:picMkLst>
        </pc:picChg>
        <pc:cxnChg chg="add">
          <ac:chgData name="Romain Rachenne" userId="d05ffb5d262588ec" providerId="LiveId" clId="{E3807FEB-92A2-45B9-8B5D-9C9F9C2445ED}" dt="2020-12-07T13:32:41.256" v="2132" actId="26606"/>
          <ac:cxnSpMkLst>
            <pc:docMk/>
            <pc:sldMk cId="4277785877" sldId="334"/>
            <ac:cxnSpMk id="11" creationId="{3D44BCCA-102D-4A9D-B1E4-2450CAF0B05E}"/>
          </ac:cxnSpMkLst>
        </pc:cxnChg>
        <pc:cxnChg chg="add">
          <ac:chgData name="Romain Rachenne" userId="d05ffb5d262588ec" providerId="LiveId" clId="{E3807FEB-92A2-45B9-8B5D-9C9F9C2445ED}" dt="2020-12-07T13:32:41.256" v="2132" actId="26606"/>
          <ac:cxnSpMkLst>
            <pc:docMk/>
            <pc:sldMk cId="4277785877" sldId="334"/>
            <ac:cxnSpMk id="15" creationId="{09525C9A-1972-4836-BA7A-706C946EF4DA}"/>
          </ac:cxnSpMkLst>
        </pc:cxnChg>
      </pc:sldChg>
      <pc:sldChg chg="delSp modSp new del mod">
        <pc:chgData name="Romain Rachenne" userId="d05ffb5d262588ec" providerId="LiveId" clId="{E3807FEB-92A2-45B9-8B5D-9C9F9C2445ED}" dt="2020-12-07T13:33:08.072" v="2134" actId="47"/>
        <pc:sldMkLst>
          <pc:docMk/>
          <pc:sldMk cId="396112470" sldId="335"/>
        </pc:sldMkLst>
        <pc:spChg chg="mod">
          <ac:chgData name="Romain Rachenne" userId="d05ffb5d262588ec" providerId="LiveId" clId="{E3807FEB-92A2-45B9-8B5D-9C9F9C2445ED}" dt="2020-12-06T23:02:58.824" v="784" actId="20577"/>
          <ac:spMkLst>
            <pc:docMk/>
            <pc:sldMk cId="396112470" sldId="335"/>
            <ac:spMk id="2" creationId="{65C5A7FF-7B4F-4E6C-80B2-9BB97C925066}"/>
          </ac:spMkLst>
        </pc:spChg>
        <pc:spChg chg="del">
          <ac:chgData name="Romain Rachenne" userId="d05ffb5d262588ec" providerId="LiveId" clId="{E3807FEB-92A2-45B9-8B5D-9C9F9C2445ED}" dt="2020-12-07T13:32:57.640" v="2133" actId="478"/>
          <ac:spMkLst>
            <pc:docMk/>
            <pc:sldMk cId="396112470" sldId="335"/>
            <ac:spMk id="3" creationId="{908C16C1-08A0-4577-83FA-50134C5F75DD}"/>
          </ac:spMkLst>
        </pc:spChg>
      </pc:sldChg>
      <pc:sldChg chg="addSp delSp modSp new mod modTransition setBg">
        <pc:chgData name="Romain Rachenne" userId="d05ffb5d262588ec" providerId="LiveId" clId="{E3807FEB-92A2-45B9-8B5D-9C9F9C2445ED}" dt="2020-12-09T14:08:09.325" v="3064"/>
        <pc:sldMkLst>
          <pc:docMk/>
          <pc:sldMk cId="3193949044" sldId="336"/>
        </pc:sldMkLst>
        <pc:spChg chg="mo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2" creationId="{C4B1AA5B-4013-405D-98A4-605F7B6CE86E}"/>
          </ac:spMkLst>
        </pc:spChg>
        <pc:spChg chg="del">
          <ac:chgData name="Romain Rachenne" userId="d05ffb5d262588ec" providerId="LiveId" clId="{E3807FEB-92A2-45B9-8B5D-9C9F9C2445ED}" dt="2020-12-07T15:03:56.611" v="2517" actId="478"/>
          <ac:spMkLst>
            <pc:docMk/>
            <pc:sldMk cId="3193949044" sldId="336"/>
            <ac:spMk id="3" creationId="{86BBFA38-F91D-430C-AB1D-A862DF6B05D4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77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81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5:04:00.547" v="2520" actId="26606"/>
          <ac:spMkLst>
            <pc:docMk/>
            <pc:sldMk cId="3193949044" sldId="336"/>
            <ac:spMk id="83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5:17:45.101" v="2623"/>
          <ac:picMkLst>
            <pc:docMk/>
            <pc:sldMk cId="3193949044" sldId="336"/>
            <ac:picMk id="12" creationId="{380A92E8-C6F1-4FBB-B95F-A5B9FDEC4E86}"/>
          </ac:picMkLst>
        </pc:picChg>
        <pc:picChg chg="add mod">
          <ac:chgData name="Romain Rachenne" userId="d05ffb5d262588ec" providerId="LiveId" clId="{E3807FEB-92A2-45B9-8B5D-9C9F9C2445ED}" dt="2020-12-07T15:23:40.221" v="2686"/>
          <ac:picMkLst>
            <pc:docMk/>
            <pc:sldMk cId="3193949044" sldId="336"/>
            <ac:picMk id="13" creationId="{87908DB6-3EF4-42BC-8AB9-DCE1C5B55CCE}"/>
          </ac:picMkLst>
        </pc:picChg>
        <pc:picChg chg="add mod">
          <ac:chgData name="Romain Rachenne" userId="d05ffb5d262588ec" providerId="LiveId" clId="{E3807FEB-92A2-45B9-8B5D-9C9F9C2445ED}" dt="2020-12-09T14:08:09.325" v="3064"/>
          <ac:picMkLst>
            <pc:docMk/>
            <pc:sldMk cId="3193949044" sldId="336"/>
            <ac:picMk id="14" creationId="{BE6A4CE1-509C-4708-B9FD-FDA2FE861936}"/>
          </ac:picMkLst>
        </pc:picChg>
        <pc:picChg chg="add mod">
          <ac:chgData name="Romain Rachenne" userId="d05ffb5d262588ec" providerId="LiveId" clId="{E3807FEB-92A2-45B9-8B5D-9C9F9C2445ED}" dt="2020-12-07T15:04:00.547" v="2520" actId="26606"/>
          <ac:picMkLst>
            <pc:docMk/>
            <pc:sldMk cId="3193949044" sldId="336"/>
            <ac:picMk id="2050" creationId="{56D11FB5-E6E6-4162-A5D3-2DC1E6B8CA17}"/>
          </ac:picMkLst>
        </pc:picChg>
        <pc:cxnChg chg="add">
          <ac:chgData name="Romain Rachenne" userId="d05ffb5d262588ec" providerId="LiveId" clId="{E3807FEB-92A2-45B9-8B5D-9C9F9C2445ED}" dt="2020-12-07T15:04:00.547" v="2520" actId="26606"/>
          <ac:cxnSpMkLst>
            <pc:docMk/>
            <pc:sldMk cId="3193949044" sldId="336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4:00.547" v="2520" actId="26606"/>
          <ac:cxnSpMkLst>
            <pc:docMk/>
            <pc:sldMk cId="3193949044" sldId="336"/>
            <ac:cxnSpMk id="79" creationId="{6B5B1DD8-6224-4137-8621-32982B00F9FC}"/>
          </ac:cxnSpMkLst>
        </pc:cxnChg>
      </pc:sldChg>
      <pc:sldChg chg="addSp delSp modSp new mod ord modTransition setBg">
        <pc:chgData name="Romain Rachenne" userId="d05ffb5d262588ec" providerId="LiveId" clId="{E3807FEB-92A2-45B9-8B5D-9C9F9C2445ED}" dt="2020-12-09T14:08:00.149" v="3061"/>
        <pc:sldMkLst>
          <pc:docMk/>
          <pc:sldMk cId="3494313312" sldId="337"/>
        </pc:sldMkLst>
        <pc:spChg chg="mod or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2" creationId="{74DD36E0-8A12-479F-B870-48E8CD544641}"/>
          </ac:spMkLst>
        </pc:spChg>
        <pc:spChg chg="del mod">
          <ac:chgData name="Romain Rachenne" userId="d05ffb5d262588ec" providerId="LiveId" clId="{E3807FEB-92A2-45B9-8B5D-9C9F9C2445ED}" dt="2020-12-07T15:04:35.278" v="2523" actId="478"/>
          <ac:spMkLst>
            <pc:docMk/>
            <pc:sldMk cId="3494313312" sldId="337"/>
            <ac:spMk id="3" creationId="{3EE95763-768A-40C1-9464-01E979A659A4}"/>
          </ac:spMkLst>
        </pc:spChg>
        <pc:spChg chg="add del mod">
          <ac:chgData name="Romain Rachenne" userId="d05ffb5d262588ec" providerId="LiveId" clId="{E3807FEB-92A2-45B9-8B5D-9C9F9C2445ED}" dt="2020-12-07T15:04:40.839" v="2525" actId="478"/>
          <ac:spMkLst>
            <pc:docMk/>
            <pc:sldMk cId="3494313312" sldId="337"/>
            <ac:spMk id="5" creationId="{4E1F92FC-2B84-40AD-A4B5-1D294C2AB8A8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1" creationId="{25C8D2C1-DA83-420D-9635-D52CE066B5DA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3" creationId="{434F74C9-6A0B-409E-AD1C-45B58BE91BB8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7" creationId="{9549EB89-5BFB-4E1E-AEEA-87C343D80563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79" creationId="{3D1FA295-BDF6-44B9-90C5-FE3E2CE352AE}"/>
          </ac:spMkLst>
        </pc:spChg>
        <pc:spChg chg="add del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81" creationId="{81A36F1F-EEAE-48D1-A1FB-BD6FC8506B4E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35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37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5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23:34.806" v="2683" actId="26606"/>
          <ac:spMkLst>
            <pc:docMk/>
            <pc:sldMk cId="3494313312" sldId="337"/>
            <ac:spMk id="147" creationId="{D2644120-A6B9-4D5C-8A60-E2F4CC220E77}"/>
          </ac:spMkLst>
        </pc:spChg>
        <pc:picChg chg="add mod">
          <ac:chgData name="Romain Rachenne" userId="d05ffb5d262588ec" providerId="LiveId" clId="{E3807FEB-92A2-45B9-8B5D-9C9F9C2445ED}" dt="2020-12-07T15:17:40.041" v="2621"/>
          <ac:picMkLst>
            <pc:docMk/>
            <pc:sldMk cId="3494313312" sldId="337"/>
            <ac:picMk id="13" creationId="{1DC288C7-B3B9-4CB0-8FBB-FB722E01E6AD}"/>
          </ac:picMkLst>
        </pc:picChg>
        <pc:picChg chg="add mod">
          <ac:chgData name="Romain Rachenne" userId="d05ffb5d262588ec" providerId="LiveId" clId="{E3807FEB-92A2-45B9-8B5D-9C9F9C2445ED}" dt="2020-12-09T14:08:00.149" v="3061"/>
          <ac:picMkLst>
            <pc:docMk/>
            <pc:sldMk cId="3494313312" sldId="337"/>
            <ac:picMk id="14" creationId="{7ECE0124-571A-4CDA-8EBB-4C19E8B9BF7F}"/>
          </ac:picMkLst>
        </pc:picChg>
        <pc:picChg chg="add mod">
          <ac:chgData name="Romain Rachenne" userId="d05ffb5d262588ec" providerId="LiveId" clId="{E3807FEB-92A2-45B9-8B5D-9C9F9C2445ED}" dt="2020-12-07T15:23:36.157" v="2684"/>
          <ac:picMkLst>
            <pc:docMk/>
            <pc:sldMk cId="3494313312" sldId="337"/>
            <ac:picMk id="21" creationId="{8EDF5F8E-893B-4FC0-A0EB-3FC1D4ACE3DB}"/>
          </ac:picMkLst>
        </pc:picChg>
        <pc:picChg chg="add mod ord">
          <ac:chgData name="Romain Rachenne" userId="d05ffb5d262588ec" providerId="LiveId" clId="{E3807FEB-92A2-45B9-8B5D-9C9F9C2445ED}" dt="2020-12-07T15:23:34.806" v="2683" actId="26606"/>
          <ac:picMkLst>
            <pc:docMk/>
            <pc:sldMk cId="3494313312" sldId="337"/>
            <ac:picMk id="3074" creationId="{C6CB4DAC-5D63-4A14-83A0-B1734FF92B15}"/>
          </ac:picMkLst>
        </pc:picChg>
        <pc:cxnChg chg="add del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75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139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3:34.806" v="2683" actId="26606"/>
          <ac:cxnSpMkLst>
            <pc:docMk/>
            <pc:sldMk cId="3494313312" sldId="337"/>
            <ac:cxnSpMk id="143" creationId="{D28A9C89-B313-458F-9C85-515930A51A93}"/>
          </ac:cxnSpMkLst>
        </pc:cxnChg>
      </pc:sldChg>
      <pc:sldChg chg="new del">
        <pc:chgData name="Romain Rachenne" userId="d05ffb5d262588ec" providerId="LiveId" clId="{E3807FEB-92A2-45B9-8B5D-9C9F9C2445ED}" dt="2020-12-06T23:26:26.426" v="1698" actId="47"/>
        <pc:sldMkLst>
          <pc:docMk/>
          <pc:sldMk cId="1389035872" sldId="338"/>
        </pc:sldMkLst>
      </pc:sldChg>
      <pc:sldChg chg="modSp new del mod ord">
        <pc:chgData name="Romain Rachenne" userId="d05ffb5d262588ec" providerId="LiveId" clId="{E3807FEB-92A2-45B9-8B5D-9C9F9C2445ED}" dt="2020-12-07T15:07:56.614" v="2550" actId="47"/>
        <pc:sldMkLst>
          <pc:docMk/>
          <pc:sldMk cId="2141754736" sldId="338"/>
        </pc:sldMkLst>
        <pc:spChg chg="mod">
          <ac:chgData name="Romain Rachenne" userId="d05ffb5d262588ec" providerId="LiveId" clId="{E3807FEB-92A2-45B9-8B5D-9C9F9C2445ED}" dt="2020-12-06T23:26:31.542" v="1717" actId="20577"/>
          <ac:spMkLst>
            <pc:docMk/>
            <pc:sldMk cId="2141754736" sldId="338"/>
            <ac:spMk id="3" creationId="{7F4257C0-1079-4D8A-A55E-B82F507A5056}"/>
          </ac:spMkLst>
        </pc:spChg>
      </pc:sldChg>
      <pc:sldChg chg="delSp add del ord setBg delDesignElem">
        <pc:chgData name="Romain Rachenne" userId="d05ffb5d262588ec" providerId="LiveId" clId="{E3807FEB-92A2-45B9-8B5D-9C9F9C2445ED}" dt="2020-12-06T23:26:52.348" v="1725" actId="47"/>
        <pc:sldMkLst>
          <pc:docMk/>
          <pc:sldMk cId="3469963263" sldId="339"/>
        </pc:sldMkLst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6T23:26:41.383" v="1719"/>
          <ac:spMkLst>
            <pc:docMk/>
            <pc:sldMk cId="3469963263" sldId="339"/>
            <ac:spMk id="13" creationId="{B7AF614F-5BC3-4086-99F5-B87C5847A071}"/>
          </ac:spMkLst>
        </pc:spChg>
      </pc:sldChg>
      <pc:sldChg chg="addSp delSp modSp add del mod ord modTransition">
        <pc:chgData name="Romain Rachenne" userId="d05ffb5d262588ec" providerId="LiveId" clId="{E3807FEB-92A2-45B9-8B5D-9C9F9C2445ED}" dt="2020-12-07T15:28:40.808" v="2774" actId="47"/>
        <pc:sldMkLst>
          <pc:docMk/>
          <pc:sldMk cId="3257774262" sldId="340"/>
        </pc:sldMkLst>
        <pc:spChg chg="mod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2" creationId="{D11FAE35-D882-4808-BC79-41E636B7A22D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5:19:25.255" v="2648" actId="26606"/>
          <ac:spMkLst>
            <pc:docMk/>
            <pc:sldMk cId="3257774262" sldId="340"/>
            <ac:spMk id="13" creationId="{B7AF614F-5BC3-4086-99F5-B87C5847A071}"/>
          </ac:spMkLst>
        </pc:spChg>
        <pc:graphicFrameChg chg="mod ord modGraphic">
          <ac:chgData name="Romain Rachenne" userId="d05ffb5d262588ec" providerId="LiveId" clId="{E3807FEB-92A2-45B9-8B5D-9C9F9C2445ED}" dt="2020-12-07T15:19:25.255" v="2648" actId="26606"/>
          <ac:graphicFrameMkLst>
            <pc:docMk/>
            <pc:sldMk cId="3257774262" sldId="340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19:25.255" v="2648" actId="26606"/>
          <ac:picMkLst>
            <pc:docMk/>
            <pc:sldMk cId="3257774262" sldId="340"/>
            <ac:picMk id="7" creationId="{8FD93710-7951-4E51-BF3D-A1923B0995E2}"/>
          </ac:picMkLst>
        </pc:picChg>
        <pc:picChg chg="add mod">
          <ac:chgData name="Romain Rachenne" userId="d05ffb5d262588ec" providerId="LiveId" clId="{E3807FEB-92A2-45B9-8B5D-9C9F9C2445ED}" dt="2020-12-07T15:19:25.255" v="2648" actId="26606"/>
          <ac:picMkLst>
            <pc:docMk/>
            <pc:sldMk cId="3257774262" sldId="340"/>
            <ac:picMk id="8" creationId="{812D15FE-33D1-4DEA-B3E0-3B7152F85AFB}"/>
          </ac:picMkLst>
        </pc:picChg>
        <pc:picChg chg="add mod">
          <ac:chgData name="Romain Rachenne" userId="d05ffb5d262588ec" providerId="LiveId" clId="{E3807FEB-92A2-45B9-8B5D-9C9F9C2445ED}" dt="2020-12-07T15:24:47.709" v="2697"/>
          <ac:picMkLst>
            <pc:docMk/>
            <pc:sldMk cId="3257774262" sldId="340"/>
            <ac:picMk id="10" creationId="{63C526A7-D9DD-455F-91E4-87954D34BD3A}"/>
          </ac:picMkLst>
        </pc:picChg>
      </pc:sldChg>
      <pc:sldChg chg="modSp add del ord">
        <pc:chgData name="Romain Rachenne" userId="d05ffb5d262588ec" providerId="LiveId" clId="{E3807FEB-92A2-45B9-8B5D-9C9F9C2445ED}" dt="2020-12-06T23:32:30.585" v="1984" actId="47"/>
        <pc:sldMkLst>
          <pc:docMk/>
          <pc:sldMk cId="1026619275" sldId="341"/>
        </pc:sldMkLst>
        <pc:graphicFrameChg chg="mod">
          <ac:chgData name="Romain Rachenne" userId="d05ffb5d262588ec" providerId="LiveId" clId="{E3807FEB-92A2-45B9-8B5D-9C9F9C2445ED}" dt="2020-12-06T23:32:27.379" v="1983"/>
          <ac:graphicFrameMkLst>
            <pc:docMk/>
            <pc:sldMk cId="1026619275" sldId="341"/>
            <ac:graphicFrameMk id="5" creationId="{FB5EA03B-4A14-4367-8014-8E835B6E3848}"/>
          </ac:graphicFrameMkLst>
        </pc:graphicFrameChg>
      </pc:sldChg>
      <pc:sldChg chg="addSp delSp modSp add mod ord modTransition">
        <pc:chgData name="Romain Rachenne" userId="d05ffb5d262588ec" providerId="LiveId" clId="{E3807FEB-92A2-45B9-8B5D-9C9F9C2445ED}" dt="2020-12-08T08:24:53.681" v="3025" actId="20577"/>
        <pc:sldMkLst>
          <pc:docMk/>
          <pc:sldMk cId="2528595908" sldId="342"/>
        </pc:sldMkLst>
        <pc:spChg chg="mod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10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18:25.035" v="2636" actId="26606"/>
          <ac:spMkLst>
            <pc:docMk/>
            <pc:sldMk cId="2528595908" sldId="342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14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5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7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1:07.413" v="2661" actId="26606"/>
          <ac:spMkLst>
            <pc:docMk/>
            <pc:sldMk cId="2528595908" sldId="342"/>
            <ac:spMk id="19" creationId="{03B29638-4838-4B9B-B9DB-96E542BAF3E6}"/>
          </ac:spMkLst>
        </pc:spChg>
        <pc:spChg chg="add del">
          <ac:chgData name="Romain Rachenne" userId="d05ffb5d262588ec" providerId="LiveId" clId="{E3807FEB-92A2-45B9-8B5D-9C9F9C2445ED}" dt="2020-12-07T15:28:04.762" v="2765" actId="26606"/>
          <ac:spMkLst>
            <pc:docMk/>
            <pc:sldMk cId="2528595908" sldId="342"/>
            <ac:spMk id="21" creationId="{03B29638-4838-4B9B-B9DB-96E542BAF3E6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18:21.077" v="2633" actId="26606"/>
          <ac:spMkLst>
            <pc:docMk/>
            <pc:sldMk cId="2528595908" sldId="342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8T08:24:53.681" v="3025" actId="20577"/>
          <ac:graphicFrameMkLst>
            <pc:docMk/>
            <pc:sldMk cId="2528595908" sldId="342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18:25.035" v="2636" actId="26606"/>
          <ac:picMkLst>
            <pc:docMk/>
            <pc:sldMk cId="2528595908" sldId="342"/>
            <ac:picMk id="7" creationId="{437B1E1C-4BDF-403E-B50D-05E018F56A1C}"/>
          </ac:picMkLst>
        </pc:picChg>
        <pc:picChg chg="add mod">
          <ac:chgData name="Romain Rachenne" userId="d05ffb5d262588ec" providerId="LiveId" clId="{E3807FEB-92A2-45B9-8B5D-9C9F9C2445ED}" dt="2020-12-07T15:28:04.762" v="2765" actId="26606"/>
          <ac:picMkLst>
            <pc:docMk/>
            <pc:sldMk cId="2528595908" sldId="342"/>
            <ac:picMk id="8" creationId="{CB4436DA-6D21-4481-AD9D-DDFA6AEEEEBE}"/>
          </ac:picMkLst>
        </pc:picChg>
        <pc:picChg chg="add mod">
          <ac:chgData name="Romain Rachenne" userId="d05ffb5d262588ec" providerId="LiveId" clId="{E3807FEB-92A2-45B9-8B5D-9C9F9C2445ED}" dt="2020-12-07T15:28:33.349" v="2772"/>
          <ac:picMkLst>
            <pc:docMk/>
            <pc:sldMk cId="2528595908" sldId="342"/>
            <ac:picMk id="23" creationId="{05B0CB5F-DCD2-4E41-B9ED-7D51B55DB9FC}"/>
          </ac:picMkLst>
        </pc:picChg>
        <pc:cxnChg chg="add del">
          <ac:chgData name="Romain Rachenne" userId="d05ffb5d262588ec" providerId="LiveId" clId="{E3807FEB-92A2-45B9-8B5D-9C9F9C2445ED}" dt="2020-12-07T15:28:04.762" v="2765" actId="26606"/>
          <ac:cxnSpMkLst>
            <pc:docMk/>
            <pc:sldMk cId="2528595908" sldId="342"/>
            <ac:cxnSpMk id="12" creationId="{C65F3E9C-EF11-4F8F-A621-399C7A3E6401}"/>
          </ac:cxnSpMkLst>
        </pc:cxnChg>
        <pc:cxnChg chg="add del">
          <ac:chgData name="Romain Rachenne" userId="d05ffb5d262588ec" providerId="LiveId" clId="{E3807FEB-92A2-45B9-8B5D-9C9F9C2445ED}" dt="2020-12-07T15:21:07.413" v="2661" actId="26606"/>
          <ac:cxnSpMkLst>
            <pc:docMk/>
            <pc:sldMk cId="2528595908" sldId="342"/>
            <ac:cxnSpMk id="16" creationId="{C65F3E9C-EF11-4F8F-A621-399C7A3E6401}"/>
          </ac:cxnSpMkLst>
        </pc:cxnChg>
        <pc:cxnChg chg="add del">
          <ac:chgData name="Romain Rachenne" userId="d05ffb5d262588ec" providerId="LiveId" clId="{E3807FEB-92A2-45B9-8B5D-9C9F9C2445ED}" dt="2020-12-07T15:18:21.077" v="2633" actId="26606"/>
          <ac:cxnSpMkLst>
            <pc:docMk/>
            <pc:sldMk cId="2528595908" sldId="342"/>
            <ac:cxnSpMk id="20" creationId="{C65F3E9C-EF11-4F8F-A621-399C7A3E6401}"/>
          </ac:cxnSpMkLst>
        </pc:cxnChg>
      </pc:sldChg>
      <pc:sldChg chg="addSp delSp modSp add mod ord modTransition">
        <pc:chgData name="Romain Rachenne" userId="d05ffb5d262588ec" providerId="LiveId" clId="{E3807FEB-92A2-45B9-8B5D-9C9F9C2445ED}" dt="2020-12-09T14:07:37.946" v="3051"/>
        <pc:sldMkLst>
          <pc:docMk/>
          <pc:sldMk cId="1290040714" sldId="343"/>
        </pc:sldMkLst>
        <pc:spChg chg="mod">
          <ac:chgData name="Romain Rachenne" userId="d05ffb5d262588ec" providerId="LiveId" clId="{E3807FEB-92A2-45B9-8B5D-9C9F9C2445ED}" dt="2020-12-07T13:36:08.229" v="2168" actId="20577"/>
          <ac:spMkLst>
            <pc:docMk/>
            <pc:sldMk cId="1290040714" sldId="343"/>
            <ac:spMk id="2" creationId="{EDAC7B71-94A3-4188-AD4A-F05DE6B8E1A3}"/>
          </ac:spMkLst>
        </pc:spChg>
        <pc:spChg chg="del">
          <ac:chgData name="Romain Rachenne" userId="d05ffb5d262588ec" providerId="LiveId" clId="{E3807FEB-92A2-45B9-8B5D-9C9F9C2445ED}" dt="2020-12-07T13:36:03.689" v="2145" actId="478"/>
          <ac:spMkLst>
            <pc:docMk/>
            <pc:sldMk cId="1290040714" sldId="343"/>
            <ac:spMk id="3" creationId="{AC5B8F14-FBF3-44AB-A239-1D4620176A49}"/>
          </ac:spMkLst>
        </pc:spChg>
        <pc:spChg chg="add del mod">
          <ac:chgData name="Romain Rachenne" userId="d05ffb5d262588ec" providerId="LiveId" clId="{E3807FEB-92A2-45B9-8B5D-9C9F9C2445ED}" dt="2020-12-07T13:36:10.718" v="2169" actId="478"/>
          <ac:spMkLst>
            <pc:docMk/>
            <pc:sldMk cId="1290040714" sldId="343"/>
            <ac:spMk id="6" creationId="{6DCD1674-3F63-4965-9FE4-223D44F14BFE}"/>
          </ac:spMkLst>
        </pc:spChg>
        <pc:picChg chg="add del">
          <ac:chgData name="Romain Rachenne" userId="d05ffb5d262588ec" providerId="LiveId" clId="{E3807FEB-92A2-45B9-8B5D-9C9F9C2445ED}" dt="2020-12-07T13:36:27.245" v="2170" actId="21"/>
          <ac:picMkLst>
            <pc:docMk/>
            <pc:sldMk cId="1290040714" sldId="343"/>
            <ac:picMk id="4" creationId="{0D18DDF5-7B3C-4925-A0C2-56D2166EBEBE}"/>
          </ac:picMkLst>
        </pc:picChg>
        <pc:picChg chg="add mod">
          <ac:chgData name="Romain Rachenne" userId="d05ffb5d262588ec" providerId="LiveId" clId="{E3807FEB-92A2-45B9-8B5D-9C9F9C2445ED}" dt="2020-12-09T14:07:37.946" v="3051"/>
          <ac:picMkLst>
            <pc:docMk/>
            <pc:sldMk cId="1290040714" sldId="343"/>
            <ac:picMk id="6" creationId="{7E90D080-18EC-4EAF-B934-2FECF692E080}"/>
          </ac:picMkLst>
        </pc:picChg>
        <pc:picChg chg="add mod">
          <ac:chgData name="Romain Rachenne" userId="d05ffb5d262588ec" providerId="LiveId" clId="{E3807FEB-92A2-45B9-8B5D-9C9F9C2445ED}" dt="2020-12-07T13:36:39.866" v="2175" actId="1076"/>
          <ac:picMkLst>
            <pc:docMk/>
            <pc:sldMk cId="1290040714" sldId="343"/>
            <ac:picMk id="7" creationId="{50AB97FB-A100-4C90-ABF6-A98C1A3552FA}"/>
          </ac:picMkLst>
        </pc:picChg>
        <pc:picChg chg="add mod">
          <ac:chgData name="Romain Rachenne" userId="d05ffb5d262588ec" providerId="LiveId" clId="{E3807FEB-92A2-45B9-8B5D-9C9F9C2445ED}" dt="2020-12-07T15:17:14.923" v="2609"/>
          <ac:picMkLst>
            <pc:docMk/>
            <pc:sldMk cId="1290040714" sldId="343"/>
            <ac:picMk id="8" creationId="{4BC1EC8D-A8DB-4ECC-9A79-214144B32F1A}"/>
          </ac:picMkLst>
        </pc:picChg>
        <pc:picChg chg="add mod">
          <ac:chgData name="Romain Rachenne" userId="d05ffb5d262588ec" providerId="LiveId" clId="{E3807FEB-92A2-45B9-8B5D-9C9F9C2445ED}" dt="2020-12-07T15:18:34.524" v="2638"/>
          <ac:picMkLst>
            <pc:docMk/>
            <pc:sldMk cId="1290040714" sldId="343"/>
            <ac:picMk id="9" creationId="{CCBFFBE6-047F-4604-9E69-A616775A84EA}"/>
          </ac:picMkLst>
        </pc:picChg>
      </pc:sldChg>
      <pc:sldChg chg="add del ord">
        <pc:chgData name="Romain Rachenne" userId="d05ffb5d262588ec" providerId="LiveId" clId="{E3807FEB-92A2-45B9-8B5D-9C9F9C2445ED}" dt="2020-12-07T13:38:07.564" v="2196" actId="47"/>
        <pc:sldMkLst>
          <pc:docMk/>
          <pc:sldMk cId="1953322278" sldId="344"/>
        </pc:sldMkLst>
      </pc:sldChg>
      <pc:sldChg chg="addSp delSp modSp add mod ord modTransition setBg">
        <pc:chgData name="Romain Rachenne" userId="d05ffb5d262588ec" providerId="LiveId" clId="{E3807FEB-92A2-45B9-8B5D-9C9F9C2445ED}" dt="2020-12-09T14:07:44.439" v="3054"/>
        <pc:sldMkLst>
          <pc:docMk/>
          <pc:sldMk cId="174890171" sldId="345"/>
        </pc:sldMkLst>
        <pc:spChg chg="mo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" creationId="{EDAC7B71-94A3-4188-AD4A-F05DE6B8E1A3}"/>
          </ac:spMkLst>
        </pc:spChg>
        <pc:spChg chg="del">
          <ac:chgData name="Romain Rachenne" userId="d05ffb5d262588ec" providerId="LiveId" clId="{E3807FEB-92A2-45B9-8B5D-9C9F9C2445ED}" dt="2020-12-07T13:37:36.914" v="2176" actId="478"/>
          <ac:spMkLst>
            <pc:docMk/>
            <pc:sldMk cId="174890171" sldId="345"/>
            <ac:spMk id="3" creationId="{AC5B8F14-FBF3-44AB-A239-1D4620176A49}"/>
          </ac:spMkLst>
        </pc:spChg>
        <pc:spChg chg="add del mod">
          <ac:chgData name="Romain Rachenne" userId="d05ffb5d262588ec" providerId="LiveId" clId="{E3807FEB-92A2-45B9-8B5D-9C9F9C2445ED}" dt="2020-12-07T13:37:55.270" v="2194" actId="478"/>
          <ac:spMkLst>
            <pc:docMk/>
            <pc:sldMk cId="174890171" sldId="345"/>
            <ac:spMk id="5" creationId="{1D87280A-FC29-4F6B-A516-74CFAD9FFCB6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1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3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17" creationId="{5AE6C737-FF55-4064-94B7-0B21D2EB6045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1" creationId="{D8218D9F-38B6-4AE0-9051-5434D19A5277}"/>
          </ac:spMkLst>
        </pc:spChg>
        <pc:spChg chg="add">
          <ac:chgData name="Romain Rachenne" userId="d05ffb5d262588ec" providerId="LiveId" clId="{E3807FEB-92A2-45B9-8B5D-9C9F9C2445ED}" dt="2020-12-07T13:37:57.354" v="2195" actId="26606"/>
          <ac:spMkLst>
            <pc:docMk/>
            <pc:sldMk cId="174890171" sldId="345"/>
            <ac:spMk id="23" creationId="{2D3DCA99-84AF-487A-BF72-91C5FA6B0B70}"/>
          </ac:spMkLst>
        </pc:spChg>
        <pc:picChg chg="add mod">
          <ac:chgData name="Romain Rachenne" userId="d05ffb5d262588ec" providerId="LiveId" clId="{E3807FEB-92A2-45B9-8B5D-9C9F9C2445ED}" dt="2020-12-07T13:37:57.354" v="2195" actId="26606"/>
          <ac:picMkLst>
            <pc:docMk/>
            <pc:sldMk cId="174890171" sldId="345"/>
            <ac:picMk id="6" creationId="{EDC80D32-BD2F-4E75-8D1D-50572C43014B}"/>
          </ac:picMkLst>
        </pc:picChg>
        <pc:picChg chg="add mod">
          <ac:chgData name="Romain Rachenne" userId="d05ffb5d262588ec" providerId="LiveId" clId="{E3807FEB-92A2-45B9-8B5D-9C9F9C2445ED}" dt="2020-12-07T15:17:23.175" v="2612"/>
          <ac:picMkLst>
            <pc:docMk/>
            <pc:sldMk cId="174890171" sldId="345"/>
            <ac:picMk id="14" creationId="{E112F227-54D7-4DBC-A065-67CDEB20D1C4}"/>
          </ac:picMkLst>
        </pc:picChg>
        <pc:picChg chg="add mod">
          <ac:chgData name="Romain Rachenne" userId="d05ffb5d262588ec" providerId="LiveId" clId="{E3807FEB-92A2-45B9-8B5D-9C9F9C2445ED}" dt="2020-12-07T15:19:45.189" v="2649"/>
          <ac:picMkLst>
            <pc:docMk/>
            <pc:sldMk cId="174890171" sldId="345"/>
            <ac:picMk id="16" creationId="{70CE21BB-58EF-4B14-83D1-8492EEF16930}"/>
          </ac:picMkLst>
        </pc:picChg>
        <pc:picChg chg="add mod">
          <ac:chgData name="Romain Rachenne" userId="d05ffb5d262588ec" providerId="LiveId" clId="{E3807FEB-92A2-45B9-8B5D-9C9F9C2445ED}" dt="2020-12-09T14:07:44.439" v="3054"/>
          <ac:picMkLst>
            <pc:docMk/>
            <pc:sldMk cId="174890171" sldId="345"/>
            <ac:picMk id="18" creationId="{7426A060-C40C-4470-A0B4-C825F8C83D6B}"/>
          </ac:picMkLst>
        </pc:picChg>
        <pc:cxnChg chg="add">
          <ac:chgData name="Romain Rachenne" userId="d05ffb5d262588ec" providerId="LiveId" clId="{E3807FEB-92A2-45B9-8B5D-9C9F9C2445ED}" dt="2020-12-07T13:37:57.354" v="2195" actId="26606"/>
          <ac:cxnSpMkLst>
            <pc:docMk/>
            <pc:sldMk cId="174890171" sldId="345"/>
            <ac:cxnSpMk id="1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3:37:57.354" v="2195" actId="26606"/>
          <ac:cxnSpMkLst>
            <pc:docMk/>
            <pc:sldMk cId="174890171" sldId="345"/>
            <ac:cxnSpMk id="19" creationId="{6B5B1DD8-6224-4137-8621-32982B00F9FC}"/>
          </ac:cxnSpMkLst>
        </pc:cxnChg>
      </pc:sldChg>
      <pc:sldChg chg="addSp delSp modSp new mod ord modTransition">
        <pc:chgData name="Romain Rachenne" userId="d05ffb5d262588ec" providerId="LiveId" clId="{E3807FEB-92A2-45B9-8B5D-9C9F9C2445ED}" dt="2020-12-09T14:08:15.050" v="3067"/>
        <pc:sldMkLst>
          <pc:docMk/>
          <pc:sldMk cId="889845360" sldId="346"/>
        </pc:sldMkLst>
        <pc:spChg chg="mod">
          <ac:chgData name="Romain Rachenne" userId="d05ffb5d262588ec" providerId="LiveId" clId="{E3807FEB-92A2-45B9-8B5D-9C9F9C2445ED}" dt="2020-12-06T23:33:52.574" v="2039" actId="20577"/>
          <ac:spMkLst>
            <pc:docMk/>
            <pc:sldMk cId="889845360" sldId="346"/>
            <ac:spMk id="2" creationId="{12372918-4D65-4200-B388-94A0E92D8C15}"/>
          </ac:spMkLst>
        </pc:spChg>
        <pc:spChg chg="del">
          <ac:chgData name="Romain Rachenne" userId="d05ffb5d262588ec" providerId="LiveId" clId="{E3807FEB-92A2-45B9-8B5D-9C9F9C2445ED}" dt="2020-12-07T13:38:14.321" v="2197" actId="478"/>
          <ac:spMkLst>
            <pc:docMk/>
            <pc:sldMk cId="889845360" sldId="346"/>
            <ac:spMk id="3" creationId="{E56D3355-7E4E-4202-BC0A-A3A38724C629}"/>
          </ac:spMkLst>
        </pc:spChg>
        <pc:picChg chg="add mod">
          <ac:chgData name="Romain Rachenne" userId="d05ffb5d262588ec" providerId="LiveId" clId="{E3807FEB-92A2-45B9-8B5D-9C9F9C2445ED}" dt="2020-12-07T14:52:53.782" v="2200" actId="1076"/>
          <ac:picMkLst>
            <pc:docMk/>
            <pc:sldMk cId="889845360" sldId="346"/>
            <ac:picMk id="4" creationId="{03E3F430-E46E-419A-BE17-BF9226B0738F}"/>
          </ac:picMkLst>
        </pc:picChg>
        <pc:picChg chg="add mod">
          <ac:chgData name="Romain Rachenne" userId="d05ffb5d262588ec" providerId="LiveId" clId="{E3807FEB-92A2-45B9-8B5D-9C9F9C2445ED}" dt="2020-12-07T15:17:34.445" v="2618"/>
          <ac:picMkLst>
            <pc:docMk/>
            <pc:sldMk cId="889845360" sldId="346"/>
            <ac:picMk id="5" creationId="{7D3393BC-609F-48E1-B2C0-5CECF1A64359}"/>
          </ac:picMkLst>
        </pc:picChg>
        <pc:picChg chg="add mod">
          <ac:chgData name="Romain Rachenne" userId="d05ffb5d262588ec" providerId="LiveId" clId="{E3807FEB-92A2-45B9-8B5D-9C9F9C2445ED}" dt="2020-12-07T15:22:39.214" v="2678"/>
          <ac:picMkLst>
            <pc:docMk/>
            <pc:sldMk cId="889845360" sldId="346"/>
            <ac:picMk id="6" creationId="{2712401F-66AC-499E-B6D9-D0F3F6731C80}"/>
          </ac:picMkLst>
        </pc:picChg>
        <pc:picChg chg="add mod">
          <ac:chgData name="Romain Rachenne" userId="d05ffb5d262588ec" providerId="LiveId" clId="{E3807FEB-92A2-45B9-8B5D-9C9F9C2445ED}" dt="2020-12-09T14:08:15.050" v="3067"/>
          <ac:picMkLst>
            <pc:docMk/>
            <pc:sldMk cId="889845360" sldId="346"/>
            <ac:picMk id="7" creationId="{B1A404A4-E021-431C-82F5-4D90E04C0757}"/>
          </ac:picMkLst>
        </pc:picChg>
      </pc:sldChg>
      <pc:sldChg chg="addSp delSp modSp add mod ord modTransition">
        <pc:chgData name="Romain Rachenne" userId="d05ffb5d262588ec" providerId="LiveId" clId="{E3807FEB-92A2-45B9-8B5D-9C9F9C2445ED}" dt="2020-12-09T14:08:24.711" v="3068"/>
        <pc:sldMkLst>
          <pc:docMk/>
          <pc:sldMk cId="1504780826" sldId="347"/>
        </pc:sldMkLst>
        <pc:spChg chg="mod">
          <ac:chgData name="Romain Rachenne" userId="d05ffb5d262588ec" providerId="LiveId" clId="{E3807FEB-92A2-45B9-8B5D-9C9F9C2445ED}" dt="2020-12-08T08:22:53.136" v="2841" actId="20577"/>
          <ac:spMkLst>
            <pc:docMk/>
            <pc:sldMk cId="1504780826" sldId="347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2:48.928" v="2682" actId="26606"/>
          <ac:spMkLst>
            <pc:docMk/>
            <pc:sldMk cId="1504780826" sldId="347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2:48.881" v="2681" actId="26606"/>
          <ac:spMkLst>
            <pc:docMk/>
            <pc:sldMk cId="1504780826" sldId="347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8T08:24:04.478" v="3015" actId="20577"/>
          <ac:graphicFrameMkLst>
            <pc:docMk/>
            <pc:sldMk cId="1504780826" sldId="347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2:48.928" v="2682" actId="26606"/>
          <ac:picMkLst>
            <pc:docMk/>
            <pc:sldMk cId="1504780826" sldId="347"/>
            <ac:picMk id="7" creationId="{5E1ADAD3-ACAC-43B7-A9D8-2C1B8DCE2786}"/>
          </ac:picMkLst>
        </pc:picChg>
        <pc:picChg chg="add mod">
          <ac:chgData name="Romain Rachenne" userId="d05ffb5d262588ec" providerId="LiveId" clId="{E3807FEB-92A2-45B9-8B5D-9C9F9C2445ED}" dt="2020-12-07T15:22:48.928" v="2682" actId="26606"/>
          <ac:picMkLst>
            <pc:docMk/>
            <pc:sldMk cId="1504780826" sldId="347"/>
            <ac:picMk id="8" creationId="{07F772AD-2D9C-42DD-A5BB-0C32A77924DB}"/>
          </ac:picMkLst>
        </pc:picChg>
        <pc:picChg chg="add mod">
          <ac:chgData name="Romain Rachenne" userId="d05ffb5d262588ec" providerId="LiveId" clId="{E3807FEB-92A2-45B9-8B5D-9C9F9C2445ED}" dt="2020-12-09T14:08:24.711" v="3068"/>
          <ac:picMkLst>
            <pc:docMk/>
            <pc:sldMk cId="1504780826" sldId="347"/>
            <ac:picMk id="9" creationId="{6EA24FD2-522C-4B8F-85B8-A455411CF6EB}"/>
          </ac:picMkLst>
        </pc:picChg>
        <pc:picChg chg="add mod">
          <ac:chgData name="Romain Rachenne" userId="d05ffb5d262588ec" providerId="LiveId" clId="{E3807FEB-92A2-45B9-8B5D-9C9F9C2445ED}" dt="2020-12-07T15:30:55.038" v="2835"/>
          <ac:picMkLst>
            <pc:docMk/>
            <pc:sldMk cId="1504780826" sldId="347"/>
            <ac:picMk id="14" creationId="{9D95E9EB-61D2-42A8-B052-E1E7744BCCDE}"/>
          </ac:picMkLst>
        </pc:picChg>
        <pc:cxnChg chg="add del">
          <ac:chgData name="Romain Rachenne" userId="d05ffb5d262588ec" providerId="LiveId" clId="{E3807FEB-92A2-45B9-8B5D-9C9F9C2445ED}" dt="2020-12-07T15:22:48.881" v="2681" actId="26606"/>
          <ac:cxnSpMkLst>
            <pc:docMk/>
            <pc:sldMk cId="1504780826" sldId="347"/>
            <ac:cxnSpMk id="20" creationId="{C65F3E9C-EF11-4F8F-A621-399C7A3E6401}"/>
          </ac:cxnSpMkLst>
        </pc:cxnChg>
      </pc:sldChg>
      <pc:sldChg chg="new del">
        <pc:chgData name="Romain Rachenne" userId="d05ffb5d262588ec" providerId="LiveId" clId="{E3807FEB-92A2-45B9-8B5D-9C9F9C2445ED}" dt="2020-12-06T23:35:14.277" v="2124" actId="47"/>
        <pc:sldMkLst>
          <pc:docMk/>
          <pc:sldMk cId="2149201036" sldId="347"/>
        </pc:sldMkLst>
      </pc:sldChg>
      <pc:sldChg chg="delSp add del ord setBg delDesignElem">
        <pc:chgData name="Romain Rachenne" userId="d05ffb5d262588ec" providerId="LiveId" clId="{E3807FEB-92A2-45B9-8B5D-9C9F9C2445ED}" dt="2020-12-07T14:53:13.270" v="2205" actId="47"/>
        <pc:sldMkLst>
          <pc:docMk/>
          <pc:sldMk cId="3585628593" sldId="347"/>
        </pc:sldMkLst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4:53:10.010" v="2202"/>
          <ac:spMkLst>
            <pc:docMk/>
            <pc:sldMk cId="3585628593" sldId="347"/>
            <ac:spMk id="13" creationId="{B7AF614F-5BC3-4086-99F5-B87C5847A071}"/>
          </ac:spMkLst>
        </pc:spChg>
      </pc:sldChg>
      <pc:sldChg chg="addSp delSp modSp add mod ord modTransition">
        <pc:chgData name="Romain Rachenne" userId="d05ffb5d262588ec" providerId="LiveId" clId="{E3807FEB-92A2-45B9-8B5D-9C9F9C2445ED}" dt="2020-12-09T14:08:13.502" v="3066"/>
        <pc:sldMkLst>
          <pc:docMk/>
          <pc:sldMk cId="171717929" sldId="348"/>
        </pc:sldMkLst>
        <pc:spChg chg="mo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2" creationId="{AB3130B8-E896-4D98-90EE-14249DAADCEB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8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87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1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3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95" creationId="{5AC4BE46-4A77-42FE-9D15-065CDB2F847C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35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37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1" creationId="{FA4CD5CB-D209-4D70-8CA4-629731C59219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5" creationId="{B4C27B90-DF2B-4D00-BA07-18ED774CD2F1}"/>
          </ac:spMkLst>
        </pc:spChg>
        <pc:spChg chg="add del">
          <ac:chgData name="Romain Rachenne" userId="d05ffb5d262588ec" providerId="LiveId" clId="{E3807FEB-92A2-45B9-8B5D-9C9F9C2445ED}" dt="2020-12-07T15:22:35.176" v="2675" actId="26606"/>
          <ac:spMkLst>
            <pc:docMk/>
            <pc:sldMk cId="171717929" sldId="348"/>
            <ac:spMk id="147" creationId="{593ACC25-C262-417A-8AA9-0641C772BDB6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28" creationId="{25C8D2C1-DA83-420D-9635-D52CE066B5DA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29" creationId="{434F74C9-6A0B-409E-AD1C-45B58BE91BB8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1" creationId="{F452A527-3631-41ED-858D-3777A7D1496A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3" creationId="{F85B92BC-678C-4E14-97E6-3227DEF86371}"/>
          </ac:spMkLst>
        </pc:spChg>
        <pc:spChg chg="add">
          <ac:chgData name="Romain Rachenne" userId="d05ffb5d262588ec" providerId="LiveId" clId="{E3807FEB-92A2-45B9-8B5D-9C9F9C2445ED}" dt="2020-12-07T15:22:35.204" v="2676" actId="26606"/>
          <ac:spMkLst>
            <pc:docMk/>
            <pc:sldMk cId="171717929" sldId="348"/>
            <ac:spMk id="1034" creationId="{D2644120-A6B9-4D5C-8A60-E2F4CC220E77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5" creationId="{4E4490D0-3672-446A-AC12-B4830333BDDD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6" creationId="{39CB82C2-DF65-4EC1-8280-F201D50F570B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8" creationId="{5A1B47C8-47A0-4A88-8830-6DEA3B5DE392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39" creationId="{984BBFDD-E720-4805-A9C8-129FBBF6DD70}"/>
          </ac:spMkLst>
        </pc:spChg>
        <pc:spChg chg="del">
          <ac:chgData name="Romain Rachenne" userId="d05ffb5d262588ec" providerId="LiveId" clId="{E3807FEB-92A2-45B9-8B5D-9C9F9C2445ED}" dt="2020-12-07T14:55:16.672" v="2267" actId="26606"/>
          <ac:spMkLst>
            <pc:docMk/>
            <pc:sldMk cId="171717929" sldId="348"/>
            <ac:spMk id="1040" creationId="{5AC4BE46-4A77-42FE-9D15-065CDB2F847C}"/>
          </ac:spMkLst>
        </pc:spChg>
        <pc:picChg chg="add mod">
          <ac:chgData name="Romain Rachenne" userId="d05ffb5d262588ec" providerId="LiveId" clId="{E3807FEB-92A2-45B9-8B5D-9C9F9C2445ED}" dt="2020-12-09T14:08:13.502" v="3066"/>
          <ac:picMkLst>
            <pc:docMk/>
            <pc:sldMk cId="171717929" sldId="348"/>
            <ac:picMk id="13" creationId="{D66C9BBA-30DF-49BA-B616-14A56B37E95A}"/>
          </ac:picMkLst>
        </pc:picChg>
        <pc:picChg chg="add mod">
          <ac:chgData name="Romain Rachenne" userId="d05ffb5d262588ec" providerId="LiveId" clId="{E3807FEB-92A2-45B9-8B5D-9C9F9C2445ED}" dt="2020-12-07T15:17:36.022" v="2619"/>
          <ac:picMkLst>
            <pc:docMk/>
            <pc:sldMk cId="171717929" sldId="348"/>
            <ac:picMk id="16" creationId="{18F3DDEE-59D5-479C-99E5-3BFB33F56D1A}"/>
          </ac:picMkLst>
        </pc:picChg>
        <pc:picChg chg="add del mod">
          <ac:chgData name="Romain Rachenne" userId="d05ffb5d262588ec" providerId="LiveId" clId="{E3807FEB-92A2-45B9-8B5D-9C9F9C2445ED}" dt="2020-12-07T15:22:33.078" v="2673" actId="478"/>
          <ac:picMkLst>
            <pc:docMk/>
            <pc:sldMk cId="171717929" sldId="348"/>
            <ac:picMk id="17" creationId="{10665C2C-F232-46F4-B793-F6DD1C147039}"/>
          </ac:picMkLst>
        </pc:picChg>
        <pc:picChg chg="add mod">
          <ac:chgData name="Romain Rachenne" userId="d05ffb5d262588ec" providerId="LiveId" clId="{E3807FEB-92A2-45B9-8B5D-9C9F9C2445ED}" dt="2020-12-07T15:22:37.112" v="2677"/>
          <ac:picMkLst>
            <pc:docMk/>
            <pc:sldMk cId="171717929" sldId="348"/>
            <ac:picMk id="32" creationId="{69406A64-0CE5-40A5-BC13-C9B2E4E2D423}"/>
          </ac:picMkLst>
        </pc:picChg>
        <pc:picChg chg="mod ord">
          <ac:chgData name="Romain Rachenne" userId="d05ffb5d262588ec" providerId="LiveId" clId="{E3807FEB-92A2-45B9-8B5D-9C9F9C2445ED}" dt="2020-12-07T15:22:35.204" v="2676" actId="26606"/>
          <ac:picMkLst>
            <pc:docMk/>
            <pc:sldMk cId="171717929" sldId="348"/>
            <ac:picMk id="1026" creationId="{5F3FB31E-5724-4A3F-8B4C-85F6E016F4B7}"/>
          </ac:picMkLst>
        </pc:picChg>
        <pc:cxnChg chg="add del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89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22:35.176" v="2675" actId="26606"/>
          <ac:cxnSpMkLst>
            <pc:docMk/>
            <pc:sldMk cId="171717929" sldId="348"/>
            <ac:cxnSpMk id="139" creationId="{7E1D4427-852B-4B37-8E76-0E9F1810BA2A}"/>
          </ac:cxnSpMkLst>
        </pc:cxnChg>
        <pc:cxnChg chg="add del">
          <ac:chgData name="Romain Rachenne" userId="d05ffb5d262588ec" providerId="LiveId" clId="{E3807FEB-92A2-45B9-8B5D-9C9F9C2445ED}" dt="2020-12-07T15:22:35.176" v="2675" actId="26606"/>
          <ac:cxnSpMkLst>
            <pc:docMk/>
            <pc:sldMk cId="171717929" sldId="348"/>
            <ac:cxnSpMk id="143" creationId="{5C6A2BAE-B461-4B55-8E1F-0722ABDD1393}"/>
          </ac:cxnSpMkLst>
        </pc:cxnChg>
        <pc:cxnChg chg="add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1030" creationId="{F5486A9D-1265-4B57-91E6-68E666B978BC}"/>
          </ac:cxnSpMkLst>
        </pc:cxnChg>
        <pc:cxnChg chg="add">
          <ac:chgData name="Romain Rachenne" userId="d05ffb5d262588ec" providerId="LiveId" clId="{E3807FEB-92A2-45B9-8B5D-9C9F9C2445ED}" dt="2020-12-07T15:22:35.204" v="2676" actId="26606"/>
          <ac:cxnSpMkLst>
            <pc:docMk/>
            <pc:sldMk cId="171717929" sldId="348"/>
            <ac:cxnSpMk id="1032" creationId="{D28A9C89-B313-458F-9C85-515930A51A93}"/>
          </ac:cxnSpMkLst>
        </pc:cxnChg>
        <pc:cxnChg chg="del">
          <ac:chgData name="Romain Rachenne" userId="d05ffb5d262588ec" providerId="LiveId" clId="{E3807FEB-92A2-45B9-8B5D-9C9F9C2445ED}" dt="2020-12-07T14:55:16.672" v="2267" actId="26606"/>
          <ac:cxnSpMkLst>
            <pc:docMk/>
            <pc:sldMk cId="171717929" sldId="348"/>
            <ac:cxnSpMk id="1037" creationId="{7E1D4427-852B-4B37-8E76-0E9F1810BA2A}"/>
          </ac:cxnSpMkLst>
        </pc:cxnChg>
      </pc:sldChg>
      <pc:sldChg chg="addSp delSp modSp new mod modTransition">
        <pc:chgData name="Romain Rachenne" userId="d05ffb5d262588ec" providerId="LiveId" clId="{E3807FEB-92A2-45B9-8B5D-9C9F9C2445ED}" dt="2020-12-09T14:07:50.835" v="3057"/>
        <pc:sldMkLst>
          <pc:docMk/>
          <pc:sldMk cId="3435762778" sldId="349"/>
        </pc:sldMkLst>
        <pc:spChg chg="mod">
          <ac:chgData name="Romain Rachenne" userId="d05ffb5d262588ec" providerId="LiveId" clId="{E3807FEB-92A2-45B9-8B5D-9C9F9C2445ED}" dt="2020-12-07T14:59:28.920" v="2368" actId="20577"/>
          <ac:spMkLst>
            <pc:docMk/>
            <pc:sldMk cId="3435762778" sldId="349"/>
            <ac:spMk id="2" creationId="{D8BD39CD-9C92-4A7A-B1C0-A8AB2E52775B}"/>
          </ac:spMkLst>
        </pc:spChg>
        <pc:spChg chg="del">
          <ac:chgData name="Romain Rachenne" userId="d05ffb5d262588ec" providerId="LiveId" clId="{E3807FEB-92A2-45B9-8B5D-9C9F9C2445ED}" dt="2020-12-07T14:58:44.423" v="2338"/>
          <ac:spMkLst>
            <pc:docMk/>
            <pc:sldMk cId="3435762778" sldId="349"/>
            <ac:spMk id="3" creationId="{767218EA-8CCD-4432-9C8B-EC789B60AA85}"/>
          </ac:spMkLst>
        </pc:spChg>
        <pc:picChg chg="add mod">
          <ac:chgData name="Romain Rachenne" userId="d05ffb5d262588ec" providerId="LiveId" clId="{E3807FEB-92A2-45B9-8B5D-9C9F9C2445ED}" dt="2020-12-07T14:59:34.139" v="2370" actId="1076"/>
          <ac:picMkLst>
            <pc:docMk/>
            <pc:sldMk cId="3435762778" sldId="349"/>
            <ac:picMk id="4" creationId="{3B106B0D-654D-4032-8E11-848BB843B106}"/>
          </ac:picMkLst>
        </pc:picChg>
        <pc:picChg chg="add mod">
          <ac:chgData name="Romain Rachenne" userId="d05ffb5d262588ec" providerId="LiveId" clId="{E3807FEB-92A2-45B9-8B5D-9C9F9C2445ED}" dt="2020-12-07T15:17:29.529" v="2615"/>
          <ac:picMkLst>
            <pc:docMk/>
            <pc:sldMk cId="3435762778" sldId="349"/>
            <ac:picMk id="5" creationId="{24555C4B-8EA8-4C7E-9BD9-2ED24D954A90}"/>
          </ac:picMkLst>
        </pc:picChg>
        <pc:picChg chg="add mod">
          <ac:chgData name="Romain Rachenne" userId="d05ffb5d262588ec" providerId="LiveId" clId="{E3807FEB-92A2-45B9-8B5D-9C9F9C2445ED}" dt="2020-12-07T15:21:39.126" v="2667"/>
          <ac:picMkLst>
            <pc:docMk/>
            <pc:sldMk cId="3435762778" sldId="349"/>
            <ac:picMk id="6" creationId="{9389A496-E05F-4B7E-B519-03E5D8D8AAB0}"/>
          </ac:picMkLst>
        </pc:picChg>
        <pc:picChg chg="add mod">
          <ac:chgData name="Romain Rachenne" userId="d05ffb5d262588ec" providerId="LiveId" clId="{E3807FEB-92A2-45B9-8B5D-9C9F9C2445ED}" dt="2020-12-09T14:07:50.835" v="3057"/>
          <ac:picMkLst>
            <pc:docMk/>
            <pc:sldMk cId="3435762778" sldId="349"/>
            <ac:picMk id="7" creationId="{C50BD064-7C2D-4955-80DA-46D15BBE6B22}"/>
          </ac:picMkLst>
        </pc:picChg>
      </pc:sldChg>
      <pc:sldChg chg="addSp delSp modSp add del mod ord modTransition">
        <pc:chgData name="Romain Rachenne" userId="d05ffb5d262588ec" providerId="LiveId" clId="{E3807FEB-92A2-45B9-8B5D-9C9F9C2445ED}" dt="2020-12-07T15:29:15.799" v="2781" actId="47"/>
        <pc:sldMkLst>
          <pc:docMk/>
          <pc:sldMk cId="2001727013" sldId="350"/>
        </pc:sldMkLst>
        <pc:spChg chg="mo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" creationId="{D11FAE35-D882-4808-BC79-41E636B7A22D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9" creationId="{FB5993E2-C02B-4335-ABA5-D8EC465551E3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1" creationId="{C0B801A2-5622-4BE8-9AD2-C337A2CD0022}"/>
          </ac:spMkLst>
        </pc:spChg>
        <pc:spChg chg="del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3" creationId="{B7AF614F-5BC3-4086-99F5-B87C5847A071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18" creationId="{5CF81D86-BDBA-477C-B7DD-8D359BB9965B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2" creationId="{88AA064E-5F6E-4024-BC28-EDDC3DFC70E1}"/>
          </ac:spMkLst>
        </pc:spChg>
        <pc:spChg chg="add">
          <ac:chgData name="Romain Rachenne" userId="d05ffb5d262588ec" providerId="LiveId" clId="{E3807FEB-92A2-45B9-8B5D-9C9F9C2445ED}" dt="2020-12-07T15:21:54.423" v="2669" actId="26606"/>
          <ac:spMkLst>
            <pc:docMk/>
            <pc:sldMk cId="2001727013" sldId="350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7T15:21:54.423" v="2669" actId="26606"/>
          <ac:graphicFrameMkLst>
            <pc:docMk/>
            <pc:sldMk cId="2001727013" sldId="350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1:54.423" v="2669" actId="26606"/>
          <ac:picMkLst>
            <pc:docMk/>
            <pc:sldMk cId="2001727013" sldId="350"/>
            <ac:picMk id="7" creationId="{DA6A3FD9-C6BA-4D7D-A0A9-03A6592EC8BE}"/>
          </ac:picMkLst>
        </pc:picChg>
        <pc:picChg chg="add del mod">
          <ac:chgData name="Romain Rachenne" userId="d05ffb5d262588ec" providerId="LiveId" clId="{E3807FEB-92A2-45B9-8B5D-9C9F9C2445ED}" dt="2020-12-07T15:27:51.404" v="2762" actId="478"/>
          <ac:picMkLst>
            <pc:docMk/>
            <pc:sldMk cId="2001727013" sldId="350"/>
            <ac:picMk id="8" creationId="{B0CE9D9F-BE2E-45E9-A940-C2E6B7EA04BE}"/>
          </ac:picMkLst>
        </pc:picChg>
        <pc:picChg chg="add del mod">
          <ac:chgData name="Romain Rachenne" userId="d05ffb5d262588ec" providerId="LiveId" clId="{E3807FEB-92A2-45B9-8B5D-9C9F9C2445ED}" dt="2020-12-07T15:27:53.090" v="2763" actId="478"/>
          <ac:picMkLst>
            <pc:docMk/>
            <pc:sldMk cId="2001727013" sldId="350"/>
            <ac:picMk id="14" creationId="{601F50D9-87D8-49B5-8C85-C2896F06AF05}"/>
          </ac:picMkLst>
        </pc:picChg>
        <pc:cxnChg chg="add">
          <ac:chgData name="Romain Rachenne" userId="d05ffb5d262588ec" providerId="LiveId" clId="{E3807FEB-92A2-45B9-8B5D-9C9F9C2445ED}" dt="2020-12-07T15:21:54.423" v="2669" actId="26606"/>
          <ac:cxnSpMkLst>
            <pc:docMk/>
            <pc:sldMk cId="2001727013" sldId="350"/>
            <ac:cxnSpMk id="20" creationId="{C65F3E9C-EF11-4F8F-A621-399C7A3E6401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7:58.063" v="3060" actId="14100"/>
        <pc:sldMkLst>
          <pc:docMk/>
          <pc:sldMk cId="607970337" sldId="351"/>
        </pc:sldMkLst>
        <pc:spChg chg="mod ord">
          <ac:chgData name="Romain Rachenne" userId="d05ffb5d262588ec" providerId="LiveId" clId="{E3807FEB-92A2-45B9-8B5D-9C9F9C2445ED}" dt="2020-12-07T15:22:24.874" v="2670" actId="20577"/>
          <ac:spMkLst>
            <pc:docMk/>
            <pc:sldMk cId="607970337" sldId="351"/>
            <ac:spMk id="2" creationId="{70F46DE6-245D-4C7F-A560-E6FE922FA10A}"/>
          </ac:spMkLst>
        </pc:spChg>
        <pc:spChg chg="del">
          <ac:chgData name="Romain Rachenne" userId="d05ffb5d262588ec" providerId="LiveId" clId="{E3807FEB-92A2-45B9-8B5D-9C9F9C2445ED}" dt="2020-12-07T15:01:27.985" v="2486" actId="478"/>
          <ac:spMkLst>
            <pc:docMk/>
            <pc:sldMk cId="607970337" sldId="351"/>
            <ac:spMk id="3" creationId="{1E65E400-0429-4537-9D72-49A52F539A78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1" creationId="{4E4490D0-3672-446A-AC12-B4830333BDDD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3" creationId="{39CB82C2-DF65-4EC1-8280-F201D50F570B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7" creationId="{5A1B47C8-47A0-4A88-8830-6DEA3B5DE392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79" creationId="{984BBFDD-E720-4805-A9C8-129FBBF6DD70}"/>
          </ac:spMkLst>
        </pc:spChg>
        <pc:spChg chg="add del">
          <ac:chgData name="Romain Rachenne" userId="d05ffb5d262588ec" providerId="LiveId" clId="{E3807FEB-92A2-45B9-8B5D-9C9F9C2445ED}" dt="2020-12-07T15:01:30.964" v="2488" actId="26606"/>
          <ac:spMkLst>
            <pc:docMk/>
            <pc:sldMk cId="607970337" sldId="351"/>
            <ac:spMk id="81" creationId="{5AC4BE46-4A77-42FE-9D15-065CDB2F847C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83" creationId="{0D91DD17-237F-4811-BC0E-128EB1BD7CFE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28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29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31" creationId="{C4AAA502-5435-489E-9538-3A40E6C71461}"/>
          </ac:spMkLst>
        </pc:spChg>
        <pc:spChg chg="add">
          <ac:chgData name="Romain Rachenne" userId="d05ffb5d262588ec" providerId="LiveId" clId="{E3807FEB-92A2-45B9-8B5D-9C9F9C2445ED}" dt="2020-12-07T15:01:30.987" v="2489" actId="26606"/>
          <ac:spMkLst>
            <pc:docMk/>
            <pc:sldMk cId="607970337" sldId="351"/>
            <ac:spMk id="1033" creationId="{DE42378B-2E28-4810-8421-7A473A40E376}"/>
          </ac:spMkLst>
        </pc:spChg>
        <pc:picChg chg="add mod">
          <ac:chgData name="Romain Rachenne" userId="d05ffb5d262588ec" providerId="LiveId" clId="{E3807FEB-92A2-45B9-8B5D-9C9F9C2445ED}" dt="2020-12-09T14:07:54.286" v="3059"/>
          <ac:picMkLst>
            <pc:docMk/>
            <pc:sldMk cId="607970337" sldId="351"/>
            <ac:picMk id="13" creationId="{531C8B23-8FB4-46B5-A9CF-00D370A1CC73}"/>
          </ac:picMkLst>
        </pc:picChg>
        <pc:picChg chg="add mod">
          <ac:chgData name="Romain Rachenne" userId="d05ffb5d262588ec" providerId="LiveId" clId="{E3807FEB-92A2-45B9-8B5D-9C9F9C2445ED}" dt="2020-12-07T15:17:32.180" v="2616"/>
          <ac:picMkLst>
            <pc:docMk/>
            <pc:sldMk cId="607970337" sldId="351"/>
            <ac:picMk id="18" creationId="{D98623AF-2367-4E31-A2CE-B4E139103D0B}"/>
          </ac:picMkLst>
        </pc:picChg>
        <pc:picChg chg="add mod">
          <ac:chgData name="Romain Rachenne" userId="d05ffb5d262588ec" providerId="LiveId" clId="{E3807FEB-92A2-45B9-8B5D-9C9F9C2445ED}" dt="2020-12-07T15:22:29.726" v="2671"/>
          <ac:picMkLst>
            <pc:docMk/>
            <pc:sldMk cId="607970337" sldId="351"/>
            <ac:picMk id="19" creationId="{9E4DCDE5-0F2D-44F8-952A-8BFCC657A6D6}"/>
          </ac:picMkLst>
        </pc:picChg>
        <pc:picChg chg="add mod">
          <ac:chgData name="Romain Rachenne" userId="d05ffb5d262588ec" providerId="LiveId" clId="{E3807FEB-92A2-45B9-8B5D-9C9F9C2445ED}" dt="2020-12-09T14:07:58.063" v="3060" actId="14100"/>
          <ac:picMkLst>
            <pc:docMk/>
            <pc:sldMk cId="607970337" sldId="351"/>
            <ac:picMk id="1026" creationId="{BA822AF9-35AF-4D88-9D10-680FCB177F96}"/>
          </ac:picMkLst>
        </pc:picChg>
        <pc:cxnChg chg="add del">
          <ac:chgData name="Romain Rachenne" userId="d05ffb5d262588ec" providerId="LiveId" clId="{E3807FEB-92A2-45B9-8B5D-9C9F9C2445ED}" dt="2020-12-07T15:01:30.964" v="2488" actId="26606"/>
          <ac:cxnSpMkLst>
            <pc:docMk/>
            <pc:sldMk cId="607970337" sldId="351"/>
            <ac:cxnSpMk id="75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1:30.987" v="2489" actId="26606"/>
          <ac:cxnSpMkLst>
            <pc:docMk/>
            <pc:sldMk cId="607970337" sldId="351"/>
            <ac:cxnSpMk id="1030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1:30.987" v="2489" actId="26606"/>
          <ac:cxnSpMkLst>
            <pc:docMk/>
            <pc:sldMk cId="607970337" sldId="351"/>
            <ac:cxnSpMk id="1032" creationId="{C9AC0290-4702-4519-B0F4-C2A46880997B}"/>
          </ac:cxnSpMkLst>
        </pc:cxnChg>
      </pc:sldChg>
      <pc:sldChg chg="addSp delSp modSp new mod modTransition setBg">
        <pc:chgData name="Romain Rachenne" userId="d05ffb5d262588ec" providerId="LiveId" clId="{E3807FEB-92A2-45B9-8B5D-9C9F9C2445ED}" dt="2020-12-09T14:08:06.274" v="3063" actId="14100"/>
        <pc:sldMkLst>
          <pc:docMk/>
          <pc:sldMk cId="2622681677" sldId="352"/>
        </pc:sldMkLst>
        <pc:spChg chg="mo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2" creationId="{DD21ED21-0C7D-4995-87D8-AD2B167D7D53}"/>
          </ac:spMkLst>
        </pc:spChg>
        <pc:spChg chg="del">
          <ac:chgData name="Romain Rachenne" userId="d05ffb5d262588ec" providerId="LiveId" clId="{E3807FEB-92A2-45B9-8B5D-9C9F9C2445ED}" dt="2020-12-07T15:06:21.220" v="2540" actId="478"/>
          <ac:spMkLst>
            <pc:docMk/>
            <pc:sldMk cId="2622681677" sldId="352"/>
            <ac:spMk id="3" creationId="{BB772A62-3AED-416F-9FCD-11E343B589DE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9" creationId="{4E4490D0-3672-446A-AC12-B4830333BDDD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1" creationId="{39CB82C2-DF65-4EC1-8280-F201D50F570B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5" creationId="{FA4CD5CB-D209-4D70-8CA4-629731C59219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19" creationId="{B4C27B90-DF2B-4D00-BA07-18ED774CD2F1}"/>
          </ac:spMkLst>
        </pc:spChg>
        <pc:spChg chg="add">
          <ac:chgData name="Romain Rachenne" userId="d05ffb5d262588ec" providerId="LiveId" clId="{E3807FEB-92A2-45B9-8B5D-9C9F9C2445ED}" dt="2020-12-07T15:06:25.337" v="2542" actId="26606"/>
          <ac:spMkLst>
            <pc:docMk/>
            <pc:sldMk cId="2622681677" sldId="352"/>
            <ac:spMk id="21" creationId="{593ACC25-C262-417A-8AA9-0641C772BDB6}"/>
          </ac:spMkLst>
        </pc:spChg>
        <pc:picChg chg="add mod">
          <ac:chgData name="Romain Rachenne" userId="d05ffb5d262588ec" providerId="LiveId" clId="{E3807FEB-92A2-45B9-8B5D-9C9F9C2445ED}" dt="2020-12-09T14:08:06.274" v="3063" actId="14100"/>
          <ac:picMkLst>
            <pc:docMk/>
            <pc:sldMk cId="2622681677" sldId="352"/>
            <ac:picMk id="4" creationId="{871A6CBD-D877-480B-B07F-571783D22902}"/>
          </ac:picMkLst>
        </pc:picChg>
        <pc:picChg chg="add mod">
          <ac:chgData name="Romain Rachenne" userId="d05ffb5d262588ec" providerId="LiveId" clId="{E3807FEB-92A2-45B9-8B5D-9C9F9C2445ED}" dt="2020-12-07T15:17:43.658" v="2622"/>
          <ac:picMkLst>
            <pc:docMk/>
            <pc:sldMk cId="2622681677" sldId="352"/>
            <ac:picMk id="12" creationId="{0DAF7231-E3A6-4FC1-9D22-D8F22F669B98}"/>
          </ac:picMkLst>
        </pc:picChg>
        <pc:picChg chg="add mod">
          <ac:chgData name="Romain Rachenne" userId="d05ffb5d262588ec" providerId="LiveId" clId="{E3807FEB-92A2-45B9-8B5D-9C9F9C2445ED}" dt="2020-12-07T15:23:38.898" v="2685"/>
          <ac:picMkLst>
            <pc:docMk/>
            <pc:sldMk cId="2622681677" sldId="352"/>
            <ac:picMk id="14" creationId="{C9751C2A-FE3C-47B4-8CF6-78497537E700}"/>
          </ac:picMkLst>
        </pc:picChg>
        <pc:picChg chg="add mod">
          <ac:chgData name="Romain Rachenne" userId="d05ffb5d262588ec" providerId="LiveId" clId="{E3807FEB-92A2-45B9-8B5D-9C9F9C2445ED}" dt="2020-12-09T14:08:03.017" v="3062"/>
          <ac:picMkLst>
            <pc:docMk/>
            <pc:sldMk cId="2622681677" sldId="352"/>
            <ac:picMk id="16" creationId="{65890BF4-B25B-45F2-81B4-60AD172757A9}"/>
          </ac:picMkLst>
        </pc:picChg>
        <pc:cxnChg chg="add">
          <ac:chgData name="Romain Rachenne" userId="d05ffb5d262588ec" providerId="LiveId" clId="{E3807FEB-92A2-45B9-8B5D-9C9F9C2445ED}" dt="2020-12-07T15:06:25.337" v="2542" actId="26606"/>
          <ac:cxnSpMkLst>
            <pc:docMk/>
            <pc:sldMk cId="2622681677" sldId="352"/>
            <ac:cxnSpMk id="13" creationId="{7E1D4427-852B-4B37-8E76-0E9F1810BA2A}"/>
          </ac:cxnSpMkLst>
        </pc:cxnChg>
        <pc:cxnChg chg="add">
          <ac:chgData name="Romain Rachenne" userId="d05ffb5d262588ec" providerId="LiveId" clId="{E3807FEB-92A2-45B9-8B5D-9C9F9C2445ED}" dt="2020-12-07T15:06:25.337" v="2542" actId="26606"/>
          <ac:cxnSpMkLst>
            <pc:docMk/>
            <pc:sldMk cId="2622681677" sldId="352"/>
            <ac:cxnSpMk id="17" creationId="{5C6A2BAE-B461-4B55-8E1F-0722ABDD1393}"/>
          </ac:cxnSpMkLst>
        </pc:cxnChg>
      </pc:sldChg>
      <pc:sldChg chg="new del ord">
        <pc:chgData name="Romain Rachenne" userId="d05ffb5d262588ec" providerId="LiveId" clId="{E3807FEB-92A2-45B9-8B5D-9C9F9C2445ED}" dt="2020-12-07T15:07:55.980" v="2549" actId="47"/>
        <pc:sldMkLst>
          <pc:docMk/>
          <pc:sldMk cId="1052634586" sldId="353"/>
        </pc:sldMkLst>
      </pc:sldChg>
      <pc:sldChg chg="addSp delSp modSp add del mod ord modTransition">
        <pc:chgData name="Romain Rachenne" userId="d05ffb5d262588ec" providerId="LiveId" clId="{E3807FEB-92A2-45B9-8B5D-9C9F9C2445ED}" dt="2020-12-07T15:30:35.893" v="2820" actId="47"/>
        <pc:sldMkLst>
          <pc:docMk/>
          <pc:sldMk cId="1199834003" sldId="354"/>
        </pc:sldMkLst>
        <pc:spChg chg="mod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" creationId="{D11FAE35-D882-4808-BC79-41E636B7A22D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9" creationId="{FB5993E2-C02B-4335-ABA5-D8EC465551E3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11" creationId="{C0B801A2-5622-4BE8-9AD2-C337A2CD0022}"/>
          </ac:spMkLst>
        </pc:spChg>
        <pc:spChg chg="add del">
          <ac:chgData name="Romain Rachenne" userId="d05ffb5d262588ec" providerId="LiveId" clId="{E3807FEB-92A2-45B9-8B5D-9C9F9C2445ED}" dt="2020-12-07T15:23:51.227" v="2690" actId="26606"/>
          <ac:spMkLst>
            <pc:docMk/>
            <pc:sldMk cId="1199834003" sldId="354"/>
            <ac:spMk id="13" creationId="{B7AF614F-5BC3-4086-99F5-B87C5847A071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18" creationId="{5CF81D86-BDBA-477C-B7DD-8D359BB9965B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2" creationId="{88AA064E-5F6E-4024-BC28-EDDC3DFC70E1}"/>
          </ac:spMkLst>
        </pc:spChg>
        <pc:spChg chg="add del">
          <ac:chgData name="Romain Rachenne" userId="d05ffb5d262588ec" providerId="LiveId" clId="{E3807FEB-92A2-45B9-8B5D-9C9F9C2445ED}" dt="2020-12-07T15:24:24.180" v="2695" actId="26606"/>
          <ac:spMkLst>
            <pc:docMk/>
            <pc:sldMk cId="1199834003" sldId="354"/>
            <ac:spMk id="24" creationId="{03B29638-4838-4B9B-B9DB-96E542BAF3E6}"/>
          </ac:spMkLst>
        </pc:spChg>
        <pc:graphicFrameChg chg="mod ord modGraphic">
          <ac:chgData name="Romain Rachenne" userId="d05ffb5d262588ec" providerId="LiveId" clId="{E3807FEB-92A2-45B9-8B5D-9C9F9C2445ED}" dt="2020-12-07T15:24:24.180" v="2695" actId="26606"/>
          <ac:graphicFrameMkLst>
            <pc:docMk/>
            <pc:sldMk cId="1199834003" sldId="354"/>
            <ac:graphicFrameMk id="5" creationId="{FB5EA03B-4A14-4367-8014-8E835B6E3848}"/>
          </ac:graphicFrameMkLst>
        </pc:graphicFrameChg>
        <pc:picChg chg="add mod ord">
          <ac:chgData name="Romain Rachenne" userId="d05ffb5d262588ec" providerId="LiveId" clId="{E3807FEB-92A2-45B9-8B5D-9C9F9C2445ED}" dt="2020-12-07T15:23:51.227" v="2690" actId="26606"/>
          <ac:picMkLst>
            <pc:docMk/>
            <pc:sldMk cId="1199834003" sldId="354"/>
            <ac:picMk id="7" creationId="{6788906A-B2D8-4CB5-BC90-C875A78783C5}"/>
          </ac:picMkLst>
        </pc:picChg>
        <pc:picChg chg="add del mod">
          <ac:chgData name="Romain Rachenne" userId="d05ffb5d262588ec" providerId="LiveId" clId="{E3807FEB-92A2-45B9-8B5D-9C9F9C2445ED}" dt="2020-12-07T15:23:58.584" v="2691" actId="478"/>
          <ac:picMkLst>
            <pc:docMk/>
            <pc:sldMk cId="1199834003" sldId="354"/>
            <ac:picMk id="8" creationId="{7164ED30-86C7-4140-B053-CC2361BD272F}"/>
          </ac:picMkLst>
        </pc:picChg>
        <pc:picChg chg="add mod ord">
          <ac:chgData name="Romain Rachenne" userId="d05ffb5d262588ec" providerId="LiveId" clId="{E3807FEB-92A2-45B9-8B5D-9C9F9C2445ED}" dt="2020-12-07T15:24:24.180" v="2695" actId="26606"/>
          <ac:picMkLst>
            <pc:docMk/>
            <pc:sldMk cId="1199834003" sldId="354"/>
            <ac:picMk id="14" creationId="{257C9379-9509-46D3-B59D-4EE94D413354}"/>
          </ac:picMkLst>
        </pc:picChg>
        <pc:cxnChg chg="add del">
          <ac:chgData name="Romain Rachenne" userId="d05ffb5d262588ec" providerId="LiveId" clId="{E3807FEB-92A2-45B9-8B5D-9C9F9C2445ED}" dt="2020-12-07T15:24:24.180" v="2695" actId="26606"/>
          <ac:cxnSpMkLst>
            <pc:docMk/>
            <pc:sldMk cId="1199834003" sldId="354"/>
            <ac:cxnSpMk id="20" creationId="{C65F3E9C-EF11-4F8F-A621-399C7A3E6401}"/>
          </ac:cxnSpMkLst>
        </pc:cxnChg>
      </pc:sldChg>
      <pc:sldChg chg="addSp modSp add mod ord">
        <pc:chgData name="Romain Rachenne" userId="d05ffb5d262588ec" providerId="LiveId" clId="{E3807FEB-92A2-45B9-8B5D-9C9F9C2445ED}" dt="2020-12-09T14:07:39.798" v="3052"/>
        <pc:sldMkLst>
          <pc:docMk/>
          <pc:sldMk cId="8062692" sldId="355"/>
        </pc:sldMkLst>
        <pc:spChg chg="mod">
          <ac:chgData name="Romain Rachenne" userId="d05ffb5d262588ec" providerId="LiveId" clId="{E3807FEB-92A2-45B9-8B5D-9C9F9C2445ED}" dt="2020-12-07T15:28:29.577" v="2771"/>
          <ac:spMkLst>
            <pc:docMk/>
            <pc:sldMk cId="8062692" sldId="355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28:22.570" v="2770" actId="20577"/>
          <ac:graphicFrameMkLst>
            <pc:docMk/>
            <pc:sldMk cId="8062692" sldId="355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7T15:28:35.091" v="2773"/>
          <ac:picMkLst>
            <pc:docMk/>
            <pc:sldMk cId="8062692" sldId="355"/>
            <ac:picMk id="6" creationId="{AD1E9473-3D21-4508-9051-02E18FBCD51B}"/>
          </ac:picMkLst>
        </pc:picChg>
        <pc:picChg chg="add mod">
          <ac:chgData name="Romain Rachenne" userId="d05ffb5d262588ec" providerId="LiveId" clId="{E3807FEB-92A2-45B9-8B5D-9C9F9C2445ED}" dt="2020-12-09T14:07:39.798" v="3052"/>
          <ac:picMkLst>
            <pc:docMk/>
            <pc:sldMk cId="8062692" sldId="355"/>
            <ac:picMk id="9" creationId="{F2544512-3DF1-4FCE-9F2B-24074B9896AA}"/>
          </ac:picMkLst>
        </pc:picChg>
      </pc:sldChg>
      <pc:sldChg chg="addSp modSp add mod ord">
        <pc:chgData name="Romain Rachenne" userId="d05ffb5d262588ec" providerId="LiveId" clId="{E3807FEB-92A2-45B9-8B5D-9C9F9C2445ED}" dt="2020-12-09T14:07:52.683" v="3058"/>
        <pc:sldMkLst>
          <pc:docMk/>
          <pc:sldMk cId="2598671472" sldId="356"/>
        </pc:sldMkLst>
        <pc:spChg chg="mod">
          <ac:chgData name="Romain Rachenne" userId="d05ffb5d262588ec" providerId="LiveId" clId="{E3807FEB-92A2-45B9-8B5D-9C9F9C2445ED}" dt="2020-12-07T15:29:45.899" v="2802" actId="20577"/>
          <ac:spMkLst>
            <pc:docMk/>
            <pc:sldMk cId="2598671472" sldId="356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29:09.480" v="2780" actId="20577"/>
          <ac:graphicFrameMkLst>
            <pc:docMk/>
            <pc:sldMk cId="2598671472" sldId="356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9T14:07:52.683" v="3058"/>
          <ac:picMkLst>
            <pc:docMk/>
            <pc:sldMk cId="2598671472" sldId="356"/>
            <ac:picMk id="9" creationId="{4CFBC15D-C62B-4AE9-9C34-D26BDF04DF8A}"/>
          </ac:picMkLst>
        </pc:picChg>
      </pc:sldChg>
      <pc:sldChg chg="addSp modSp add mod ord">
        <pc:chgData name="Romain Rachenne" userId="d05ffb5d262588ec" providerId="LiveId" clId="{E3807FEB-92A2-45B9-8B5D-9C9F9C2445ED}" dt="2020-12-09T14:08:11.229" v="3065"/>
        <pc:sldMkLst>
          <pc:docMk/>
          <pc:sldMk cId="1897892808" sldId="357"/>
        </pc:sldMkLst>
        <pc:spChg chg="mod">
          <ac:chgData name="Romain Rachenne" userId="d05ffb5d262588ec" providerId="LiveId" clId="{E3807FEB-92A2-45B9-8B5D-9C9F9C2445ED}" dt="2020-12-08T08:22:50.482" v="2839" actId="20577"/>
          <ac:spMkLst>
            <pc:docMk/>
            <pc:sldMk cId="1897892808" sldId="357"/>
            <ac:spMk id="2" creationId="{D11FAE35-D882-4808-BC79-41E636B7A22D}"/>
          </ac:spMkLst>
        </pc:spChg>
        <pc:graphicFrameChg chg="mod">
          <ac:chgData name="Romain Rachenne" userId="d05ffb5d262588ec" providerId="LiveId" clId="{E3807FEB-92A2-45B9-8B5D-9C9F9C2445ED}" dt="2020-12-07T15:30:33.183" v="2819" actId="20577"/>
          <ac:graphicFrameMkLst>
            <pc:docMk/>
            <pc:sldMk cId="1897892808" sldId="357"/>
            <ac:graphicFrameMk id="5" creationId="{FB5EA03B-4A14-4367-8014-8E835B6E3848}"/>
          </ac:graphicFrameMkLst>
        </pc:graphicFrameChg>
        <pc:picChg chg="add mod">
          <ac:chgData name="Romain Rachenne" userId="d05ffb5d262588ec" providerId="LiveId" clId="{E3807FEB-92A2-45B9-8B5D-9C9F9C2445ED}" dt="2020-12-07T15:30:48.894" v="2834"/>
          <ac:picMkLst>
            <pc:docMk/>
            <pc:sldMk cId="1897892808" sldId="357"/>
            <ac:picMk id="6" creationId="{FD73A440-D6EC-4C25-A9A6-B03C4BF5ABAD}"/>
          </ac:picMkLst>
        </pc:picChg>
        <pc:picChg chg="add mod">
          <ac:chgData name="Romain Rachenne" userId="d05ffb5d262588ec" providerId="LiveId" clId="{E3807FEB-92A2-45B9-8B5D-9C9F9C2445ED}" dt="2020-12-09T14:08:11.229" v="3065"/>
          <ac:picMkLst>
            <pc:docMk/>
            <pc:sldMk cId="1897892808" sldId="357"/>
            <ac:picMk id="9" creationId="{242EF88A-B4FE-4023-A2A0-585B2CF6B5A0}"/>
          </ac:picMkLst>
        </pc:picChg>
      </pc:sldChg>
      <pc:sldChg chg="add del ord">
        <pc:chgData name="Romain Rachenne" userId="d05ffb5d262588ec" providerId="LiveId" clId="{E3807FEB-92A2-45B9-8B5D-9C9F9C2445ED}" dt="2020-12-07T15:30:20.024" v="2803" actId="47"/>
        <pc:sldMkLst>
          <pc:docMk/>
          <pc:sldMk cId="2706206870" sldId="357"/>
        </pc:sldMkLst>
      </pc:sldChg>
      <pc:sldChg chg="addSp modSp new del">
        <pc:chgData name="Romain Rachenne" userId="d05ffb5d262588ec" providerId="LiveId" clId="{E3807FEB-92A2-45B9-8B5D-9C9F9C2445ED}" dt="2020-12-09T14:08:39.061" v="3074" actId="47"/>
        <pc:sldMkLst>
          <pc:docMk/>
          <pc:sldMk cId="175551286" sldId="358"/>
        </pc:sldMkLst>
        <pc:picChg chg="add mod">
          <ac:chgData name="Romain Rachenne" userId="d05ffb5d262588ec" providerId="LiveId" clId="{E3807FEB-92A2-45B9-8B5D-9C9F9C2445ED}" dt="2020-12-09T14:08:35.021" v="3072" actId="14100"/>
          <ac:picMkLst>
            <pc:docMk/>
            <pc:sldMk cId="175551286" sldId="358"/>
            <ac:picMk id="2" creationId="{B6E71346-8CBC-465C-B7A6-B5AC516D5D0D}"/>
          </ac:picMkLst>
        </pc:picChg>
      </pc:sldChg>
      <pc:sldChg chg="addSp delSp modSp new mod">
        <pc:chgData name="Romain Rachenne" userId="d05ffb5d262588ec" providerId="LiveId" clId="{E3807FEB-92A2-45B9-8B5D-9C9F9C2445ED}" dt="2020-12-09T14:30:36.667" v="3203" actId="20577"/>
        <pc:sldMkLst>
          <pc:docMk/>
          <pc:sldMk cId="2818825844" sldId="358"/>
        </pc:sldMkLst>
        <pc:spChg chg="mod">
          <ac:chgData name="Romain Rachenne" userId="d05ffb5d262588ec" providerId="LiveId" clId="{E3807FEB-92A2-45B9-8B5D-9C9F9C2445ED}" dt="2020-12-09T14:30:36.667" v="3203" actId="20577"/>
          <ac:spMkLst>
            <pc:docMk/>
            <pc:sldMk cId="2818825844" sldId="358"/>
            <ac:spMk id="2" creationId="{92BA1684-E405-467C-8DE1-082B19C75699}"/>
          </ac:spMkLst>
        </pc:spChg>
        <pc:spChg chg="del">
          <ac:chgData name="Romain Rachenne" userId="d05ffb5d262588ec" providerId="LiveId" clId="{E3807FEB-92A2-45B9-8B5D-9C9F9C2445ED}" dt="2020-12-09T14:30:14.518" v="3147"/>
          <ac:spMkLst>
            <pc:docMk/>
            <pc:sldMk cId="2818825844" sldId="358"/>
            <ac:spMk id="3" creationId="{A9932F10-3A43-48F6-AD83-D7C88CED1526}"/>
          </ac:spMkLst>
        </pc:spChg>
        <pc:picChg chg="add mod">
          <ac:chgData name="Romain Rachenne" userId="d05ffb5d262588ec" providerId="LiveId" clId="{E3807FEB-92A2-45B9-8B5D-9C9F9C2445ED}" dt="2020-12-09T14:30:24.025" v="3176" actId="1076"/>
          <ac:picMkLst>
            <pc:docMk/>
            <pc:sldMk cId="2818825844" sldId="358"/>
            <ac:picMk id="4" creationId="{A13FD23C-7EEC-4431-82A5-9E72758A58B0}"/>
          </ac:picMkLst>
        </pc:picChg>
      </pc:sldChg>
      <pc:sldChg chg="addSp delSp modSp add del mod">
        <pc:chgData name="Romain Rachenne" userId="d05ffb5d262588ec" providerId="LiveId" clId="{E3807FEB-92A2-45B9-8B5D-9C9F9C2445ED}" dt="2020-12-09T14:18:47.274" v="3142" actId="47"/>
        <pc:sldMkLst>
          <pc:docMk/>
          <pc:sldMk cId="1421184151" sldId="359"/>
        </pc:sldMkLst>
        <pc:spChg chg="mod">
          <ac:chgData name="Romain Rachenne" userId="d05ffb5d262588ec" providerId="LiveId" clId="{E3807FEB-92A2-45B9-8B5D-9C9F9C2445ED}" dt="2020-12-09T14:09:33.947" v="3132" actId="20577"/>
          <ac:spMkLst>
            <pc:docMk/>
            <pc:sldMk cId="1421184151" sldId="359"/>
            <ac:spMk id="5" creationId="{CA24649E-C454-4F33-B392-0356E6DC227A}"/>
          </ac:spMkLst>
        </pc:spChg>
        <pc:picChg chg="del">
          <ac:chgData name="Romain Rachenne" userId="d05ffb5d262588ec" providerId="LiveId" clId="{E3807FEB-92A2-45B9-8B5D-9C9F9C2445ED}" dt="2020-12-09T14:08:41.220" v="3075" actId="478"/>
          <ac:picMkLst>
            <pc:docMk/>
            <pc:sldMk cId="1421184151" sldId="359"/>
            <ac:picMk id="4" creationId="{7B327573-C8E0-409A-A73D-DB9C7873341C}"/>
          </ac:picMkLst>
        </pc:picChg>
        <pc:picChg chg="add mod">
          <ac:chgData name="Romain Rachenne" userId="d05ffb5d262588ec" providerId="LiveId" clId="{E3807FEB-92A2-45B9-8B5D-9C9F9C2445ED}" dt="2020-12-09T14:08:55.905" v="3079" actId="1076"/>
          <ac:picMkLst>
            <pc:docMk/>
            <pc:sldMk cId="1421184151" sldId="359"/>
            <ac:picMk id="7" creationId="{5E6527C3-1475-4511-9E56-A88D490AA56F}"/>
          </ac:picMkLst>
        </pc:picChg>
        <pc:picChg chg="del">
          <ac:chgData name="Romain Rachenne" userId="d05ffb5d262588ec" providerId="LiveId" clId="{E3807FEB-92A2-45B9-8B5D-9C9F9C2445ED}" dt="2020-12-09T14:08:58.793" v="3080" actId="478"/>
          <ac:picMkLst>
            <pc:docMk/>
            <pc:sldMk cId="1421184151" sldId="359"/>
            <ac:picMk id="1026" creationId="{956188A3-9A7A-4699-AD49-2EBBAC98FA46}"/>
          </ac:picMkLst>
        </pc:picChg>
      </pc:sldChg>
      <pc:sldChg chg="modSp new mod">
        <pc:chgData name="Romain Rachenne" userId="d05ffb5d262588ec" providerId="LiveId" clId="{E3807FEB-92A2-45B9-8B5D-9C9F9C2445ED}" dt="2020-12-09T14:31:27.935" v="3253" actId="20577"/>
        <pc:sldMkLst>
          <pc:docMk/>
          <pc:sldMk cId="1482809837" sldId="359"/>
        </pc:sldMkLst>
        <pc:spChg chg="mod">
          <ac:chgData name="Romain Rachenne" userId="d05ffb5d262588ec" providerId="LiveId" clId="{E3807FEB-92A2-45B9-8B5D-9C9F9C2445ED}" dt="2020-12-09T14:31:27.935" v="3253" actId="20577"/>
          <ac:spMkLst>
            <pc:docMk/>
            <pc:sldMk cId="1482809837" sldId="359"/>
            <ac:spMk id="2" creationId="{151CD8BC-E868-4D08-A768-62ADD13FA9C4}"/>
          </ac:spMkLst>
        </pc:spChg>
      </pc:sldChg>
    </pc:docChg>
  </pc:docChgLst>
  <pc:docChgLst>
    <pc:chgData name="Romain Rachenne" userId="d05ffb5d262588ec" providerId="Windows Live" clId="Web-{56D02180-01B7-4489-BF8C-91CEF79FEE8C}"/>
    <pc:docChg chg="addSld delSld modSld">
      <pc:chgData name="Romain Rachenne" userId="d05ffb5d262588ec" providerId="Windows Live" clId="Web-{56D02180-01B7-4489-BF8C-91CEF79FEE8C}" dt="2021-03-03T09:32:20.337" v="29"/>
      <pc:docMkLst>
        <pc:docMk/>
      </pc:docMkLst>
      <pc:sldChg chg="modSp">
        <pc:chgData name="Romain Rachenne" userId="d05ffb5d262588ec" providerId="Windows Live" clId="Web-{56D02180-01B7-4489-BF8C-91CEF79FEE8C}" dt="2021-03-03T09:31:30.100" v="20" actId="1076"/>
        <pc:sldMkLst>
          <pc:docMk/>
          <pc:sldMk cId="1094221756" sldId="337"/>
        </pc:sldMkLst>
        <pc:picChg chg="mod">
          <ac:chgData name="Romain Rachenne" userId="d05ffb5d262588ec" providerId="Windows Live" clId="Web-{56D02180-01B7-4489-BF8C-91CEF79FEE8C}" dt="2021-03-03T09:31:30.100" v="20" actId="1076"/>
          <ac:picMkLst>
            <pc:docMk/>
            <pc:sldMk cId="1094221756" sldId="337"/>
            <ac:picMk id="4" creationId="{72CFDAC7-D6FB-4DF7-8B64-A10C1BFFA53D}"/>
          </ac:picMkLst>
        </pc:picChg>
      </pc:sldChg>
      <pc:sldChg chg="modSp">
        <pc:chgData name="Romain Rachenne" userId="d05ffb5d262588ec" providerId="Windows Live" clId="Web-{56D02180-01B7-4489-BF8C-91CEF79FEE8C}" dt="2021-03-03T09:31:56.508" v="21" actId="1076"/>
        <pc:sldMkLst>
          <pc:docMk/>
          <pc:sldMk cId="4121407599" sldId="396"/>
        </pc:sldMkLst>
        <pc:picChg chg="mod">
          <ac:chgData name="Romain Rachenne" userId="d05ffb5d262588ec" providerId="Windows Live" clId="Web-{56D02180-01B7-4489-BF8C-91CEF79FEE8C}" dt="2021-03-03T09:31:56.508" v="21" actId="1076"/>
          <ac:picMkLst>
            <pc:docMk/>
            <pc:sldMk cId="4121407599" sldId="396"/>
            <ac:picMk id="5" creationId="{AB9753DF-A3DA-44EB-9646-C11FFFA1CFCE}"/>
          </ac:picMkLst>
        </pc:picChg>
      </pc:sldChg>
      <pc:sldChg chg="addSp delSp">
        <pc:chgData name="Romain Rachenne" userId="d05ffb5d262588ec" providerId="Windows Live" clId="Web-{56D02180-01B7-4489-BF8C-91CEF79FEE8C}" dt="2021-03-03T09:32:17.477" v="28"/>
        <pc:sldMkLst>
          <pc:docMk/>
          <pc:sldMk cId="2271538676" sldId="410"/>
        </pc:sldMkLst>
        <pc:picChg chg="add">
          <ac:chgData name="Romain Rachenne" userId="d05ffb5d262588ec" providerId="Windows Live" clId="Web-{56D02180-01B7-4489-BF8C-91CEF79FEE8C}" dt="2021-03-03T09:32:13.649" v="26"/>
          <ac:picMkLst>
            <pc:docMk/>
            <pc:sldMk cId="2271538676" sldId="410"/>
            <ac:picMk id="3" creationId="{2158AD19-1D6C-41F4-AB1B-6B4D699C91D9}"/>
          </ac:picMkLst>
        </pc:picChg>
        <pc:picChg chg="del">
          <ac:chgData name="Romain Rachenne" userId="d05ffb5d262588ec" providerId="Windows Live" clId="Web-{56D02180-01B7-4489-BF8C-91CEF79FEE8C}" dt="2021-03-03T09:32:08.899" v="25"/>
          <ac:picMkLst>
            <pc:docMk/>
            <pc:sldMk cId="2271538676" sldId="410"/>
            <ac:picMk id="4" creationId="{60E9C02A-2D60-4C9C-B402-1C3D388EE2EC}"/>
          </ac:picMkLst>
        </pc:picChg>
        <pc:picChg chg="add">
          <ac:chgData name="Romain Rachenne" userId="d05ffb5d262588ec" providerId="Windows Live" clId="Web-{56D02180-01B7-4489-BF8C-91CEF79FEE8C}" dt="2021-03-03T09:32:15.446" v="27"/>
          <ac:picMkLst>
            <pc:docMk/>
            <pc:sldMk cId="2271538676" sldId="410"/>
            <ac:picMk id="5" creationId="{EA5C05A8-600E-4A9D-A9DC-19A6741FEBAA}"/>
          </ac:picMkLst>
        </pc:picChg>
        <pc:picChg chg="add">
          <ac:chgData name="Romain Rachenne" userId="d05ffb5d262588ec" providerId="Windows Live" clId="Web-{56D02180-01B7-4489-BF8C-91CEF79FEE8C}" dt="2021-03-03T09:32:17.477" v="28"/>
          <ac:picMkLst>
            <pc:docMk/>
            <pc:sldMk cId="2271538676" sldId="410"/>
            <ac:picMk id="6" creationId="{3462440E-0F84-478F-B0F8-5883DBF5CE66}"/>
          </ac:picMkLst>
        </pc:picChg>
        <pc:picChg chg="del">
          <ac:chgData name="Romain Rachenne" userId="d05ffb5d262588ec" providerId="Windows Live" clId="Web-{56D02180-01B7-4489-BF8C-91CEF79FEE8C}" dt="2021-03-03T09:32:05.117" v="24"/>
          <ac:picMkLst>
            <pc:docMk/>
            <pc:sldMk cId="2271538676" sldId="410"/>
            <ac:picMk id="11" creationId="{CA430D27-003F-4BDB-9D23-578FE08DBB30}"/>
          </ac:picMkLst>
        </pc:picChg>
        <pc:picChg chg="del">
          <ac:chgData name="Romain Rachenne" userId="d05ffb5d262588ec" providerId="Windows Live" clId="Web-{56D02180-01B7-4489-BF8C-91CEF79FEE8C}" dt="2021-03-03T09:32:04.492" v="23"/>
          <ac:picMkLst>
            <pc:docMk/>
            <pc:sldMk cId="2271538676" sldId="410"/>
            <ac:picMk id="13" creationId="{3CB4C39A-0A90-4340-B1C5-7AB17445AC58}"/>
          </ac:picMkLst>
        </pc:picChg>
        <pc:picChg chg="del">
          <ac:chgData name="Romain Rachenne" userId="d05ffb5d262588ec" providerId="Windows Live" clId="Web-{56D02180-01B7-4489-BF8C-91CEF79FEE8C}" dt="2021-03-03T09:32:03.852" v="22"/>
          <ac:picMkLst>
            <pc:docMk/>
            <pc:sldMk cId="2271538676" sldId="410"/>
            <ac:picMk id="15" creationId="{FC54C4AC-A18F-444A-B214-DD2DC51B7C21}"/>
          </ac:picMkLst>
        </pc:picChg>
      </pc:sldChg>
      <pc:sldChg chg="delSp">
        <pc:chgData name="Romain Rachenne" userId="d05ffb5d262588ec" providerId="Windows Live" clId="Web-{56D02180-01B7-4489-BF8C-91CEF79FEE8C}" dt="2021-03-03T09:32:20.337" v="29"/>
        <pc:sldMkLst>
          <pc:docMk/>
          <pc:sldMk cId="1097415183" sldId="411"/>
        </pc:sldMkLst>
        <pc:picChg chg="del">
          <ac:chgData name="Romain Rachenne" userId="d05ffb5d262588ec" providerId="Windows Live" clId="Web-{56D02180-01B7-4489-BF8C-91CEF79FEE8C}" dt="2021-03-03T09:32:20.337" v="29"/>
          <ac:picMkLst>
            <pc:docMk/>
            <pc:sldMk cId="1097415183" sldId="411"/>
            <ac:picMk id="4" creationId="{60E9C02A-2D60-4C9C-B402-1C3D388EE2EC}"/>
          </ac:picMkLst>
        </pc:picChg>
      </pc:sldChg>
      <pc:sldChg chg="addSp delSp modSp">
        <pc:chgData name="Romain Rachenne" userId="d05ffb5d262588ec" providerId="Windows Live" clId="Web-{56D02180-01B7-4489-BF8C-91CEF79FEE8C}" dt="2021-03-03T09:31:14.740" v="19"/>
        <pc:sldMkLst>
          <pc:docMk/>
          <pc:sldMk cId="926219172" sldId="415"/>
        </pc:sldMkLst>
        <pc:picChg chg="add mod">
          <ac:chgData name="Romain Rachenne" userId="d05ffb5d262588ec" providerId="Windows Live" clId="Web-{56D02180-01B7-4489-BF8C-91CEF79FEE8C}" dt="2021-03-03T09:29:09.546" v="8" actId="1076"/>
          <ac:picMkLst>
            <pc:docMk/>
            <pc:sldMk cId="926219172" sldId="415"/>
            <ac:picMk id="3" creationId="{CB09C8C6-4648-4AC6-B669-624EAFB9184F}"/>
          </ac:picMkLst>
        </pc:picChg>
        <pc:picChg chg="add">
          <ac:chgData name="Romain Rachenne" userId="d05ffb5d262588ec" providerId="Windows Live" clId="Web-{56D02180-01B7-4489-BF8C-91CEF79FEE8C}" dt="2021-03-03T09:31:09.849" v="17"/>
          <ac:picMkLst>
            <pc:docMk/>
            <pc:sldMk cId="926219172" sldId="415"/>
            <ac:picMk id="4" creationId="{49689AA2-E348-4675-9581-73A5B5FC963D}"/>
          </ac:picMkLst>
        </pc:picChg>
        <pc:picChg chg="mod">
          <ac:chgData name="Romain Rachenne" userId="d05ffb5d262588ec" providerId="Windows Live" clId="Web-{56D02180-01B7-4489-BF8C-91CEF79FEE8C}" dt="2021-03-03T09:29:03.764" v="6" actId="1076"/>
          <ac:picMkLst>
            <pc:docMk/>
            <pc:sldMk cId="926219172" sldId="415"/>
            <ac:picMk id="5" creationId="{17A62FE2-9C92-4A1D-BB89-AD2A5543F01D}"/>
          </ac:picMkLst>
        </pc:picChg>
        <pc:picChg chg="del">
          <ac:chgData name="Romain Rachenne" userId="d05ffb5d262588ec" providerId="Windows Live" clId="Web-{56D02180-01B7-4489-BF8C-91CEF79FEE8C}" dt="2021-03-03T09:28:49.388" v="0"/>
          <ac:picMkLst>
            <pc:docMk/>
            <pc:sldMk cId="926219172" sldId="415"/>
            <ac:picMk id="6" creationId="{2E206534-648F-4EB5-B59D-2E5CBB6FA091}"/>
          </ac:picMkLst>
        </pc:picChg>
        <pc:picChg chg="del">
          <ac:chgData name="Romain Rachenne" userId="d05ffb5d262588ec" providerId="Windows Live" clId="Web-{56D02180-01B7-4489-BF8C-91CEF79FEE8C}" dt="2021-03-03T09:28:54.436" v="4"/>
          <ac:picMkLst>
            <pc:docMk/>
            <pc:sldMk cId="926219172" sldId="415"/>
            <ac:picMk id="7" creationId="{14B88ADF-539B-44E7-8996-367725BFCA94}"/>
          </ac:picMkLst>
        </pc:picChg>
        <pc:picChg chg="del">
          <ac:chgData name="Romain Rachenne" userId="d05ffb5d262588ec" providerId="Windows Live" clId="Web-{56D02180-01B7-4489-BF8C-91CEF79FEE8C}" dt="2021-03-03T09:28:53.435" v="2"/>
          <ac:picMkLst>
            <pc:docMk/>
            <pc:sldMk cId="926219172" sldId="415"/>
            <ac:picMk id="8" creationId="{2ED980B3-0791-4DD3-8877-4390270283F0}"/>
          </ac:picMkLst>
        </pc:picChg>
        <pc:picChg chg="del">
          <ac:chgData name="Romain Rachenne" userId="d05ffb5d262588ec" providerId="Windows Live" clId="Web-{56D02180-01B7-4489-BF8C-91CEF79FEE8C}" dt="2021-03-03T09:28:53.842" v="3"/>
          <ac:picMkLst>
            <pc:docMk/>
            <pc:sldMk cId="926219172" sldId="415"/>
            <ac:picMk id="9" creationId="{50CE29CB-4B43-4CCA-A8FF-5277E73BB2C5}"/>
          </ac:picMkLst>
        </pc:picChg>
        <pc:picChg chg="add">
          <ac:chgData name="Romain Rachenne" userId="d05ffb5d262588ec" providerId="Windows Live" clId="Web-{56D02180-01B7-4489-BF8C-91CEF79FEE8C}" dt="2021-03-03T09:31:12.474" v="18"/>
          <ac:picMkLst>
            <pc:docMk/>
            <pc:sldMk cId="926219172" sldId="415"/>
            <ac:picMk id="12" creationId="{FCD67957-0F3B-4AA0-87BA-9AA9B4FAE38E}"/>
          </ac:picMkLst>
        </pc:picChg>
        <pc:picChg chg="add">
          <ac:chgData name="Romain Rachenne" userId="d05ffb5d262588ec" providerId="Windows Live" clId="Web-{56D02180-01B7-4489-BF8C-91CEF79FEE8C}" dt="2021-03-03T09:31:14.740" v="19"/>
          <ac:picMkLst>
            <pc:docMk/>
            <pc:sldMk cId="926219172" sldId="415"/>
            <ac:picMk id="14" creationId="{D1C2F2F1-1A17-4AEE-9582-D1577FB5ED08}"/>
          </ac:picMkLst>
        </pc:picChg>
      </pc:sldChg>
      <pc:sldChg chg="addSp delSp modSp add del replId">
        <pc:chgData name="Romain Rachenne" userId="d05ffb5d262588ec" providerId="Windows Live" clId="Web-{56D02180-01B7-4489-BF8C-91CEF79FEE8C}" dt="2021-03-03T09:31:06.536" v="16"/>
        <pc:sldMkLst>
          <pc:docMk/>
          <pc:sldMk cId="2081220049" sldId="421"/>
        </pc:sldMkLst>
        <pc:picChg chg="add mod">
          <ac:chgData name="Romain Rachenne" userId="d05ffb5d262588ec" providerId="Windows Live" clId="Web-{56D02180-01B7-4489-BF8C-91CEF79FEE8C}" dt="2021-03-03T09:31:04.099" v="15" actId="1076"/>
          <ac:picMkLst>
            <pc:docMk/>
            <pc:sldMk cId="2081220049" sldId="421"/>
            <ac:picMk id="4" creationId="{6ACA5EEB-1432-45A9-B185-66735C319C7F}"/>
          </ac:picMkLst>
        </pc:picChg>
        <pc:picChg chg="del">
          <ac:chgData name="Romain Rachenne" userId="d05ffb5d262588ec" providerId="Windows Live" clId="Web-{56D02180-01B7-4489-BF8C-91CEF79FEE8C}" dt="2021-03-03T09:30:54.895" v="10"/>
          <ac:picMkLst>
            <pc:docMk/>
            <pc:sldMk cId="2081220049" sldId="421"/>
            <ac:picMk id="5" creationId="{17A62FE2-9C92-4A1D-BB89-AD2A5543F01D}"/>
          </ac:picMkLst>
        </pc:picChg>
      </pc:sldChg>
    </pc:docChg>
  </pc:docChgLst>
  <pc:docChgLst>
    <pc:chgData name="Romain Rachenne" userId="d05ffb5d262588ec" providerId="LiveId" clId="{6EF55C5A-D936-464F-8BDD-1A87440F9A13}"/>
    <pc:docChg chg="undo custSel mod modSld sldOrd">
      <pc:chgData name="Romain Rachenne" userId="d05ffb5d262588ec" providerId="LiveId" clId="{6EF55C5A-D936-464F-8BDD-1A87440F9A13}" dt="2020-12-11T07:43:56.813" v="168" actId="1076"/>
      <pc:docMkLst>
        <pc:docMk/>
      </pc:docMkLst>
      <pc:sldChg chg="ord">
        <pc:chgData name="Romain Rachenne" userId="d05ffb5d262588ec" providerId="LiveId" clId="{6EF55C5A-D936-464F-8BDD-1A87440F9A13}" dt="2020-12-11T05:44:15.873" v="12"/>
        <pc:sldMkLst>
          <pc:docMk/>
          <pc:sldMk cId="782006460" sldId="292"/>
        </pc:sldMkLst>
      </pc:sldChg>
      <pc:sldChg chg="addSp delSp modSp mod">
        <pc:chgData name="Romain Rachenne" userId="d05ffb5d262588ec" providerId="LiveId" clId="{6EF55C5A-D936-464F-8BDD-1A87440F9A13}" dt="2020-12-11T05:45:14.655" v="28"/>
        <pc:sldMkLst>
          <pc:docMk/>
          <pc:sldMk cId="209503933" sldId="293"/>
        </pc:sldMkLst>
        <pc:picChg chg="del">
          <ac:chgData name="Romain Rachenne" userId="d05ffb5d262588ec" providerId="LiveId" clId="{6EF55C5A-D936-464F-8BDD-1A87440F9A13}" dt="2020-12-11T05:45:14.375" v="27" actId="478"/>
          <ac:picMkLst>
            <pc:docMk/>
            <pc:sldMk cId="209503933" sldId="293"/>
            <ac:picMk id="4" creationId="{26A434AC-82D8-4FC6-8592-2CFB53F9287C}"/>
          </ac:picMkLst>
        </pc:picChg>
        <pc:picChg chg="add mod">
          <ac:chgData name="Romain Rachenne" userId="d05ffb5d262588ec" providerId="LiveId" clId="{6EF55C5A-D936-464F-8BDD-1A87440F9A13}" dt="2020-12-11T05:45:14.655" v="28"/>
          <ac:picMkLst>
            <pc:docMk/>
            <pc:sldMk cId="209503933" sldId="293"/>
            <ac:picMk id="7" creationId="{CAEE1ED5-7F36-4343-A621-117F47350DFB}"/>
          </ac:picMkLst>
        </pc:picChg>
      </pc:sldChg>
      <pc:sldChg chg="addSp delSp modSp mod">
        <pc:chgData name="Romain Rachenne" userId="d05ffb5d262588ec" providerId="LiveId" clId="{6EF55C5A-D936-464F-8BDD-1A87440F9A13}" dt="2020-12-11T05:45:21.317" v="32"/>
        <pc:sldMkLst>
          <pc:docMk/>
          <pc:sldMk cId="611248365" sldId="299"/>
        </pc:sldMkLst>
        <pc:picChg chg="add mod">
          <ac:chgData name="Romain Rachenne" userId="d05ffb5d262588ec" providerId="LiveId" clId="{6EF55C5A-D936-464F-8BDD-1A87440F9A13}" dt="2020-12-11T05:45:21.317" v="32"/>
          <ac:picMkLst>
            <pc:docMk/>
            <pc:sldMk cId="611248365" sldId="299"/>
            <ac:picMk id="15" creationId="{4E4A015D-5DC1-42D7-957D-BF024A735B79}"/>
          </ac:picMkLst>
        </pc:picChg>
        <pc:picChg chg="del">
          <ac:chgData name="Romain Rachenne" userId="d05ffb5d262588ec" providerId="LiveId" clId="{6EF55C5A-D936-464F-8BDD-1A87440F9A13}" dt="2020-12-11T05:45:21.062" v="31" actId="478"/>
          <ac:picMkLst>
            <pc:docMk/>
            <pc:sldMk cId="611248365" sldId="299"/>
            <ac:picMk id="27" creationId="{B0B18234-9EBA-486F-ADE6-7DD5D4ECE03E}"/>
          </ac:picMkLst>
        </pc:picChg>
      </pc:sldChg>
      <pc:sldChg chg="addSp delSp modSp mod">
        <pc:chgData name="Romain Rachenne" userId="d05ffb5d262588ec" providerId="LiveId" clId="{6EF55C5A-D936-464F-8BDD-1A87440F9A13}" dt="2020-12-11T05:45:18.235" v="30"/>
        <pc:sldMkLst>
          <pc:docMk/>
          <pc:sldMk cId="1993337092" sldId="322"/>
        </pc:sldMkLst>
        <pc:picChg chg="add mod">
          <ac:chgData name="Romain Rachenne" userId="d05ffb5d262588ec" providerId="LiveId" clId="{6EF55C5A-D936-464F-8BDD-1A87440F9A13}" dt="2020-12-11T05:45:18.235" v="30"/>
          <ac:picMkLst>
            <pc:docMk/>
            <pc:sldMk cId="1993337092" sldId="322"/>
            <ac:picMk id="14" creationId="{C8811ACA-31B0-493F-A16D-31EF1E61B7B3}"/>
          </ac:picMkLst>
        </pc:picChg>
        <pc:picChg chg="del">
          <ac:chgData name="Romain Rachenne" userId="d05ffb5d262588ec" providerId="LiveId" clId="{6EF55C5A-D936-464F-8BDD-1A87440F9A13}" dt="2020-12-11T05:45:17.888" v="29" actId="478"/>
          <ac:picMkLst>
            <pc:docMk/>
            <pc:sldMk cId="1993337092" sldId="322"/>
            <ac:picMk id="46" creationId="{5AE6BCF0-30CC-4A22-AF14-8EB30B1B08D0}"/>
          </ac:picMkLst>
        </pc:picChg>
      </pc:sldChg>
      <pc:sldChg chg="addSp delSp modSp mod">
        <pc:chgData name="Romain Rachenne" userId="d05ffb5d262588ec" providerId="LiveId" clId="{6EF55C5A-D936-464F-8BDD-1A87440F9A13}" dt="2020-12-11T07:43:10.135" v="156" actId="1076"/>
        <pc:sldMkLst>
          <pc:docMk/>
          <pc:sldMk cId="2146091089" sldId="324"/>
        </pc:sldMkLst>
        <pc:spChg chg="add mod">
          <ac:chgData name="Romain Rachenne" userId="d05ffb5d262588ec" providerId="LiveId" clId="{6EF55C5A-D936-464F-8BDD-1A87440F9A13}" dt="2020-12-11T07:43:10.135" v="156" actId="1076"/>
          <ac:spMkLst>
            <pc:docMk/>
            <pc:sldMk cId="2146091089" sldId="324"/>
            <ac:spMk id="3" creationId="{19D3ABE5-255F-491A-AACE-F0D28BBECB88}"/>
          </ac:spMkLst>
        </pc:spChg>
        <pc:picChg chg="del">
          <ac:chgData name="Romain Rachenne" userId="d05ffb5d262588ec" providerId="LiveId" clId="{6EF55C5A-D936-464F-8BDD-1A87440F9A13}" dt="2020-12-11T07:37:03.835" v="72" actId="478"/>
          <ac:picMkLst>
            <pc:docMk/>
            <pc:sldMk cId="2146091089" sldId="324"/>
            <ac:picMk id="8" creationId="{0F1090E9-E53B-47B7-A097-9E493B518423}"/>
          </ac:picMkLst>
        </pc:picChg>
        <pc:picChg chg="add mod">
          <ac:chgData name="Romain Rachenne" userId="d05ffb5d262588ec" providerId="LiveId" clId="{6EF55C5A-D936-464F-8BDD-1A87440F9A13}" dt="2020-12-11T07:43:00.296" v="154" actId="1076"/>
          <ac:picMkLst>
            <pc:docMk/>
            <pc:sldMk cId="2146091089" sldId="324"/>
            <ac:picMk id="3075" creationId="{545295F2-FCF1-4E25-91BE-CC8F686B51EB}"/>
          </ac:picMkLst>
        </pc:picChg>
      </pc:sldChg>
      <pc:sldChg chg="addSp delSp modSp mod">
        <pc:chgData name="Romain Rachenne" userId="d05ffb5d262588ec" providerId="LiveId" clId="{6EF55C5A-D936-464F-8BDD-1A87440F9A13}" dt="2020-12-11T07:43:56.813" v="168" actId="1076"/>
        <pc:sldMkLst>
          <pc:docMk/>
          <pc:sldMk cId="2528595908" sldId="342"/>
        </pc:sldMkLst>
        <pc:spChg chg="add del mod">
          <ac:chgData name="Romain Rachenne" userId="d05ffb5d262588ec" providerId="LiveId" clId="{6EF55C5A-D936-464F-8BDD-1A87440F9A13}" dt="2020-12-11T07:33:32.924" v="56"/>
          <ac:spMkLst>
            <pc:docMk/>
            <pc:sldMk cId="2528595908" sldId="342"/>
            <ac:spMk id="3" creationId="{BE12D255-F6D8-4F3D-9E92-6D93131CFE88}"/>
          </ac:spMkLst>
        </pc:spChg>
        <pc:spChg chg="add del">
          <ac:chgData name="Romain Rachenne" userId="d05ffb5d262588ec" providerId="LiveId" clId="{6EF55C5A-D936-464F-8BDD-1A87440F9A13}" dt="2020-12-11T07:33:08.051" v="48"/>
          <ac:spMkLst>
            <pc:docMk/>
            <pc:sldMk cId="2528595908" sldId="342"/>
            <ac:spMk id="4" creationId="{CC6665F5-DEF1-4997-8E27-4FF0A58512E1}"/>
          </ac:spMkLst>
        </pc:spChg>
        <pc:spChg chg="add del mod">
          <ac:chgData name="Romain Rachenne" userId="d05ffb5d262588ec" providerId="LiveId" clId="{6EF55C5A-D936-464F-8BDD-1A87440F9A13}" dt="2020-12-11T07:33:04.409" v="47"/>
          <ac:spMkLst>
            <pc:docMk/>
            <pc:sldMk cId="2528595908" sldId="342"/>
            <ac:spMk id="6" creationId="{7D23A363-A65D-4F96-BEFA-DE5E3179B1CE}"/>
          </ac:spMkLst>
        </pc:spChg>
        <pc:spChg chg="add mod">
          <ac:chgData name="Romain Rachenne" userId="d05ffb5d262588ec" providerId="LiveId" clId="{6EF55C5A-D936-464F-8BDD-1A87440F9A13}" dt="2020-12-11T07:43:49.857" v="166" actId="1076"/>
          <ac:spMkLst>
            <pc:docMk/>
            <pc:sldMk cId="2528595908" sldId="342"/>
            <ac:spMk id="10" creationId="{CEC5E6BD-A6E0-4967-9C80-2232FDB6CE4A}"/>
          </ac:spMkLst>
        </pc:spChg>
        <pc:picChg chg="del">
          <ac:chgData name="Romain Rachenne" userId="d05ffb5d262588ec" providerId="LiveId" clId="{6EF55C5A-D936-464F-8BDD-1A87440F9A13}" dt="2020-12-11T07:32:39.746" v="37" actId="478"/>
          <ac:picMkLst>
            <pc:docMk/>
            <pc:sldMk cId="2528595908" sldId="342"/>
            <ac:picMk id="8" creationId="{CB4436DA-6D21-4481-AD9D-DDFA6AEEEEBE}"/>
          </ac:picMkLst>
        </pc:picChg>
        <pc:picChg chg="add mod">
          <ac:chgData name="Romain Rachenne" userId="d05ffb5d262588ec" providerId="LiveId" clId="{6EF55C5A-D936-464F-8BDD-1A87440F9A13}" dt="2020-12-11T05:45:46.005" v="33"/>
          <ac:picMkLst>
            <pc:docMk/>
            <pc:sldMk cId="2528595908" sldId="342"/>
            <ac:picMk id="9" creationId="{A946EA14-6B6A-400B-93C4-6E446325B7E8}"/>
          </ac:picMkLst>
        </pc:picChg>
        <pc:picChg chg="add mod">
          <ac:chgData name="Romain Rachenne" userId="d05ffb5d262588ec" providerId="LiveId" clId="{6EF55C5A-D936-464F-8BDD-1A87440F9A13}" dt="2020-12-11T07:43:56.813" v="168" actId="1076"/>
          <ac:picMkLst>
            <pc:docMk/>
            <pc:sldMk cId="2528595908" sldId="342"/>
            <ac:picMk id="1026" creationId="{2F7A0923-44A0-4EE7-80EE-EE29E97857A8}"/>
          </ac:picMkLst>
        </pc:picChg>
        <pc:picChg chg="add del">
          <ac:chgData name="Romain Rachenne" userId="d05ffb5d262588ec" providerId="LiveId" clId="{6EF55C5A-D936-464F-8BDD-1A87440F9A13}" dt="2020-12-11T07:32:56.154" v="44"/>
          <ac:picMkLst>
            <pc:docMk/>
            <pc:sldMk cId="2528595908" sldId="342"/>
            <ac:picMk id="1028" creationId="{EA30F874-56EF-44BF-9182-D03FCF3BC607}"/>
          </ac:picMkLst>
        </pc:picChg>
      </pc:sldChg>
      <pc:sldChg chg="addSp delSp modSp mod">
        <pc:chgData name="Romain Rachenne" userId="d05ffb5d262588ec" providerId="LiveId" clId="{6EF55C5A-D936-464F-8BDD-1A87440F9A13}" dt="2020-12-11T07:42:32.627" v="148" actId="1076"/>
        <pc:sldMkLst>
          <pc:docMk/>
          <pc:sldMk cId="1504780826" sldId="347"/>
        </pc:sldMkLst>
        <pc:spChg chg="add mod">
          <ac:chgData name="Romain Rachenne" userId="d05ffb5d262588ec" providerId="LiveId" clId="{6EF55C5A-D936-464F-8BDD-1A87440F9A13}" dt="2020-12-11T07:42:32.627" v="148" actId="1076"/>
          <ac:spMkLst>
            <pc:docMk/>
            <pc:sldMk cId="1504780826" sldId="347"/>
            <ac:spMk id="3" creationId="{92D7C10F-914A-417A-B671-58D03127F480}"/>
          </ac:spMkLst>
        </pc:spChg>
        <pc:picChg chg="del">
          <ac:chgData name="Romain Rachenne" userId="d05ffb5d262588ec" providerId="LiveId" clId="{6EF55C5A-D936-464F-8BDD-1A87440F9A13}" dt="2020-12-11T07:40:14.128" v="113" actId="478"/>
          <ac:picMkLst>
            <pc:docMk/>
            <pc:sldMk cId="1504780826" sldId="347"/>
            <ac:picMk id="8" creationId="{07F772AD-2D9C-42DD-A5BB-0C32A77924DB}"/>
          </ac:picMkLst>
        </pc:picChg>
        <pc:picChg chg="add mod">
          <ac:chgData name="Romain Rachenne" userId="d05ffb5d262588ec" providerId="LiveId" clId="{6EF55C5A-D936-464F-8BDD-1A87440F9A13}" dt="2020-12-11T07:42:02.035" v="140" actId="1076"/>
          <ac:picMkLst>
            <pc:docMk/>
            <pc:sldMk cId="1504780826" sldId="347"/>
            <ac:picMk id="5123" creationId="{5761B3B4-ED23-4AF3-AAA2-46AE61A865D2}"/>
          </ac:picMkLst>
        </pc:picChg>
      </pc:sldChg>
      <pc:sldChg chg="addSp delSp modSp mod">
        <pc:chgData name="Romain Rachenne" userId="d05ffb5d262588ec" providerId="LiveId" clId="{6EF55C5A-D936-464F-8BDD-1A87440F9A13}" dt="2020-12-11T06:48:22.557" v="36" actId="1076"/>
        <pc:sldMkLst>
          <pc:docMk/>
          <pc:sldMk cId="607970337" sldId="351"/>
        </pc:sldMkLst>
        <pc:picChg chg="add mod">
          <ac:chgData name="Romain Rachenne" userId="d05ffb5d262588ec" providerId="LiveId" clId="{6EF55C5A-D936-464F-8BDD-1A87440F9A13}" dt="2020-12-11T06:48:22.557" v="36" actId="1076"/>
          <ac:picMkLst>
            <pc:docMk/>
            <pc:sldMk cId="607970337" sldId="351"/>
            <ac:picMk id="4" creationId="{A92E3FF8-0B72-4366-86A9-1799906B7B87}"/>
          </ac:picMkLst>
        </pc:picChg>
        <pc:picChg chg="del">
          <ac:chgData name="Romain Rachenne" userId="d05ffb5d262588ec" providerId="LiveId" clId="{6EF55C5A-D936-464F-8BDD-1A87440F9A13}" dt="2020-12-11T06:48:16.558" v="34" actId="478"/>
          <ac:picMkLst>
            <pc:docMk/>
            <pc:sldMk cId="607970337" sldId="351"/>
            <ac:picMk id="1026" creationId="{BA822AF9-35AF-4D88-9D10-680FCB177F96}"/>
          </ac:picMkLst>
        </pc:picChg>
      </pc:sldChg>
      <pc:sldChg chg="addSp delSp modSp mod">
        <pc:chgData name="Romain Rachenne" userId="d05ffb5d262588ec" providerId="LiveId" clId="{6EF55C5A-D936-464F-8BDD-1A87440F9A13}" dt="2020-12-11T07:43:25.668" v="160" actId="1076"/>
        <pc:sldMkLst>
          <pc:docMk/>
          <pc:sldMk cId="8062692" sldId="355"/>
        </pc:sldMkLst>
        <pc:spChg chg="add mod">
          <ac:chgData name="Romain Rachenne" userId="d05ffb5d262588ec" providerId="LiveId" clId="{6EF55C5A-D936-464F-8BDD-1A87440F9A13}" dt="2020-12-11T07:43:25.668" v="160" actId="1076"/>
          <ac:spMkLst>
            <pc:docMk/>
            <pc:sldMk cId="8062692" sldId="355"/>
            <ac:spMk id="3" creationId="{1653E259-166C-4B05-95D9-60CE9BE776D1}"/>
          </ac:spMkLst>
        </pc:spChg>
        <pc:picChg chg="del">
          <ac:chgData name="Romain Rachenne" userId="d05ffb5d262588ec" providerId="LiveId" clId="{6EF55C5A-D936-464F-8BDD-1A87440F9A13}" dt="2020-12-11T07:35:36.222" v="57" actId="478"/>
          <ac:picMkLst>
            <pc:docMk/>
            <pc:sldMk cId="8062692" sldId="355"/>
            <ac:picMk id="8" creationId="{CB4436DA-6D21-4481-AD9D-DDFA6AEEEEBE}"/>
          </ac:picMkLst>
        </pc:picChg>
        <pc:picChg chg="add mod">
          <ac:chgData name="Romain Rachenne" userId="d05ffb5d262588ec" providerId="LiveId" clId="{6EF55C5A-D936-464F-8BDD-1A87440F9A13}" dt="2020-12-11T07:43:17.584" v="158" actId="1076"/>
          <ac:picMkLst>
            <pc:docMk/>
            <pc:sldMk cId="8062692" sldId="355"/>
            <ac:picMk id="2051" creationId="{7B79C2C7-4419-462E-A8E7-F1872EC0446F}"/>
          </ac:picMkLst>
        </pc:picChg>
      </pc:sldChg>
      <pc:sldChg chg="addSp delSp modSp mod">
        <pc:chgData name="Romain Rachenne" userId="d05ffb5d262588ec" providerId="LiveId" clId="{6EF55C5A-D936-464F-8BDD-1A87440F9A13}" dt="2020-12-11T07:42:53.152" v="152" actId="1076"/>
        <pc:sldMkLst>
          <pc:docMk/>
          <pc:sldMk cId="2598671472" sldId="356"/>
        </pc:sldMkLst>
        <pc:spChg chg="add mod">
          <ac:chgData name="Romain Rachenne" userId="d05ffb5d262588ec" providerId="LiveId" clId="{6EF55C5A-D936-464F-8BDD-1A87440F9A13}" dt="2020-12-11T07:42:53.152" v="152" actId="1076"/>
          <ac:spMkLst>
            <pc:docMk/>
            <pc:sldMk cId="2598671472" sldId="356"/>
            <ac:spMk id="3" creationId="{A2815C53-A799-4540-A0C7-91B6CAFE1538}"/>
          </ac:spMkLst>
        </pc:spChg>
        <pc:picChg chg="del">
          <ac:chgData name="Romain Rachenne" userId="d05ffb5d262588ec" providerId="LiveId" clId="{6EF55C5A-D936-464F-8BDD-1A87440F9A13}" dt="2020-12-11T07:38:35.098" v="91" actId="478"/>
          <ac:picMkLst>
            <pc:docMk/>
            <pc:sldMk cId="2598671472" sldId="356"/>
            <ac:picMk id="8" creationId="{0F1090E9-E53B-47B7-A097-9E493B518423}"/>
          </ac:picMkLst>
        </pc:picChg>
        <pc:picChg chg="add mod">
          <ac:chgData name="Romain Rachenne" userId="d05ffb5d262588ec" providerId="LiveId" clId="{6EF55C5A-D936-464F-8BDD-1A87440F9A13}" dt="2020-12-11T07:42:40.964" v="150" actId="1076"/>
          <ac:picMkLst>
            <pc:docMk/>
            <pc:sldMk cId="2598671472" sldId="356"/>
            <ac:picMk id="4098" creationId="{25CB89DE-4B8D-4596-B804-438C53D3B007}"/>
          </ac:picMkLst>
        </pc:picChg>
      </pc:sldChg>
      <pc:sldChg chg="addSp delSp modSp mod">
        <pc:chgData name="Romain Rachenne" userId="d05ffb5d262588ec" providerId="LiveId" clId="{6EF55C5A-D936-464F-8BDD-1A87440F9A13}" dt="2020-12-11T07:42:22.777" v="146" actId="1076"/>
        <pc:sldMkLst>
          <pc:docMk/>
          <pc:sldMk cId="1897892808" sldId="357"/>
        </pc:sldMkLst>
        <pc:spChg chg="add del">
          <ac:chgData name="Romain Rachenne" userId="d05ffb5d262588ec" providerId="LiveId" clId="{6EF55C5A-D936-464F-8BDD-1A87440F9A13}" dt="2020-12-11T07:41:14.017" v="131" actId="22"/>
          <ac:spMkLst>
            <pc:docMk/>
            <pc:sldMk cId="1897892808" sldId="357"/>
            <ac:spMk id="10" creationId="{5C201749-1451-4979-A4BE-FBCD67324422}"/>
          </ac:spMkLst>
        </pc:spChg>
        <pc:spChg chg="add mod">
          <ac:chgData name="Romain Rachenne" userId="d05ffb5d262588ec" providerId="LiveId" clId="{6EF55C5A-D936-464F-8BDD-1A87440F9A13}" dt="2020-12-11T07:42:22.777" v="146" actId="1076"/>
          <ac:spMkLst>
            <pc:docMk/>
            <pc:sldMk cId="1897892808" sldId="357"/>
            <ac:spMk id="11" creationId="{319BD0CA-5CC5-483E-952B-519CEF28F343}"/>
          </ac:spMkLst>
        </pc:spChg>
        <pc:picChg chg="del">
          <ac:chgData name="Romain Rachenne" userId="d05ffb5d262588ec" providerId="LiveId" clId="{6EF55C5A-D936-464F-8BDD-1A87440F9A13}" dt="2020-12-11T07:41:02.229" v="129" actId="478"/>
          <ac:picMkLst>
            <pc:docMk/>
            <pc:sldMk cId="1897892808" sldId="357"/>
            <ac:picMk id="8" creationId="{07F772AD-2D9C-42DD-A5BB-0C32A77924DB}"/>
          </ac:picMkLst>
        </pc:picChg>
        <pc:picChg chg="add mod">
          <ac:chgData name="Romain Rachenne" userId="d05ffb5d262588ec" providerId="LiveId" clId="{6EF55C5A-D936-464F-8BDD-1A87440F9A13}" dt="2020-12-11T07:42:18.927" v="145" actId="1076"/>
          <ac:picMkLst>
            <pc:docMk/>
            <pc:sldMk cId="1897892808" sldId="357"/>
            <ac:picMk id="6146" creationId="{C2FC4CAE-ABD6-494F-8DB4-48F68CAB348F}"/>
          </ac:picMkLst>
        </pc:picChg>
      </pc:sldChg>
      <pc:sldChg chg="addSp delSp modSp mod setBg">
        <pc:chgData name="Romain Rachenne" userId="d05ffb5d262588ec" providerId="LiveId" clId="{6EF55C5A-D936-464F-8BDD-1A87440F9A13}" dt="2020-12-11T05:44:03.114" v="9" actId="26606"/>
        <pc:sldMkLst>
          <pc:docMk/>
          <pc:sldMk cId="2818825844" sldId="358"/>
        </pc:sldMkLst>
        <pc:spChg chg="mod or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" creationId="{92BA1684-E405-467C-8DE1-082B19C75699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9" creationId="{4E4490D0-3672-446A-AC12-B4830333BDDD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1" creationId="{39CB82C2-DF65-4EC1-8280-F201D50F570B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5" creationId="{FA4CD5CB-D209-4D70-8CA4-629731C59219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19" creationId="{B4C27B90-DF2B-4D00-BA07-18ED774CD2F1}"/>
          </ac:spMkLst>
        </pc:spChg>
        <pc:spChg chg="add del">
          <ac:chgData name="Romain Rachenne" userId="d05ffb5d262588ec" providerId="LiveId" clId="{6EF55C5A-D936-464F-8BDD-1A87440F9A13}" dt="2020-12-11T05:43:55.156" v="6" actId="26606"/>
          <ac:spMkLst>
            <pc:docMk/>
            <pc:sldMk cId="2818825844" sldId="358"/>
            <ac:spMk id="21" creationId="{593ACC25-C262-417A-8AA9-0641C772BDB6}"/>
          </ac:spMkLst>
        </pc:spChg>
        <pc:spChg chg="add mo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5" creationId="{E30A11C9-8CCD-4397-9325-58F535179580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28" creationId="{284B70D5-875B-433D-BDBD-1522A85D6C1D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2" creationId="{1E299956-A9E7-4FC1-A0B1-D590CA9730E8}"/>
          </ac:spMkLst>
        </pc:spChg>
        <pc:spChg chg="add del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4" creationId="{17FC539C-B783-4B03-9F9E-D13430F3F64F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39" creationId="{4E4490D0-3672-446A-AC12-B4830333BDDD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1" creationId="{39CB82C2-DF65-4EC1-8280-F201D50F570B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5" creationId="{5A1B47C8-47A0-4A88-8830-6DEA3B5DE392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7" creationId="{984BBFDD-E720-4805-A9C8-129FBBF6DD70}"/>
          </ac:spMkLst>
        </pc:spChg>
        <pc:spChg chg="add">
          <ac:chgData name="Romain Rachenne" userId="d05ffb5d262588ec" providerId="LiveId" clId="{6EF55C5A-D936-464F-8BDD-1A87440F9A13}" dt="2020-12-11T05:44:03.114" v="9" actId="26606"/>
          <ac:spMkLst>
            <pc:docMk/>
            <pc:sldMk cId="2818825844" sldId="358"/>
            <ac:spMk id="49" creationId="{5AC4BE46-4A77-42FE-9D15-065CDB2F847C}"/>
          </ac:spMkLst>
        </pc:spChg>
        <pc:picChg chg="mod">
          <ac:chgData name="Romain Rachenne" userId="d05ffb5d262588ec" providerId="LiveId" clId="{6EF55C5A-D936-464F-8BDD-1A87440F9A13}" dt="2020-12-11T05:44:03.114" v="9" actId="26606"/>
          <ac:picMkLst>
            <pc:docMk/>
            <pc:sldMk cId="2818825844" sldId="358"/>
            <ac:picMk id="4" creationId="{A13FD23C-7EEC-4431-82A5-9E72758A58B0}"/>
          </ac:picMkLst>
        </pc:picChg>
        <pc:cxnChg chg="add del">
          <ac:chgData name="Romain Rachenne" userId="d05ffb5d262588ec" providerId="LiveId" clId="{6EF55C5A-D936-464F-8BDD-1A87440F9A13}" dt="2020-12-11T05:43:55.156" v="6" actId="26606"/>
          <ac:cxnSpMkLst>
            <pc:docMk/>
            <pc:sldMk cId="2818825844" sldId="358"/>
            <ac:cxnSpMk id="13" creationId="{7E1D4427-852B-4B37-8E76-0E9F1810BA2A}"/>
          </ac:cxnSpMkLst>
        </pc:cxnChg>
        <pc:cxnChg chg="add del">
          <ac:chgData name="Romain Rachenne" userId="d05ffb5d262588ec" providerId="LiveId" clId="{6EF55C5A-D936-464F-8BDD-1A87440F9A13}" dt="2020-12-11T05:43:55.156" v="6" actId="26606"/>
          <ac:cxnSpMkLst>
            <pc:docMk/>
            <pc:sldMk cId="2818825844" sldId="358"/>
            <ac:cxnSpMk id="17" creationId="{5C6A2BAE-B461-4B55-8E1F-0722ABDD1393}"/>
          </ac:cxnSpMkLst>
        </pc:cxnChg>
        <pc:cxnChg chg="add del">
          <ac:chgData name="Romain Rachenne" userId="d05ffb5d262588ec" providerId="LiveId" clId="{6EF55C5A-D936-464F-8BDD-1A87440F9A13}" dt="2020-12-11T05:44:03.114" v="9" actId="26606"/>
          <ac:cxnSpMkLst>
            <pc:docMk/>
            <pc:sldMk cId="2818825844" sldId="358"/>
            <ac:cxnSpMk id="30" creationId="{C947DF4A-614C-4B4C-8B80-E5B9D8E8CFED}"/>
          </ac:cxnSpMkLst>
        </pc:cxnChg>
        <pc:cxnChg chg="add">
          <ac:chgData name="Romain Rachenne" userId="d05ffb5d262588ec" providerId="LiveId" clId="{6EF55C5A-D936-464F-8BDD-1A87440F9A13}" dt="2020-12-11T05:44:03.114" v="9" actId="26606"/>
          <ac:cxnSpMkLst>
            <pc:docMk/>
            <pc:sldMk cId="2818825844" sldId="358"/>
            <ac:cxnSpMk id="43" creationId="{7E1D4427-852B-4B37-8E76-0E9F1810BA2A}"/>
          </ac:cxnSpMkLst>
        </pc:cxnChg>
      </pc:sldChg>
      <pc:sldChg chg="addSp delSp modSp mod setBg">
        <pc:chgData name="Romain Rachenne" userId="d05ffb5d262588ec" providerId="LiveId" clId="{6EF55C5A-D936-464F-8BDD-1A87440F9A13}" dt="2020-12-11T05:45:11.618" v="26"/>
        <pc:sldMkLst>
          <pc:docMk/>
          <pc:sldMk cId="1482809837" sldId="359"/>
        </pc:sldMkLst>
        <pc:spChg chg="mod">
          <ac:chgData name="Romain Rachenne" userId="d05ffb5d262588ec" providerId="LiveId" clId="{6EF55C5A-D936-464F-8BDD-1A87440F9A13}" dt="2020-12-11T05:44:34.063" v="22" actId="404"/>
          <ac:spMkLst>
            <pc:docMk/>
            <pc:sldMk cId="1482809837" sldId="359"/>
            <ac:spMk id="2" creationId="{151CD8BC-E868-4D08-A768-62ADD13FA9C4}"/>
          </ac:spMkLst>
        </pc:spChg>
        <pc:spChg chg="del">
          <ac:chgData name="Romain Rachenne" userId="d05ffb5d262588ec" providerId="LiveId" clId="{6EF55C5A-D936-464F-8BDD-1A87440F9A13}" dt="2020-12-11T05:44:18.272" v="13" actId="478"/>
          <ac:spMkLst>
            <pc:docMk/>
            <pc:sldMk cId="1482809837" sldId="359"/>
            <ac:spMk id="3" creationId="{DD81AE4C-2C91-4037-86A1-300DD2965792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9" creationId="{4E4490D0-3672-446A-AC12-B4830333BDDD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1" creationId="{39CB82C2-DF65-4EC1-8280-F201D50F570B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5" creationId="{5AE6C737-FF55-4064-94B7-0B21D2EB6045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19" creationId="{D8218D9F-38B6-4AE0-9051-5434D19A5277}"/>
          </ac:spMkLst>
        </pc:spChg>
        <pc:spChg chg="add">
          <ac:chgData name="Romain Rachenne" userId="d05ffb5d262588ec" providerId="LiveId" clId="{6EF55C5A-D936-464F-8BDD-1A87440F9A13}" dt="2020-12-11T05:44:24.508" v="14" actId="26606"/>
          <ac:spMkLst>
            <pc:docMk/>
            <pc:sldMk cId="1482809837" sldId="359"/>
            <ac:spMk id="21" creationId="{2D3DCA99-84AF-487A-BF72-91C5FA6B0B70}"/>
          </ac:spMkLst>
        </pc:spChg>
        <pc:picChg chg="add mod">
          <ac:chgData name="Romain Rachenne" userId="d05ffb5d262588ec" providerId="LiveId" clId="{6EF55C5A-D936-464F-8BDD-1A87440F9A13}" dt="2020-12-11T05:44:24.508" v="14" actId="26606"/>
          <ac:picMkLst>
            <pc:docMk/>
            <pc:sldMk cId="1482809837" sldId="359"/>
            <ac:picMk id="4" creationId="{498F4FA6-0D5D-4F5A-94B3-97A18761FD52}"/>
          </ac:picMkLst>
        </pc:picChg>
        <pc:picChg chg="add del mod">
          <ac:chgData name="Romain Rachenne" userId="d05ffb5d262588ec" providerId="LiveId" clId="{6EF55C5A-D936-464F-8BDD-1A87440F9A13}" dt="2020-12-11T05:45:11.307" v="25" actId="478"/>
          <ac:picMkLst>
            <pc:docMk/>
            <pc:sldMk cId="1482809837" sldId="359"/>
            <ac:picMk id="12" creationId="{85C8E13A-9CF0-464B-B760-698E730E6C67}"/>
          </ac:picMkLst>
        </pc:picChg>
        <pc:picChg chg="add mod">
          <ac:chgData name="Romain Rachenne" userId="d05ffb5d262588ec" providerId="LiveId" clId="{6EF55C5A-D936-464F-8BDD-1A87440F9A13}" dt="2020-12-11T05:44:59.673" v="24"/>
          <ac:picMkLst>
            <pc:docMk/>
            <pc:sldMk cId="1482809837" sldId="359"/>
            <ac:picMk id="14" creationId="{C2D3166F-0D35-4F52-83F5-D4E574CF82B8}"/>
          </ac:picMkLst>
        </pc:picChg>
        <pc:picChg chg="add mod">
          <ac:chgData name="Romain Rachenne" userId="d05ffb5d262588ec" providerId="LiveId" clId="{6EF55C5A-D936-464F-8BDD-1A87440F9A13}" dt="2020-12-11T05:45:11.618" v="26"/>
          <ac:picMkLst>
            <pc:docMk/>
            <pc:sldMk cId="1482809837" sldId="359"/>
            <ac:picMk id="16" creationId="{879C45CD-EA7A-451F-BAAB-FB9849DFB579}"/>
          </ac:picMkLst>
        </pc:picChg>
        <pc:cxnChg chg="add">
          <ac:chgData name="Romain Rachenne" userId="d05ffb5d262588ec" providerId="LiveId" clId="{6EF55C5A-D936-464F-8BDD-1A87440F9A13}" dt="2020-12-11T05:44:24.508" v="14" actId="26606"/>
          <ac:cxnSpMkLst>
            <pc:docMk/>
            <pc:sldMk cId="1482809837" sldId="359"/>
            <ac:cxnSpMk id="13" creationId="{7E1D4427-852B-4B37-8E76-0E9F1810BA2A}"/>
          </ac:cxnSpMkLst>
        </pc:cxnChg>
        <pc:cxnChg chg="add">
          <ac:chgData name="Romain Rachenne" userId="d05ffb5d262588ec" providerId="LiveId" clId="{6EF55C5A-D936-464F-8BDD-1A87440F9A13}" dt="2020-12-11T05:44:24.508" v="14" actId="26606"/>
          <ac:cxnSpMkLst>
            <pc:docMk/>
            <pc:sldMk cId="1482809837" sldId="359"/>
            <ac:cxnSpMk id="17" creationId="{6B5B1DD8-6224-4137-8621-32982B00F9FC}"/>
          </ac:cxnSpMkLst>
        </pc:cxnChg>
      </pc:sldChg>
    </pc:docChg>
  </pc:docChgLst>
  <pc:docChgLst>
    <pc:chgData name="Romain Rachenne" userId="d05ffb5d262588ec" providerId="LiveId" clId="{B285D14A-E7E2-4CBC-A9C0-DC32C4AEE9CE}"/>
    <pc:docChg chg="undo custSel mod addSld delSld modSld sldOrd">
      <pc:chgData name="Romain Rachenne" userId="d05ffb5d262588ec" providerId="LiveId" clId="{B285D14A-E7E2-4CBC-A9C0-DC32C4AEE9CE}" dt="2020-01-09T14:14:54.959" v="1921"/>
      <pc:docMkLst>
        <pc:docMk/>
      </pc:docMkLst>
      <pc:sldChg chg="addSp delSp modSp mod modTransition setBg setClrOvrMap">
        <pc:chgData name="Romain Rachenne" userId="d05ffb5d262588ec" providerId="LiveId" clId="{B285D14A-E7E2-4CBC-A9C0-DC32C4AEE9CE}" dt="2020-01-09T14:07:41.712" v="1909"/>
        <pc:sldMkLst>
          <pc:docMk/>
          <pc:sldMk cId="1990881570" sldId="257"/>
        </pc:sldMkLst>
        <pc:spChg chg="mod">
          <ac:chgData name="Romain Rachenne" userId="d05ffb5d262588ec" providerId="LiveId" clId="{B285D14A-E7E2-4CBC-A9C0-DC32C4AEE9CE}" dt="2020-01-09T10:12:20.209" v="51" actId="14100"/>
          <ac:spMkLst>
            <pc:docMk/>
            <pc:sldMk cId="1990881570" sldId="257"/>
            <ac:spMk id="2" creationId="{00000000-0000-0000-0000-000000000000}"/>
          </ac:spMkLst>
        </pc:spChg>
        <pc:spChg chg="mod">
          <ac:chgData name="Romain Rachenne" userId="d05ffb5d262588ec" providerId="LiveId" clId="{B285D14A-E7E2-4CBC-A9C0-DC32C4AEE9CE}" dt="2020-01-09T10:12:10.553" v="44" actId="20577"/>
          <ac:spMkLst>
            <pc:docMk/>
            <pc:sldMk cId="1990881570" sldId="257"/>
            <ac:spMk id="3" creationId="{00000000-0000-0000-0000-000000000000}"/>
          </ac:spMkLst>
        </pc:spChg>
        <pc:spChg chg="add del">
          <ac:chgData name="Romain Rachenne" userId="d05ffb5d262588ec" providerId="LiveId" clId="{B285D14A-E7E2-4CBC-A9C0-DC32C4AEE9CE}" dt="2020-01-09T10:11:43.585" v="22" actId="26606"/>
          <ac:spMkLst>
            <pc:docMk/>
            <pc:sldMk cId="1990881570" sldId="257"/>
            <ac:spMk id="14" creationId="{C4E89C94-E462-4566-A15A-32835FD68BCD}"/>
          </ac:spMkLst>
        </pc:spChg>
        <pc:spChg chg="add del">
          <ac:chgData name="Romain Rachenne" userId="d05ffb5d262588ec" providerId="LiveId" clId="{B285D14A-E7E2-4CBC-A9C0-DC32C4AEE9CE}" dt="2020-01-09T10:11:43.585" v="22" actId="26606"/>
          <ac:spMkLst>
            <pc:docMk/>
            <pc:sldMk cId="1990881570" sldId="257"/>
            <ac:spMk id="16" creationId="{E25F4A20-71FB-4A26-92E2-89DED49264CA}"/>
          </ac:spMkLst>
        </pc:spChg>
        <pc:spChg chg="add del">
          <ac:chgData name="Romain Rachenne" userId="d05ffb5d262588ec" providerId="LiveId" clId="{B285D14A-E7E2-4CBC-A9C0-DC32C4AEE9CE}" dt="2020-01-09T10:11:45.749" v="24" actId="26606"/>
          <ac:spMkLst>
            <pc:docMk/>
            <pc:sldMk cId="1990881570" sldId="257"/>
            <ac:spMk id="19" creationId="{B9E780F8-2452-4595-A281-E594BA83DB0D}"/>
          </ac:spMkLst>
        </pc:spChg>
        <pc:spChg chg="add del">
          <ac:chgData name="Romain Rachenne" userId="d05ffb5d262588ec" providerId="LiveId" clId="{B285D14A-E7E2-4CBC-A9C0-DC32C4AEE9CE}" dt="2020-01-09T10:11:45.749" v="24" actId="26606"/>
          <ac:spMkLst>
            <pc:docMk/>
            <pc:sldMk cId="1990881570" sldId="257"/>
            <ac:spMk id="20" creationId="{A917F44A-7774-4C79-BEDC-0CC73C8C0E04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2" creationId="{AE220058-3FCE-496E-ADF2-D8A6961F39F6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4" creationId="{3E9C5090-7D25-41E3-A6D3-CCAEE505E785}"/>
          </ac:spMkLst>
        </pc:spChg>
        <pc:spChg chg="add del">
          <ac:chgData name="Romain Rachenne" userId="d05ffb5d262588ec" providerId="LiveId" clId="{B285D14A-E7E2-4CBC-A9C0-DC32C4AEE9CE}" dt="2020-01-09T10:11:47.124" v="26" actId="26606"/>
          <ac:spMkLst>
            <pc:docMk/>
            <pc:sldMk cId="1990881570" sldId="257"/>
            <ac:spMk id="25" creationId="{11BF8809-0DAC-41E5-A212-ACB4A01BE95B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2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2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3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3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3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3.185" v="29" actId="26606"/>
          <ac:spMkLst>
            <pc:docMk/>
            <pc:sldMk cId="1990881570" sldId="257"/>
            <ac:spMk id="4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3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11:53.794" v="31" actId="26606"/>
          <ac:spMkLst>
            <pc:docMk/>
            <pc:sldMk cId="1990881570" sldId="257"/>
            <ac:spMk id="46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4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50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11:59.028" v="33" actId="26606"/>
          <ac:spMkLst>
            <pc:docMk/>
            <pc:sldMk cId="1990881570" sldId="257"/>
            <ac:spMk id="51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3" creationId="{F452A527-3631-41ED-858D-3777A7D1496A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5" creationId="{F85B92BC-678C-4E14-97E6-3227DEF86371}"/>
          </ac:spMkLst>
        </pc:spChg>
        <pc:spChg chg="add">
          <ac:chgData name="Romain Rachenne" userId="d05ffb5d262588ec" providerId="LiveId" clId="{B285D14A-E7E2-4CBC-A9C0-DC32C4AEE9CE}" dt="2020-01-09T10:11:59.043" v="34" actId="26606"/>
          <ac:spMkLst>
            <pc:docMk/>
            <pc:sldMk cId="1990881570" sldId="257"/>
            <ac:spMk id="56" creationId="{D2644120-A6B9-4D5C-8A60-E2F4CC220E77}"/>
          </ac:spMkLst>
        </pc:spChg>
        <pc:picChg chg="mod ord">
          <ac:chgData name="Romain Rachenne" userId="d05ffb5d262588ec" providerId="LiveId" clId="{B285D14A-E7E2-4CBC-A9C0-DC32C4AEE9CE}" dt="2020-01-09T10:12:05.585" v="35" actId="27614"/>
          <ac:picMkLst>
            <pc:docMk/>
            <pc:sldMk cId="1990881570" sldId="257"/>
            <ac:picMk id="7" creationId="{00000000-0000-0000-0000-000000000000}"/>
          </ac:picMkLst>
        </pc:picChg>
        <pc:cxnChg chg="add del">
          <ac:chgData name="Romain Rachenne" userId="d05ffb5d262588ec" providerId="LiveId" clId="{B285D14A-E7E2-4CBC-A9C0-DC32C4AEE9CE}" dt="2020-01-09T10:11:43.585" v="22" actId="26606"/>
          <ac:cxnSpMkLst>
            <pc:docMk/>
            <pc:sldMk cId="1990881570" sldId="257"/>
            <ac:cxnSpMk id="12" creationId="{4071767D-5FF7-4508-B8B7-BB60FF3AB250}"/>
          </ac:cxnSpMkLst>
        </pc:cxnChg>
        <pc:cxnChg chg="add del">
          <ac:chgData name="Romain Rachenne" userId="d05ffb5d262588ec" providerId="LiveId" clId="{B285D14A-E7E2-4CBC-A9C0-DC32C4AEE9CE}" dt="2020-01-09T10:11:45.749" v="24" actId="26606"/>
          <ac:cxnSpMkLst>
            <pc:docMk/>
            <pc:sldMk cId="1990881570" sldId="257"/>
            <ac:cxnSpMk id="18" creationId="{E6E50488-8E5E-4E36-9763-092234CAED4A}"/>
          </ac:cxnSpMkLst>
        </pc:cxnChg>
        <pc:cxnChg chg="add del">
          <ac:chgData name="Romain Rachenne" userId="d05ffb5d262588ec" providerId="LiveId" clId="{B285D14A-E7E2-4CBC-A9C0-DC32C4AEE9CE}" dt="2020-01-09T10:11:47.124" v="26" actId="26606"/>
          <ac:cxnSpMkLst>
            <pc:docMk/>
            <pc:sldMk cId="1990881570" sldId="257"/>
            <ac:cxnSpMk id="23" creationId="{E193F809-7E50-4AAD-8E26-878207931CB5}"/>
          </ac:cxnSpMkLst>
        </pc:cxnChg>
        <pc:cxnChg chg="add del">
          <ac:chgData name="Romain Rachenne" userId="d05ffb5d262588ec" providerId="LiveId" clId="{B285D14A-E7E2-4CBC-A9C0-DC32C4AEE9CE}" dt="2020-01-09T10:11:59.043" v="34" actId="26606"/>
          <ac:cxnSpMkLst>
            <pc:docMk/>
            <pc:sldMk cId="1990881570" sldId="257"/>
            <ac:cxnSpMk id="28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11:53.185" v="29" actId="26606"/>
          <ac:cxnSpMkLst>
            <pc:docMk/>
            <pc:sldMk cId="1990881570" sldId="257"/>
            <ac:cxnSpMk id="3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11:53.794" v="31" actId="26606"/>
          <ac:cxnSpMkLst>
            <pc:docMk/>
            <pc:sldMk cId="1990881570" sldId="257"/>
            <ac:cxnSpMk id="44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11:59.028" v="33" actId="26606"/>
          <ac:cxnSpMkLst>
            <pc:docMk/>
            <pc:sldMk cId="1990881570" sldId="257"/>
            <ac:cxnSpMk id="49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11:59.043" v="34" actId="26606"/>
          <ac:cxnSpMkLst>
            <pc:docMk/>
            <pc:sldMk cId="1990881570" sldId="257"/>
            <ac:cxnSpMk id="54" creationId="{D28A9C89-B313-458F-9C85-515930A51A93}"/>
          </ac:cxnSpMkLst>
        </pc:cxnChg>
      </pc:sldChg>
      <pc:sldChg chg="del">
        <pc:chgData name="Romain Rachenne" userId="d05ffb5d262588ec" providerId="LiveId" clId="{B285D14A-E7E2-4CBC-A9C0-DC32C4AEE9CE}" dt="2020-01-09T10:21:02.806" v="428" actId="47"/>
        <pc:sldMkLst>
          <pc:docMk/>
          <pc:sldMk cId="3451877675" sldId="277"/>
        </pc:sldMkLst>
      </pc:sldChg>
      <pc:sldChg chg="addSp delSp modSp del">
        <pc:chgData name="Romain Rachenne" userId="d05ffb5d262588ec" providerId="LiveId" clId="{B285D14A-E7E2-4CBC-A9C0-DC32C4AEE9CE}" dt="2020-01-09T10:16:05.725" v="107" actId="47"/>
        <pc:sldMkLst>
          <pc:docMk/>
          <pc:sldMk cId="745513728" sldId="278"/>
        </pc:sldMkLst>
        <pc:spChg chg="del mod">
          <ac:chgData name="Romain Rachenne" userId="d05ffb5d262588ec" providerId="LiveId" clId="{B285D14A-E7E2-4CBC-A9C0-DC32C4AEE9CE}" dt="2020-01-09T10:13:50.676" v="90" actId="478"/>
          <ac:spMkLst>
            <pc:docMk/>
            <pc:sldMk cId="745513728" sldId="278"/>
            <ac:spMk id="2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12:45.615" v="82" actId="478"/>
          <ac:spMkLst>
            <pc:docMk/>
            <pc:sldMk cId="745513728" sldId="278"/>
            <ac:spMk id="3" creationId="{00000000-0000-0000-0000-000000000000}"/>
          </ac:spMkLst>
        </pc:spChg>
        <pc:spChg chg="add del mod">
          <ac:chgData name="Romain Rachenne" userId="d05ffb5d262588ec" providerId="LiveId" clId="{B285D14A-E7E2-4CBC-A9C0-DC32C4AEE9CE}" dt="2020-01-09T10:13:52.445" v="91" actId="478"/>
          <ac:spMkLst>
            <pc:docMk/>
            <pc:sldMk cId="745513728" sldId="278"/>
            <ac:spMk id="5" creationId="{55B7F71F-0DB0-446F-B0D3-F87202130F7B}"/>
          </ac:spMkLst>
        </pc:spChg>
        <pc:spChg chg="del mod">
          <ac:chgData name="Romain Rachenne" userId="d05ffb5d262588ec" providerId="LiveId" clId="{B285D14A-E7E2-4CBC-A9C0-DC32C4AEE9CE}" dt="2020-01-09T10:13:54.237" v="92" actId="478"/>
          <ac:spMkLst>
            <pc:docMk/>
            <pc:sldMk cId="745513728" sldId="278"/>
            <ac:spMk id="6" creationId="{00000000-0000-0000-0000-000000000000}"/>
          </ac:spMkLst>
        </pc:spChg>
        <pc:picChg chg="del">
          <ac:chgData name="Romain Rachenne" userId="d05ffb5d262588ec" providerId="LiveId" clId="{B285D14A-E7E2-4CBC-A9C0-DC32C4AEE9CE}" dt="2020-01-09T10:15:57.375" v="102"/>
          <ac:picMkLst>
            <pc:docMk/>
            <pc:sldMk cId="745513728" sldId="278"/>
            <ac:picMk id="8" creationId="{00000000-0000-0000-0000-000000000000}"/>
          </ac:picMkLst>
        </pc:picChg>
        <pc:picChg chg="del">
          <ac:chgData name="Romain Rachenne" userId="d05ffb5d262588ec" providerId="LiveId" clId="{B285D14A-E7E2-4CBC-A9C0-DC32C4AEE9CE}" dt="2020-01-09T10:15:53.485" v="100"/>
          <ac:picMkLst>
            <pc:docMk/>
            <pc:sldMk cId="745513728" sldId="278"/>
            <ac:picMk id="9" creationId="{00000000-0000-0000-0000-000000000000}"/>
          </ac:picMkLst>
        </pc:picChg>
        <pc:picChg chg="add del mod">
          <ac:chgData name="Romain Rachenne" userId="d05ffb5d262588ec" providerId="LiveId" clId="{B285D14A-E7E2-4CBC-A9C0-DC32C4AEE9CE}" dt="2020-01-09T10:16:01.055" v="104"/>
          <ac:picMkLst>
            <pc:docMk/>
            <pc:sldMk cId="745513728" sldId="278"/>
            <ac:picMk id="10" creationId="{760189F4-D339-42B0-B92F-31ED4C79D6D4}"/>
          </ac:picMkLst>
        </pc:picChg>
      </pc:sldChg>
      <pc:sldChg chg="del">
        <pc:chgData name="Romain Rachenne" userId="d05ffb5d262588ec" providerId="LiveId" clId="{B285D14A-E7E2-4CBC-A9C0-DC32C4AEE9CE}" dt="2020-01-09T10:28:57.032" v="862" actId="47"/>
        <pc:sldMkLst>
          <pc:docMk/>
          <pc:sldMk cId="81779245" sldId="279"/>
        </pc:sldMkLst>
      </pc:sldChg>
      <pc:sldChg chg="del">
        <pc:chgData name="Romain Rachenne" userId="d05ffb5d262588ec" providerId="LiveId" clId="{B285D14A-E7E2-4CBC-A9C0-DC32C4AEE9CE}" dt="2020-01-09T10:21:26.324" v="429" actId="47"/>
        <pc:sldMkLst>
          <pc:docMk/>
          <pc:sldMk cId="1781985609" sldId="280"/>
        </pc:sldMkLst>
      </pc:sldChg>
      <pc:sldChg chg="delSp modSp del ord">
        <pc:chgData name="Romain Rachenne" userId="d05ffb5d262588ec" providerId="LiveId" clId="{B285D14A-E7E2-4CBC-A9C0-DC32C4AEE9CE}" dt="2020-01-09T10:26:45.554" v="724" actId="47"/>
        <pc:sldMkLst>
          <pc:docMk/>
          <pc:sldMk cId="1972821704" sldId="281"/>
        </pc:sldMkLst>
        <pc:spChg chg="mod">
          <ac:chgData name="Romain Rachenne" userId="d05ffb5d262588ec" providerId="LiveId" clId="{B285D14A-E7E2-4CBC-A9C0-DC32C4AEE9CE}" dt="2020-01-09T10:23:24.817" v="590" actId="20577"/>
          <ac:spMkLst>
            <pc:docMk/>
            <pc:sldMk cId="1972821704" sldId="281"/>
            <ac:spMk id="3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5.510" v="626" actId="478"/>
          <ac:spMkLst>
            <pc:docMk/>
            <pc:sldMk cId="1972821704" sldId="281"/>
            <ac:spMk id="10" creationId="{00000000-0000-0000-0000-000000000000}"/>
          </ac:spMkLst>
        </pc:spChg>
        <pc:spChg chg="mod">
          <ac:chgData name="Romain Rachenne" userId="d05ffb5d262588ec" providerId="LiveId" clId="{B285D14A-E7E2-4CBC-A9C0-DC32C4AEE9CE}" dt="2020-01-09T10:23:57.385" v="631" actId="14100"/>
          <ac:spMkLst>
            <pc:docMk/>
            <pc:sldMk cId="1972821704" sldId="281"/>
            <ac:spMk id="11" creationId="{991FADD9-F383-4FAC-AE8A-CF4914133AF7}"/>
          </ac:spMkLst>
        </pc:spChg>
        <pc:spChg chg="mod">
          <ac:chgData name="Romain Rachenne" userId="d05ffb5d262588ec" providerId="LiveId" clId="{B285D14A-E7E2-4CBC-A9C0-DC32C4AEE9CE}" dt="2020-01-09T10:23:27.982" v="591" actId="1076"/>
          <ac:spMkLst>
            <pc:docMk/>
            <pc:sldMk cId="1972821704" sldId="281"/>
            <ac:spMk id="12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3.635" v="625" actId="478"/>
          <ac:spMkLst>
            <pc:docMk/>
            <pc:sldMk cId="1972821704" sldId="281"/>
            <ac:spMk id="13" creationId="{00000000-0000-0000-0000-000000000000}"/>
          </ac:spMkLst>
        </pc:spChg>
        <pc:spChg chg="del">
          <ac:chgData name="Romain Rachenne" userId="d05ffb5d262588ec" providerId="LiveId" clId="{B285D14A-E7E2-4CBC-A9C0-DC32C4AEE9CE}" dt="2020-01-09T10:23:42.620" v="624" actId="478"/>
          <ac:spMkLst>
            <pc:docMk/>
            <pc:sldMk cId="1972821704" sldId="281"/>
            <ac:spMk id="14" creationId="{00000000-0000-0000-0000-000000000000}"/>
          </ac:spMkLst>
        </pc:spChg>
      </pc:sldChg>
      <pc:sldChg chg="del">
        <pc:chgData name="Romain Rachenne" userId="d05ffb5d262588ec" providerId="LiveId" clId="{B285D14A-E7E2-4CBC-A9C0-DC32C4AEE9CE}" dt="2020-01-09T10:28:54.698" v="860" actId="47"/>
        <pc:sldMkLst>
          <pc:docMk/>
          <pc:sldMk cId="669770026" sldId="283"/>
        </pc:sldMkLst>
      </pc:sldChg>
      <pc:sldChg chg="del">
        <pc:chgData name="Romain Rachenne" userId="d05ffb5d262588ec" providerId="LiveId" clId="{B285D14A-E7E2-4CBC-A9C0-DC32C4AEE9CE}" dt="2020-01-09T10:28:56.349" v="861" actId="47"/>
        <pc:sldMkLst>
          <pc:docMk/>
          <pc:sldMk cId="3872186986" sldId="284"/>
        </pc:sldMkLst>
      </pc:sldChg>
      <pc:sldChg chg="del">
        <pc:chgData name="Romain Rachenne" userId="d05ffb5d262588ec" providerId="LiveId" clId="{B285D14A-E7E2-4CBC-A9C0-DC32C4AEE9CE}" dt="2020-01-09T10:28:57.597" v="863" actId="47"/>
        <pc:sldMkLst>
          <pc:docMk/>
          <pc:sldMk cId="1749945754" sldId="286"/>
        </pc:sldMkLst>
      </pc:sldChg>
      <pc:sldChg chg="del">
        <pc:chgData name="Romain Rachenne" userId="d05ffb5d262588ec" providerId="LiveId" clId="{B285D14A-E7E2-4CBC-A9C0-DC32C4AEE9CE}" dt="2020-01-09T10:28:46.356" v="858" actId="47"/>
        <pc:sldMkLst>
          <pc:docMk/>
          <pc:sldMk cId="1712044625" sldId="287"/>
        </pc:sldMkLst>
      </pc:sldChg>
      <pc:sldChg chg="del">
        <pc:chgData name="Romain Rachenne" userId="d05ffb5d262588ec" providerId="LiveId" clId="{B285D14A-E7E2-4CBC-A9C0-DC32C4AEE9CE}" dt="2020-01-09T10:28:42.923" v="857" actId="47"/>
        <pc:sldMkLst>
          <pc:docMk/>
          <pc:sldMk cId="2680979075" sldId="288"/>
        </pc:sldMkLst>
      </pc:sldChg>
      <pc:sldChg chg="del">
        <pc:chgData name="Romain Rachenne" userId="d05ffb5d262588ec" providerId="LiveId" clId="{B285D14A-E7E2-4CBC-A9C0-DC32C4AEE9CE}" dt="2020-01-09T10:28:47.729" v="859" actId="47"/>
        <pc:sldMkLst>
          <pc:docMk/>
          <pc:sldMk cId="2050081649" sldId="289"/>
        </pc:sldMkLst>
      </pc:sldChg>
      <pc:sldChg chg="add del">
        <pc:chgData name="Romain Rachenne" userId="d05ffb5d262588ec" providerId="LiveId" clId="{B285D14A-E7E2-4CBC-A9C0-DC32C4AEE9CE}" dt="2020-01-09T10:17:08.735" v="149" actId="47"/>
        <pc:sldMkLst>
          <pc:docMk/>
          <pc:sldMk cId="443047213" sldId="290"/>
        </pc:sldMkLst>
      </pc:sldChg>
      <pc:sldChg chg="add del">
        <pc:chgData name="Romain Rachenne" userId="d05ffb5d262588ec" providerId="LiveId" clId="{B285D14A-E7E2-4CBC-A9C0-DC32C4AEE9CE}" dt="2020-01-09T10:15:50.980" v="99" actId="47"/>
        <pc:sldMkLst>
          <pc:docMk/>
          <pc:sldMk cId="4241742477" sldId="291"/>
        </pc:sldMkLst>
      </pc:sldChg>
      <pc:sldChg chg="addSp delSp modSp add modTransition">
        <pc:chgData name="Romain Rachenne" userId="d05ffb5d262588ec" providerId="LiveId" clId="{B285D14A-E7E2-4CBC-A9C0-DC32C4AEE9CE}" dt="2020-01-09T14:12:48.871" v="1916"/>
        <pc:sldMkLst>
          <pc:docMk/>
          <pc:sldMk cId="782006460" sldId="292"/>
        </pc:sldMkLst>
        <pc:spChg chg="add mod">
          <ac:chgData name="Romain Rachenne" userId="d05ffb5d262588ec" providerId="LiveId" clId="{B285D14A-E7E2-4CBC-A9C0-DC32C4AEE9CE}" dt="2020-01-09T10:17:00.785" v="148" actId="1076"/>
          <ac:spMkLst>
            <pc:docMk/>
            <pc:sldMk cId="782006460" sldId="292"/>
            <ac:spMk id="5" creationId="{CA24649E-C454-4F33-B392-0356E6DC227A}"/>
          </ac:spMkLst>
        </pc:spChg>
        <pc:picChg chg="add">
          <ac:chgData name="Romain Rachenne" userId="d05ffb5d262588ec" providerId="LiveId" clId="{B285D14A-E7E2-4CBC-A9C0-DC32C4AEE9CE}" dt="2020-01-09T10:15:54.495" v="101"/>
          <ac:picMkLst>
            <pc:docMk/>
            <pc:sldMk cId="782006460" sldId="292"/>
            <ac:picMk id="2" creationId="{B8CFAE8E-2FFE-418D-8081-CD4958430758}"/>
          </ac:picMkLst>
        </pc:picChg>
        <pc:picChg chg="add">
          <ac:chgData name="Romain Rachenne" userId="d05ffb5d262588ec" providerId="LiveId" clId="{B285D14A-E7E2-4CBC-A9C0-DC32C4AEE9CE}" dt="2020-01-09T10:15:58.535" v="103"/>
          <ac:picMkLst>
            <pc:docMk/>
            <pc:sldMk cId="782006460" sldId="292"/>
            <ac:picMk id="3" creationId="{62338503-1E77-4360-B54A-C924D84092E4}"/>
          </ac:picMkLst>
        </pc:picChg>
        <pc:picChg chg="add mod">
          <ac:chgData name="Romain Rachenne" userId="d05ffb5d262588ec" providerId="LiveId" clId="{B285D14A-E7E2-4CBC-A9C0-DC32C4AEE9CE}" dt="2020-01-09T10:38:39.637" v="1100" actId="1076"/>
          <ac:picMkLst>
            <pc:docMk/>
            <pc:sldMk cId="782006460" sldId="292"/>
            <ac:picMk id="4" creationId="{7B327573-C8E0-409A-A73D-DB9C7873341C}"/>
          </ac:picMkLst>
        </pc:picChg>
        <pc:picChg chg="add del">
          <ac:chgData name="Romain Rachenne" userId="d05ffb5d262588ec" providerId="LiveId" clId="{B285D14A-E7E2-4CBC-A9C0-DC32C4AEE9CE}" dt="2020-01-09T10:35:38.722" v="1008"/>
          <ac:picMkLst>
            <pc:docMk/>
            <pc:sldMk cId="782006460" sldId="292"/>
            <ac:picMk id="6" creationId="{011A2944-F1D0-466D-AB95-ED02E2E2943A}"/>
          </ac:picMkLst>
        </pc:picChg>
      </pc:sldChg>
      <pc:sldChg chg="addSp modSp add ord modTransition">
        <pc:chgData name="Romain Rachenne" userId="d05ffb5d262588ec" providerId="LiveId" clId="{B285D14A-E7E2-4CBC-A9C0-DC32C4AEE9CE}" dt="2020-01-09T14:13:58.624" v="1917"/>
        <pc:sldMkLst>
          <pc:docMk/>
          <pc:sldMk cId="209503933" sldId="293"/>
        </pc:sldMkLst>
        <pc:spChg chg="mod">
          <ac:chgData name="Romain Rachenne" userId="d05ffb5d262588ec" providerId="LiveId" clId="{B285D14A-E7E2-4CBC-A9C0-DC32C4AEE9CE}" dt="2020-01-09T10:19:20.267" v="178" actId="20577"/>
          <ac:spMkLst>
            <pc:docMk/>
            <pc:sldMk cId="209503933" sldId="293"/>
            <ac:spMk id="2" creationId="{E539DC57-7F8A-40FE-AD3A-94C25287C775}"/>
          </ac:spMkLst>
        </pc:spChg>
        <pc:spChg chg="mod">
          <ac:chgData name="Romain Rachenne" userId="d05ffb5d262588ec" providerId="LiveId" clId="{B285D14A-E7E2-4CBC-A9C0-DC32C4AEE9CE}" dt="2020-01-09T10:28:03.024" v="847" actId="20577"/>
          <ac:spMkLst>
            <pc:docMk/>
            <pc:sldMk cId="209503933" sldId="293"/>
            <ac:spMk id="3" creationId="{9FE57C0E-CD38-4E23-A4D2-8FFD61996D1E}"/>
          </ac:spMkLst>
        </pc:spChg>
        <pc:picChg chg="add">
          <ac:chgData name="Romain Rachenne" userId="d05ffb5d262588ec" providerId="LiveId" clId="{B285D14A-E7E2-4CBC-A9C0-DC32C4AEE9CE}" dt="2020-01-09T10:35:21.547" v="998"/>
          <ac:picMkLst>
            <pc:docMk/>
            <pc:sldMk cId="209503933" sldId="293"/>
            <ac:picMk id="4" creationId="{26A434AC-82D8-4FC6-8592-2CFB53F9287C}"/>
          </ac:picMkLst>
        </pc:picChg>
        <pc:picChg chg="add">
          <ac:chgData name="Romain Rachenne" userId="d05ffb5d262588ec" providerId="LiveId" clId="{B285D14A-E7E2-4CBC-A9C0-DC32C4AEE9CE}" dt="2020-01-09T10:35:39.519" v="1009"/>
          <ac:picMkLst>
            <pc:docMk/>
            <pc:sldMk cId="209503933" sldId="293"/>
            <ac:picMk id="5" creationId="{DD9E8178-A848-411E-A06D-7D09BC3203A8}"/>
          </ac:picMkLst>
        </pc:picChg>
      </pc:sldChg>
      <pc:sldChg chg="addSp delSp modSp add del mod setBg">
        <pc:chgData name="Romain Rachenne" userId="d05ffb5d262588ec" providerId="LiveId" clId="{B285D14A-E7E2-4CBC-A9C0-DC32C4AEE9CE}" dt="2020-01-09T10:28:35.984" v="855" actId="47"/>
        <pc:sldMkLst>
          <pc:docMk/>
          <pc:sldMk cId="4132103087" sldId="294"/>
        </pc:sldMkLst>
        <pc:spChg chg="mod or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2" creationId="{7B44054E-4394-4D3F-A4AD-9779682D20D7}"/>
          </ac:spMkLst>
        </pc:spChg>
        <pc:spChg chg="del">
          <ac:chgData name="Romain Rachenne" userId="d05ffb5d262588ec" providerId="LiveId" clId="{B285D14A-E7E2-4CBC-A9C0-DC32C4AEE9CE}" dt="2020-01-09T10:21:54.904" v="454"/>
          <ac:spMkLst>
            <pc:docMk/>
            <pc:sldMk cId="4132103087" sldId="294"/>
            <ac:spMk id="3" creationId="{ABB2931E-5557-4307-9819-885A5D6D2BAA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22:01.435" v="456" actId="26606"/>
          <ac:spMkLst>
            <pc:docMk/>
            <pc:sldMk cId="4132103087" sldId="294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6" creationId="{5A1B47C8-47A0-4A88-8830-6DEA3B5DE392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7" creationId="{984BBFDD-E720-4805-A9C8-129FBBF6DD70}"/>
          </ac:spMkLst>
        </pc:spChg>
        <pc:spChg chg="add del">
          <ac:chgData name="Romain Rachenne" userId="d05ffb5d262588ec" providerId="LiveId" clId="{B285D14A-E7E2-4CBC-A9C0-DC32C4AEE9CE}" dt="2020-01-09T10:22:02.075" v="458" actId="26606"/>
          <ac:spMkLst>
            <pc:docMk/>
            <pc:sldMk cId="4132103087" sldId="294"/>
            <ac:spMk id="28" creationId="{5AC4BE46-4A77-42FE-9D15-065CDB2F847C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0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3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5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36" creationId="{593ACC25-C262-417A-8AA9-0641C772BDB6}"/>
          </ac:spMkLst>
        </pc:spChg>
        <pc:spChg chg="add mod">
          <ac:chgData name="Romain Rachenne" userId="d05ffb5d262588ec" providerId="LiveId" clId="{B285D14A-E7E2-4CBC-A9C0-DC32C4AEE9CE}" dt="2020-01-09T10:22:39.604" v="545" actId="20577"/>
          <ac:spMkLst>
            <pc:docMk/>
            <pc:sldMk cId="4132103087" sldId="294"/>
            <ac:spMk id="40" creationId="{D7D6C992-1900-45FA-8447-46A0369910D8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3" creationId="{10162E77-11AD-44A7-84EC-40C59EEFBD2E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7" creationId="{6329CBCE-21AE-419D-AC1F-8ACF510A6670}"/>
          </ac:spMkLst>
        </pc:spChg>
        <pc:spChg chg="add">
          <ac:chgData name="Romain Rachenne" userId="d05ffb5d262588ec" providerId="LiveId" clId="{B285D14A-E7E2-4CBC-A9C0-DC32C4AEE9CE}" dt="2020-01-09T10:22:11.636" v="460" actId="26606"/>
          <ac:spMkLst>
            <pc:docMk/>
            <pc:sldMk cId="4132103087" sldId="294"/>
            <ac:spMk id="49" creationId="{FF2DA012-1414-493D-888F-5D99D0BDA322}"/>
          </ac:spMkLst>
        </pc:spChg>
        <pc:picChg chg="add mod">
          <ac:chgData name="Romain Rachenne" userId="d05ffb5d262588ec" providerId="LiveId" clId="{B285D14A-E7E2-4CBC-A9C0-DC32C4AEE9CE}" dt="2020-01-09T10:22:11.636" v="460" actId="26606"/>
          <ac:picMkLst>
            <pc:docMk/>
            <pc:sldMk cId="4132103087" sldId="294"/>
            <ac:picMk id="4" creationId="{50BE8B38-4A4C-4084-9FE2-5CA0E1BBB67E}"/>
          </ac:picMkLst>
        </pc:picChg>
        <pc:cxnChg chg="add del">
          <ac:chgData name="Romain Rachenne" userId="d05ffb5d262588ec" providerId="LiveId" clId="{B285D14A-E7E2-4CBC-A9C0-DC32C4AEE9CE}" dt="2020-01-09T10:22:01.435" v="456" actId="26606"/>
          <ac:cxnSpMkLst>
            <pc:docMk/>
            <pc:sldMk cId="4132103087" sldId="294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01.435" v="456" actId="26606"/>
          <ac:cxnSpMkLst>
            <pc:docMk/>
            <pc:sldMk cId="4132103087" sldId="294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22:02.075" v="458" actId="26606"/>
          <ac:cxnSpMkLst>
            <pc:docMk/>
            <pc:sldMk cId="4132103087" sldId="294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3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34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22:11.636" v="460" actId="26606"/>
          <ac:cxnSpMkLst>
            <pc:docMk/>
            <pc:sldMk cId="4132103087" sldId="294"/>
            <ac:cxnSpMk id="45" creationId="{5AB158E9-1B40-4CD6-95F0-95CA11DF7B7A}"/>
          </ac:cxnSpMkLst>
        </pc:cxnChg>
      </pc:sldChg>
      <pc:sldChg chg="addSp delSp modSp add mod ord modTransition setBg delDesignElem">
        <pc:chgData name="Romain Rachenne" userId="d05ffb5d262588ec" providerId="LiveId" clId="{B285D14A-E7E2-4CBC-A9C0-DC32C4AEE9CE}" dt="2020-01-09T14:14:54.959" v="1921"/>
        <pc:sldMkLst>
          <pc:docMk/>
          <pc:sldMk cId="1775418729" sldId="295"/>
        </pc:sldMkLst>
        <pc:spChg chg="mo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2" creationId="{7B44054E-4394-4D3F-A4AD-9779682D20D7}"/>
          </ac:spMkLst>
        </pc:spChg>
        <pc:spChg chg="mod">
          <ac:chgData name="Romain Rachenne" userId="d05ffb5d262588ec" providerId="LiveId" clId="{B285D14A-E7E2-4CBC-A9C0-DC32C4AEE9CE}" dt="2020-01-09T10:27:19.548" v="768" actId="20577"/>
          <ac:spMkLst>
            <pc:docMk/>
            <pc:sldMk cId="1775418729" sldId="295"/>
            <ac:spMk id="40" creationId="{D7D6C992-1900-45FA-8447-46A0369910D8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42" creationId="{10162E77-11AD-44A7-84EC-40C59EEFBD2E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3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46" creationId="{6329CBCE-21AE-419D-AC1F-8ACF510A6670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7" creationId="{6329CBCE-21AE-419D-AC1F-8ACF510A6670}"/>
          </ac:spMkLst>
        </pc:spChg>
        <pc:spChg chg="del">
          <ac:chgData name="Romain Rachenne" userId="d05ffb5d262588ec" providerId="LiveId" clId="{B285D14A-E7E2-4CBC-A9C0-DC32C4AEE9CE}" dt="2020-01-09T10:23:00.984" v="570"/>
          <ac:spMkLst>
            <pc:docMk/>
            <pc:sldMk cId="1775418729" sldId="295"/>
            <ac:spMk id="49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6:58.123" v="726" actId="26606"/>
          <ac:spMkLst>
            <pc:docMk/>
            <pc:sldMk cId="1775418729" sldId="295"/>
            <ac:spMk id="51" creationId="{FF2DA012-1414-493D-888F-5D99D0BDA322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3" creationId="{C33BF9DD-8A45-4EEE-B231-0A14D322E5F9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5" creationId="{D5FBCAC9-BD8B-4F3B-AD74-EF37D4211349}"/>
          </ac:spMkLst>
        </pc:spChg>
        <pc:spChg chg="add">
          <ac:chgData name="Romain Rachenne" userId="d05ffb5d262588ec" providerId="LiveId" clId="{B285D14A-E7E2-4CBC-A9C0-DC32C4AEE9CE}" dt="2020-01-09T10:26:58.144" v="727" actId="26606"/>
          <ac:spMkLst>
            <pc:docMk/>
            <pc:sldMk cId="1775418729" sldId="295"/>
            <ac:spMk id="56" creationId="{9556C5A8-AD7E-4CE7-87BE-9EA3B5E1786F}"/>
          </ac:spMkLst>
        </pc:spChg>
        <pc:picChg chg="mod">
          <ac:chgData name="Romain Rachenne" userId="d05ffb5d262588ec" providerId="LiveId" clId="{B285D14A-E7E2-4CBC-A9C0-DC32C4AEE9CE}" dt="2020-01-09T10:26:58.144" v="727" actId="26606"/>
          <ac:picMkLst>
            <pc:docMk/>
            <pc:sldMk cId="1775418729" sldId="295"/>
            <ac:picMk id="4" creationId="{50BE8B38-4A4C-4084-9FE2-5CA0E1BBB67E}"/>
          </ac:picMkLst>
        </pc:picChg>
        <pc:picChg chg="add">
          <ac:chgData name="Romain Rachenne" userId="d05ffb5d262588ec" providerId="LiveId" clId="{B285D14A-E7E2-4CBC-A9C0-DC32C4AEE9CE}" dt="2020-01-09T10:35:24.250" v="1000"/>
          <ac:picMkLst>
            <pc:docMk/>
            <pc:sldMk cId="1775418729" sldId="295"/>
            <ac:picMk id="17" creationId="{77B40EB9-E2D7-4DBF-8566-801D1EF13C3F}"/>
          </ac:picMkLst>
        </pc:picChg>
        <pc:picChg chg="add">
          <ac:chgData name="Romain Rachenne" userId="d05ffb5d262588ec" providerId="LiveId" clId="{B285D14A-E7E2-4CBC-A9C0-DC32C4AEE9CE}" dt="2020-01-09T10:35:52.771" v="1011"/>
          <ac:picMkLst>
            <pc:docMk/>
            <pc:sldMk cId="1775418729" sldId="295"/>
            <ac:picMk id="18" creationId="{40375CC4-0E81-4F87-BC31-1630E961D2F4}"/>
          </ac:picMkLst>
        </pc:picChg>
        <pc:cxnChg chg="add del">
          <ac:chgData name="Romain Rachenne" userId="d05ffb5d262588ec" providerId="LiveId" clId="{B285D14A-E7E2-4CBC-A9C0-DC32C4AEE9CE}" dt="2020-01-09T10:26:58.123" v="726" actId="26606"/>
          <ac:cxnSpMkLst>
            <pc:docMk/>
            <pc:sldMk cId="1775418729" sldId="295"/>
            <ac:cxnSpMk id="44" creationId="{5AB158E9-1B40-4CD6-95F0-95CA11DF7B7A}"/>
          </ac:cxnSpMkLst>
        </pc:cxnChg>
        <pc:cxnChg chg="del">
          <ac:chgData name="Romain Rachenne" userId="d05ffb5d262588ec" providerId="LiveId" clId="{B285D14A-E7E2-4CBC-A9C0-DC32C4AEE9CE}" dt="2020-01-09T10:23:00.984" v="570"/>
          <ac:cxnSpMkLst>
            <pc:docMk/>
            <pc:sldMk cId="1775418729" sldId="295"/>
            <ac:cxnSpMk id="45" creationId="{5AB158E9-1B40-4CD6-95F0-95CA11DF7B7A}"/>
          </ac:cxnSpMkLst>
        </pc:cxnChg>
        <pc:cxnChg chg="add">
          <ac:chgData name="Romain Rachenne" userId="d05ffb5d262588ec" providerId="LiveId" clId="{B285D14A-E7E2-4CBC-A9C0-DC32C4AEE9CE}" dt="2020-01-09T10:26:58.144" v="727" actId="26606"/>
          <ac:cxnSpMkLst>
            <pc:docMk/>
            <pc:sldMk cId="1775418729" sldId="295"/>
            <ac:cxnSpMk id="54" creationId="{9020DCC9-F851-4562-BB20-1AB3C51BFD08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929417147" sldId="296"/>
        </pc:sldMkLst>
        <pc:spChg chg="mod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2" creationId="{E539DC57-7F8A-40FE-AD3A-94C25287C775}"/>
          </ac:spMkLst>
        </pc:spChg>
        <pc:spChg chg="mod ord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3" creationId="{9FE57C0E-CD38-4E23-A4D2-8FFD61996D1E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9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13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26:25.497" v="700" actId="26606"/>
          <ac:spMkLst>
            <pc:docMk/>
            <pc:sldMk cId="929417147" sldId="296"/>
            <ac:spMk id="15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7" creationId="{990D0034-F768-41E7-85D4-F38C4DE85770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8" creationId="{C4F7E42D-8B5A-4FC8-81CD-9E60171F7FA8}"/>
          </ac:spMkLst>
        </pc:spChg>
        <pc:spChg chg="add del">
          <ac:chgData name="Romain Rachenne" userId="d05ffb5d262588ec" providerId="LiveId" clId="{B285D14A-E7E2-4CBC-A9C0-DC32C4AEE9CE}" dt="2020-01-09T10:26:39.060" v="723" actId="26606"/>
          <ac:spMkLst>
            <pc:docMk/>
            <pc:sldMk cId="929417147" sldId="296"/>
            <ac:spMk id="19" creationId="{8C04651D-B9F4-4935-A02D-364153FBDF54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24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28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28:32.543" v="854" actId="26606"/>
          <ac:spMkLst>
            <pc:docMk/>
            <pc:sldMk cId="929417147" sldId="296"/>
            <ac:spMk id="30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35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3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28:31.322" v="851" actId="26606"/>
          <ac:spMkLst>
            <pc:docMk/>
            <pc:sldMk cId="929417147" sldId="296"/>
            <ac:spMk id="41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3" creationId="{5CF81D86-BDBA-477C-B7DD-8D359BB9965B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5" creationId="{88AA064E-5F6E-4024-BC28-EDDC3DFC70E1}"/>
          </ac:spMkLst>
        </pc:spChg>
        <pc:spChg chg="add del">
          <ac:chgData name="Romain Rachenne" userId="d05ffb5d262588ec" providerId="LiveId" clId="{B285D14A-E7E2-4CBC-A9C0-DC32C4AEE9CE}" dt="2020-01-09T10:28:32.519" v="853" actId="26606"/>
          <ac:spMkLst>
            <pc:docMk/>
            <pc:sldMk cId="929417147" sldId="296"/>
            <ac:spMk id="46" creationId="{03B29638-4838-4B9B-B9DB-96E542BAF3E6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48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50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2:10.278" v="1221" actId="26606"/>
          <ac:spMkLst>
            <pc:docMk/>
            <pc:sldMk cId="929417147" sldId="296"/>
            <ac:spMk id="51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56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42:08.638" v="1218" actId="26606"/>
          <ac:spMkLst>
            <pc:docMk/>
            <pc:sldMk cId="929417147" sldId="296"/>
            <ac:spMk id="5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59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60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41:43.297" v="1192" actId="26606"/>
          <ac:spMkLst>
            <pc:docMk/>
            <pc:sldMk cId="929417147" sldId="296"/>
            <ac:spMk id="62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63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4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6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41:44.531" v="1194" actId="26606"/>
          <ac:spMkLst>
            <pc:docMk/>
            <pc:sldMk cId="929417147" sldId="296"/>
            <ac:spMk id="67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42:10.262" v="1220" actId="26606"/>
          <ac:spMkLst>
            <pc:docMk/>
            <pc:sldMk cId="929417147" sldId="296"/>
            <ac:spMk id="68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69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71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41:54.305" v="1207" actId="26606"/>
          <ac:spMkLst>
            <pc:docMk/>
            <pc:sldMk cId="929417147" sldId="296"/>
            <ac:spMk id="72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3" creationId="{5CF81D86-BDBA-477C-B7DD-8D359BB9965B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5" creationId="{88AA064E-5F6E-4024-BC28-EDDC3DFC70E1}"/>
          </ac:spMkLst>
        </pc:spChg>
        <pc:spChg chg="add del">
          <ac:chgData name="Romain Rachenne" userId="d05ffb5d262588ec" providerId="LiveId" clId="{B285D14A-E7E2-4CBC-A9C0-DC32C4AEE9CE}" dt="2020-01-09T10:42:20.097" v="1226" actId="26606"/>
          <ac:spMkLst>
            <pc:docMk/>
            <pc:sldMk cId="929417147" sldId="296"/>
            <ac:spMk id="76" creationId="{03B29638-4838-4B9B-B9DB-96E542BAF3E6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1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5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42:20.097" v="1225" actId="26606"/>
          <ac:spMkLst>
            <pc:docMk/>
            <pc:sldMk cId="929417147" sldId="296"/>
            <ac:spMk id="87" creationId="{FF2DA012-1414-493D-888F-5D99D0BDA322}"/>
          </ac:spMkLst>
        </pc:spChg>
        <pc:picChg chg="add del mod">
          <ac:chgData name="Romain Rachenne" userId="d05ffb5d262588ec" providerId="LiveId" clId="{B285D14A-E7E2-4CBC-A9C0-DC32C4AEE9CE}" dt="2020-01-09T10:28:26.416" v="848" actId="478"/>
          <ac:picMkLst>
            <pc:docMk/>
            <pc:sldMk cId="929417147" sldId="296"/>
            <ac:picMk id="4" creationId="{FBF93AE7-2737-4D71-8FFB-3C9CA33A6303}"/>
          </ac:picMkLst>
        </pc:picChg>
        <pc:picChg chg="add mod">
          <ac:chgData name="Romain Rachenne" userId="d05ffb5d262588ec" providerId="LiveId" clId="{B285D14A-E7E2-4CBC-A9C0-DC32C4AEE9CE}" dt="2020-01-09T10:42:20.097" v="1226" actId="26606"/>
          <ac:picMkLst>
            <pc:docMk/>
            <pc:sldMk cId="929417147" sldId="296"/>
            <ac:picMk id="5" creationId="{D43B6036-7B5F-428D-8B2C-06F26075BE60}"/>
          </ac:picMkLst>
        </pc:picChg>
        <pc:picChg chg="add del">
          <ac:chgData name="Romain Rachenne" userId="d05ffb5d262588ec" providerId="LiveId" clId="{B285D14A-E7E2-4CBC-A9C0-DC32C4AEE9CE}" dt="2020-01-09T10:42:04.373" v="1215" actId="478"/>
          <ac:picMkLst>
            <pc:docMk/>
            <pc:sldMk cId="929417147" sldId="296"/>
            <ac:picMk id="29" creationId="{B6177D4F-F01F-43C0-BBBF-AD3550A1988D}"/>
          </ac:picMkLst>
        </pc:picChg>
        <pc:picChg chg="add del mod">
          <ac:chgData name="Romain Rachenne" userId="d05ffb5d262588ec" providerId="LiveId" clId="{B285D14A-E7E2-4CBC-A9C0-DC32C4AEE9CE}" dt="2020-01-09T10:42:05.717" v="1216" actId="478"/>
          <ac:picMkLst>
            <pc:docMk/>
            <pc:sldMk cId="929417147" sldId="296"/>
            <ac:picMk id="31" creationId="{A05004CB-3650-4EF5-A272-6AB8C9BF4E63}"/>
          </ac:picMkLst>
        </pc:picChg>
        <pc:picChg chg="add">
          <ac:chgData name="Romain Rachenne" userId="d05ffb5d262588ec" providerId="LiveId" clId="{B285D14A-E7E2-4CBC-A9C0-DC32C4AEE9CE}" dt="2020-01-09T10:42:25.651" v="1227"/>
          <ac:picMkLst>
            <pc:docMk/>
            <pc:sldMk cId="929417147" sldId="296"/>
            <ac:picMk id="77" creationId="{84759722-8A2D-4B7D-9E39-891C6717F6E0}"/>
          </ac:picMkLst>
        </pc:picChg>
        <pc:picChg chg="add">
          <ac:chgData name="Romain Rachenne" userId="d05ffb5d262588ec" providerId="LiveId" clId="{B285D14A-E7E2-4CBC-A9C0-DC32C4AEE9CE}" dt="2020-01-09T10:42:27.977" v="1228"/>
          <ac:picMkLst>
            <pc:docMk/>
            <pc:sldMk cId="929417147" sldId="296"/>
            <ac:picMk id="78" creationId="{7650F342-68FC-48F2-824D-C976705C7F79}"/>
          </ac:picMkLst>
        </pc:picChg>
        <pc:cxnChg chg="add del">
          <ac:chgData name="Romain Rachenne" userId="d05ffb5d262588ec" providerId="LiveId" clId="{B285D14A-E7E2-4CBC-A9C0-DC32C4AEE9CE}" dt="2020-01-09T10:26:25.497" v="700" actId="26606"/>
          <ac:cxnSpMkLst>
            <pc:docMk/>
            <pc:sldMk cId="929417147" sldId="296"/>
            <ac:cxnSpMk id="11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28:32.543" v="854" actId="26606"/>
          <ac:cxnSpMkLst>
            <pc:docMk/>
            <pc:sldMk cId="929417147" sldId="296"/>
            <ac:cxnSpMk id="26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28:31.322" v="851" actId="26606"/>
          <ac:cxnSpMkLst>
            <pc:docMk/>
            <pc:sldMk cId="929417147" sldId="296"/>
            <ac:cxnSpMk id="37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28:32.519" v="853" actId="26606"/>
          <ac:cxnSpMkLst>
            <pc:docMk/>
            <pc:sldMk cId="929417147" sldId="296"/>
            <ac:cxnSpMk id="44" creationId="{C65F3E9C-EF11-4F8F-A621-399C7A3E6401}"/>
          </ac:cxnSpMkLst>
        </pc:cxnChg>
        <pc:cxnChg chg="add del">
          <ac:chgData name="Romain Rachenne" userId="d05ffb5d262588ec" providerId="LiveId" clId="{B285D14A-E7E2-4CBC-A9C0-DC32C4AEE9CE}" dt="2020-01-09T10:42:10.278" v="1221" actId="26606"/>
          <ac:cxnSpMkLst>
            <pc:docMk/>
            <pc:sldMk cId="929417147" sldId="296"/>
            <ac:cxnSpMk id="49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2:08.638" v="1218" actId="26606"/>
          <ac:cxnSpMkLst>
            <pc:docMk/>
            <pc:sldMk cId="929417147" sldId="296"/>
            <ac:cxnSpMk id="5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1:43.297" v="1192" actId="26606"/>
          <ac:cxnSpMkLst>
            <pc:docMk/>
            <pc:sldMk cId="929417147" sldId="296"/>
            <ac:cxnSpMk id="5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42:10.262" v="1220" actId="26606"/>
          <ac:cxnSpMkLst>
            <pc:docMk/>
            <pc:sldMk cId="929417147" sldId="296"/>
            <ac:cxnSpMk id="61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41:44.531" v="1194" actId="26606"/>
          <ac:cxnSpMkLst>
            <pc:docMk/>
            <pc:sldMk cId="929417147" sldId="296"/>
            <ac:cxnSpMk id="65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41:54.305" v="1207" actId="26606"/>
          <ac:cxnSpMkLst>
            <pc:docMk/>
            <pc:sldMk cId="929417147" sldId="296"/>
            <ac:cxnSpMk id="70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42:20.097" v="1226" actId="26606"/>
          <ac:cxnSpMkLst>
            <pc:docMk/>
            <pc:sldMk cId="929417147" sldId="296"/>
            <ac:cxnSpMk id="74" creationId="{C65F3E9C-EF11-4F8F-A621-399C7A3E6401}"/>
          </ac:cxnSpMkLst>
        </pc:cxnChg>
        <pc:cxnChg chg="add del">
          <ac:chgData name="Romain Rachenne" userId="d05ffb5d262588ec" providerId="LiveId" clId="{B285D14A-E7E2-4CBC-A9C0-DC32C4AEE9CE}" dt="2020-01-09T10:42:20.097" v="1225" actId="26606"/>
          <ac:cxnSpMkLst>
            <pc:docMk/>
            <pc:sldMk cId="929417147" sldId="296"/>
            <ac:cxnSpMk id="83" creationId="{5AB158E9-1B40-4CD6-95F0-95CA11DF7B7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1908614898" sldId="297"/>
        </pc:sldMkLst>
        <pc:spChg chg="mo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2" creationId="{3EF8AAC5-63B4-4C6C-A357-2B5294149970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4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1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0:24.802" v="911" actId="26606"/>
          <ac:spMkLst>
            <pc:docMk/>
            <pc:sldMk cId="1908614898" sldId="297"/>
            <ac:spMk id="20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3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5" creationId="{EB1836F0-F9E0-4D93-9BDD-7EEC6EA05F7B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7" creationId="{6D2F28D1-82F9-40FE-935C-85ECF7660D2D}"/>
          </ac:spMkLst>
        </pc:spChg>
        <pc:spChg chg="add del">
          <ac:chgData name="Romain Rachenne" userId="d05ffb5d262588ec" providerId="LiveId" clId="{B285D14A-E7E2-4CBC-A9C0-DC32C4AEE9CE}" dt="2020-01-09T10:30:26.364" v="913" actId="26606"/>
          <ac:spMkLst>
            <pc:docMk/>
            <pc:sldMk cId="1908614898" sldId="297"/>
            <ac:spMk id="28" creationId="{4B670E93-2F53-48FC-AB6C-E99E22D17F31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0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3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0:29.082" v="915" actId="26606"/>
          <ac:spMkLst>
            <pc:docMk/>
            <pc:sldMk cId="1908614898" sldId="297"/>
            <ac:spMk id="36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3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39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1" creationId="{9971ECC5-51D9-4E70-89C1-3DCF3A3725B1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3" creationId="{7E11F890-74C3-40C9-9A8B-A80E38704358}"/>
          </ac:spMkLst>
        </pc:spChg>
        <pc:spChg chg="add del">
          <ac:chgData name="Romain Rachenne" userId="d05ffb5d262588ec" providerId="LiveId" clId="{B285D14A-E7E2-4CBC-A9C0-DC32C4AEE9CE}" dt="2020-01-09T10:30:30.722" v="917" actId="26606"/>
          <ac:spMkLst>
            <pc:docMk/>
            <pc:sldMk cId="1908614898" sldId="297"/>
            <ac:spMk id="44" creationId="{27874070-078A-470B-9C8C-BD1BCB55A005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49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1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2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7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59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3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7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1:22.362" v="926" actId="26606"/>
          <ac:spMkLst>
            <pc:docMk/>
            <pc:sldMk cId="1908614898" sldId="297"/>
            <ac:spMk id="69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6:31.764" v="1029" actId="1076"/>
          <ac:picMkLst>
            <pc:docMk/>
            <pc:sldMk cId="1908614898" sldId="297"/>
            <ac:picMk id="3" creationId="{B12D1B47-A5BC-403C-8771-D9C2961148DD}"/>
          </ac:picMkLst>
        </pc:picChg>
        <pc:picChg chg="add">
          <ac:chgData name="Romain Rachenne" userId="d05ffb5d262588ec" providerId="LiveId" clId="{B285D14A-E7E2-4CBC-A9C0-DC32C4AEE9CE}" dt="2020-01-09T10:35:25.140" v="1001"/>
          <ac:picMkLst>
            <pc:docMk/>
            <pc:sldMk cId="1908614898" sldId="297"/>
            <ac:picMk id="53" creationId="{AEBC6213-521C-4A81-88E5-098C1C7E99B8}"/>
          </ac:picMkLst>
        </pc:picChg>
        <pc:picChg chg="add del">
          <ac:chgData name="Romain Rachenne" userId="d05ffb5d262588ec" providerId="LiveId" clId="{B285D14A-E7E2-4CBC-A9C0-DC32C4AEE9CE}" dt="2020-01-09T10:35:30.608" v="1003"/>
          <ac:picMkLst>
            <pc:docMk/>
            <pc:sldMk cId="1908614898" sldId="297"/>
            <ac:picMk id="54" creationId="{2773532B-5297-41E7-A90C-9BDABF8BA5F0}"/>
          </ac:picMkLst>
        </pc:picChg>
        <pc:picChg chg="add">
          <ac:chgData name="Romain Rachenne" userId="d05ffb5d262588ec" providerId="LiveId" clId="{B285D14A-E7E2-4CBC-A9C0-DC32C4AEE9CE}" dt="2020-01-09T10:35:54.960" v="1012"/>
          <ac:picMkLst>
            <pc:docMk/>
            <pc:sldMk cId="1908614898" sldId="297"/>
            <ac:picMk id="55" creationId="{52AD864E-2D42-4A79-A172-BDBD8085E8C2}"/>
          </ac:picMkLst>
        </pc:picChg>
        <pc:cxnChg chg="add del">
          <ac:chgData name="Romain Rachenne" userId="d05ffb5d262588ec" providerId="LiveId" clId="{B285D14A-E7E2-4CBC-A9C0-DC32C4AEE9CE}" dt="2020-01-09T10:30:24.802" v="911" actId="26606"/>
          <ac:cxnSpMkLst>
            <pc:docMk/>
            <pc:sldMk cId="1908614898" sldId="297"/>
            <ac:cxnSpMk id="1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4.802" v="911" actId="26606"/>
          <ac:cxnSpMkLst>
            <pc:docMk/>
            <pc:sldMk cId="1908614898" sldId="297"/>
            <ac:cxnSpMk id="16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30:26.364" v="913" actId="26606"/>
          <ac:cxnSpMkLst>
            <pc:docMk/>
            <pc:sldMk cId="1908614898" sldId="297"/>
            <ac:cxnSpMk id="24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6.364" v="913" actId="26606"/>
          <ac:cxnSpMkLst>
            <pc:docMk/>
            <pc:sldMk cId="1908614898" sldId="297"/>
            <ac:cxnSpMk id="26" creationId="{7A49EFD3-A806-4D59-99F1-AA9AFAE4EF71}"/>
          </ac:cxnSpMkLst>
        </pc:cxnChg>
        <pc:cxnChg chg="add del">
          <ac:chgData name="Romain Rachenne" userId="d05ffb5d262588ec" providerId="LiveId" clId="{B285D14A-E7E2-4CBC-A9C0-DC32C4AEE9CE}" dt="2020-01-09T10:30:29.082" v="915" actId="26606"/>
          <ac:cxnSpMkLst>
            <pc:docMk/>
            <pc:sldMk cId="1908614898" sldId="297"/>
            <ac:cxnSpMk id="3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29.082" v="915" actId="26606"/>
          <ac:cxnSpMkLst>
            <pc:docMk/>
            <pc:sldMk cId="1908614898" sldId="297"/>
            <ac:cxnSpMk id="34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30:30.722" v="917" actId="26606"/>
          <ac:cxnSpMkLst>
            <pc:docMk/>
            <pc:sldMk cId="1908614898" sldId="297"/>
            <ac:cxnSpMk id="4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0:30.722" v="917" actId="26606"/>
          <ac:cxnSpMkLst>
            <pc:docMk/>
            <pc:sldMk cId="1908614898" sldId="297"/>
            <ac:cxnSpMk id="42" creationId="{432529AB-8F99-47FB-91B5-93565E543B50}"/>
          </ac:cxnSpMkLst>
        </pc:cxnChg>
        <pc:cxnChg chg="add del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48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50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61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1:22.362" v="926" actId="26606"/>
          <ac:cxnSpMkLst>
            <pc:docMk/>
            <pc:sldMk cId="1908614898" sldId="297"/>
            <ac:cxnSpMk id="65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3991149848" sldId="298"/>
        </pc:sldMkLst>
        <pc:spChg chg="mo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" creationId="{8844188A-3D67-4A6A-9D2F-0467BB8A35B3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4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1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1:12.083" v="923" actId="26606"/>
          <ac:spMkLst>
            <pc:docMk/>
            <pc:sldMk cId="3991149848" sldId="298"/>
            <ac:spMk id="2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2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1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5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37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48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52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1:16.051" v="924" actId="26606"/>
          <ac:spMkLst>
            <pc:docMk/>
            <pc:sldMk cId="3991149848" sldId="298"/>
            <ac:spMk id="54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6:35.629" v="1030" actId="1076"/>
          <ac:picMkLst>
            <pc:docMk/>
            <pc:sldMk cId="3991149848" sldId="298"/>
            <ac:picMk id="3" creationId="{67A1C45A-8424-4395-97BC-B4E39583FF69}"/>
          </ac:picMkLst>
        </pc:picChg>
        <pc:picChg chg="add">
          <ac:chgData name="Romain Rachenne" userId="d05ffb5d262588ec" providerId="LiveId" clId="{B285D14A-E7E2-4CBC-A9C0-DC32C4AEE9CE}" dt="2020-01-09T10:35:31.857" v="1004"/>
          <ac:picMkLst>
            <pc:docMk/>
            <pc:sldMk cId="3991149848" sldId="298"/>
            <ac:picMk id="26" creationId="{200B12A8-7CEE-4636-A270-A4605AD400AF}"/>
          </ac:picMkLst>
        </pc:picChg>
        <pc:picChg chg="add">
          <ac:chgData name="Romain Rachenne" userId="d05ffb5d262588ec" providerId="LiveId" clId="{B285D14A-E7E2-4CBC-A9C0-DC32C4AEE9CE}" dt="2020-01-09T10:35:56.310" v="1013"/>
          <ac:picMkLst>
            <pc:docMk/>
            <pc:sldMk cId="3991149848" sldId="298"/>
            <ac:picMk id="28" creationId="{3CD12253-9B74-4AA6-8C63-42158164730A}"/>
          </ac:picMkLst>
        </pc:picChg>
        <pc:cxnChg chg="add del">
          <ac:chgData name="Romain Rachenne" userId="d05ffb5d262588ec" providerId="LiveId" clId="{B285D14A-E7E2-4CBC-A9C0-DC32C4AEE9CE}" dt="2020-01-09T10:31:12.083" v="923" actId="26606"/>
          <ac:cxnSpMkLst>
            <pc:docMk/>
            <pc:sldMk cId="3991149848" sldId="298"/>
            <ac:cxnSpMk id="1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12.083" v="923" actId="26606"/>
          <ac:cxnSpMkLst>
            <pc:docMk/>
            <pc:sldMk cId="3991149848" sldId="298"/>
            <ac:cxnSpMk id="16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2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33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46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1:16.051" v="924" actId="26606"/>
          <ac:cxnSpMkLst>
            <pc:docMk/>
            <pc:sldMk cId="3991149848" sldId="298"/>
            <ac:cxnSpMk id="50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611248365" sldId="299"/>
        </pc:sldMkLst>
        <pc:spChg chg="mo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" creationId="{728699A7-C3C2-4BEF-9258-9871122AAA7B}"/>
          </ac:spMkLst>
        </pc:spChg>
        <pc:spChg chg="del mod ord">
          <ac:chgData name="Romain Rachenne" userId="d05ffb5d262588ec" providerId="LiveId" clId="{B285D14A-E7E2-4CBC-A9C0-DC32C4AEE9CE}" dt="2020-01-09T10:33:50.195" v="942" actId="478"/>
          <ac:spMkLst>
            <pc:docMk/>
            <pc:sldMk cId="611248365" sldId="299"/>
            <ac:spMk id="3" creationId="{E43ACC92-9DBA-44A6-931C-8042139B7F9C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4" creationId="{F0669B30-C91B-4386-B1D2-ACEF4AE7E855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10" creationId="{6990FCF3-6B2C-40D5-ACC7-D8823F4B810E}"/>
          </ac:spMkLst>
        </pc:spChg>
        <pc:spChg chg="add del">
          <ac:chgData name="Romain Rachenne" userId="d05ffb5d262588ec" providerId="LiveId" clId="{B285D14A-E7E2-4CBC-A9C0-DC32C4AEE9CE}" dt="2020-01-09T10:33:47.680" v="941" actId="26606"/>
          <ac:spMkLst>
            <pc:docMk/>
            <pc:sldMk cId="611248365" sldId="299"/>
            <ac:spMk id="11" creationId="{2A3C5C12-9BE2-45F3-BA0F-DD1B2F4C9612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14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16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0" creationId="{2AD83CFE-1CA3-4832-A4B9-C48CD1347C03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2" creationId="{BC98641C-7F74-435D-996F-A4387A3C3C26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4" creationId="{F530C0F6-C8DF-4539-B30C-8105DB618C20}"/>
          </ac:spMkLst>
        </pc:spChg>
        <pc:spChg chg="add del">
          <ac:chgData name="Romain Rachenne" userId="d05ffb5d262588ec" providerId="LiveId" clId="{B285D14A-E7E2-4CBC-A9C0-DC32C4AEE9CE}" dt="2020-01-09T10:33:55.265" v="944" actId="26606"/>
          <ac:spMkLst>
            <pc:docMk/>
            <pc:sldMk cId="611248365" sldId="299"/>
            <ac:spMk id="26" creationId="{BAE51241-AA8B-4B82-9C59-6738DB85674C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8" creationId="{CF6BB2E5-F5C5-4876-9282-B0246E035740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29" creationId="{6E53EAE7-3851-4CE7-BE81-EF90F19EF019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1" creationId="{2F16E17D-C071-4109-AF3D-779A0E87C118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3" creationId="{D08C849D-BD09-4FFA-9C7E-F9AF303F0102}"/>
          </ac:spMkLst>
        </pc:spChg>
        <pc:spChg chg="add">
          <ac:chgData name="Romain Rachenne" userId="d05ffb5d262588ec" providerId="LiveId" clId="{B285D14A-E7E2-4CBC-A9C0-DC32C4AEE9CE}" dt="2020-01-09T10:33:55.281" v="945" actId="26606"/>
          <ac:spMkLst>
            <pc:docMk/>
            <pc:sldMk cId="611248365" sldId="299"/>
            <ac:spMk id="34" creationId="{7912AEB4-DC8F-4D04-81FE-AFCD2E1D6B80}"/>
          </ac:spMkLst>
        </pc:spChg>
        <pc:picChg chg="add del">
          <ac:chgData name="Romain Rachenne" userId="d05ffb5d262588ec" providerId="LiveId" clId="{B285D14A-E7E2-4CBC-A9C0-DC32C4AEE9CE}" dt="2020-01-09T10:33:47.680" v="941" actId="26606"/>
          <ac:picMkLst>
            <pc:docMk/>
            <pc:sldMk cId="611248365" sldId="299"/>
            <ac:picMk id="5" creationId="{6951A3ED-DBCA-41A6-A27D-0382B6BFB485}"/>
          </ac:picMkLst>
        </pc:picChg>
        <pc:picChg chg="add mod ord">
          <ac:chgData name="Romain Rachenne" userId="d05ffb5d262588ec" providerId="LiveId" clId="{B285D14A-E7E2-4CBC-A9C0-DC32C4AEE9CE}" dt="2020-01-09T10:34:27.547" v="959" actId="1076"/>
          <ac:picMkLst>
            <pc:docMk/>
            <pc:sldMk cId="611248365" sldId="299"/>
            <ac:picMk id="8" creationId="{70790D34-6BEC-43A3-955C-EF15EECFDD39}"/>
          </ac:picMkLst>
        </pc:picChg>
        <pc:picChg chg="add mod ord">
          <ac:chgData name="Romain Rachenne" userId="d05ffb5d262588ec" providerId="LiveId" clId="{B285D14A-E7E2-4CBC-A9C0-DC32C4AEE9CE}" dt="2020-01-09T10:34:19.956" v="953" actId="14100"/>
          <ac:picMkLst>
            <pc:docMk/>
            <pc:sldMk cId="611248365" sldId="299"/>
            <ac:picMk id="9" creationId="{2F3DDA86-D430-4C4C-8D9A-45053546AD84}"/>
          </ac:picMkLst>
        </pc:picChg>
        <pc:picChg chg="add">
          <ac:chgData name="Romain Rachenne" userId="d05ffb5d262588ec" providerId="LiveId" clId="{B285D14A-E7E2-4CBC-A9C0-DC32C4AEE9CE}" dt="2020-01-09T10:35:32.623" v="1005"/>
          <ac:picMkLst>
            <pc:docMk/>
            <pc:sldMk cId="611248365" sldId="299"/>
            <ac:picMk id="27" creationId="{B0B18234-9EBA-486F-ADE6-7DD5D4ECE03E}"/>
          </ac:picMkLst>
        </pc:picChg>
        <pc:picChg chg="add">
          <ac:chgData name="Romain Rachenne" userId="d05ffb5d262588ec" providerId="LiveId" clId="{B285D14A-E7E2-4CBC-A9C0-DC32C4AEE9CE}" dt="2020-01-09T10:35:57.607" v="1014"/>
          <ac:picMkLst>
            <pc:docMk/>
            <pc:sldMk cId="611248365" sldId="299"/>
            <ac:picMk id="35" creationId="{3F86FF52-FAB7-4A9F-9D80-91B3A554C9E5}"/>
          </ac:picMkLst>
        </pc:pic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6" creationId="{88196D87-6C6F-4512-85AC-D6C437D5FDBB}"/>
          </ac:cxnSpMkLst>
        </pc:cxn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7" creationId="{30F80BD7-0240-47FC-89D2-349DB02D61C7}"/>
          </ac:cxnSpMkLst>
        </pc:cxnChg>
        <pc:cxnChg chg="add del">
          <ac:chgData name="Romain Rachenne" userId="d05ffb5d262588ec" providerId="LiveId" clId="{B285D14A-E7E2-4CBC-A9C0-DC32C4AEE9CE}" dt="2020-01-09T10:33:47.680" v="941" actId="26606"/>
          <ac:cxnSpMkLst>
            <pc:docMk/>
            <pc:sldMk cId="611248365" sldId="299"/>
            <ac:cxnSpMk id="12" creationId="{D5C8FED5-3952-4949-ABEE-591A8B3F78BF}"/>
          </ac:cxnSpMkLst>
        </pc:cxnChg>
        <pc:cxnChg chg="add del">
          <ac:chgData name="Romain Rachenne" userId="d05ffb5d262588ec" providerId="LiveId" clId="{B285D14A-E7E2-4CBC-A9C0-DC32C4AEE9CE}" dt="2020-01-09T10:33:55.265" v="944" actId="26606"/>
          <ac:cxnSpMkLst>
            <pc:docMk/>
            <pc:sldMk cId="611248365" sldId="299"/>
            <ac:cxnSpMk id="18" creationId="{514EE78B-AF71-4195-A01B-F1165D9233BF}"/>
          </ac:cxnSpMkLst>
        </pc:cxnChg>
        <pc:cxnChg chg="add">
          <ac:chgData name="Romain Rachenne" userId="d05ffb5d262588ec" providerId="LiveId" clId="{B285D14A-E7E2-4CBC-A9C0-DC32C4AEE9CE}" dt="2020-01-09T10:33:55.281" v="945" actId="26606"/>
          <ac:cxnSpMkLst>
            <pc:docMk/>
            <pc:sldMk cId="611248365" sldId="299"/>
            <ac:cxnSpMk id="30" creationId="{5C5EFB6A-0AF1-46B2-B103-4AA6C7B31025}"/>
          </ac:cxnSpMkLst>
        </pc:cxnChg>
        <pc:cxnChg chg="add">
          <ac:chgData name="Romain Rachenne" userId="d05ffb5d262588ec" providerId="LiveId" clId="{B285D14A-E7E2-4CBC-A9C0-DC32C4AEE9CE}" dt="2020-01-09T10:33:55.281" v="945" actId="26606"/>
          <ac:cxnSpMkLst>
            <pc:docMk/>
            <pc:sldMk cId="611248365" sldId="299"/>
            <ac:cxnSpMk id="32" creationId="{0E4E35E5-549B-4C6F-AC59-8ECD9905C80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1889928538" sldId="300"/>
        </pc:sldMkLst>
        <pc:spChg chg="mo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" creationId="{8E50CA21-A9F8-4F71-B571-5252D3D0A0C2}"/>
          </ac:spMkLst>
        </pc:spChg>
        <pc:spChg chg="add del">
          <ac:chgData name="Romain Rachenne" userId="d05ffb5d262588ec" providerId="LiveId" clId="{B285D14A-E7E2-4CBC-A9C0-DC32C4AEE9CE}" dt="2020-01-09T10:35:04.798" v="988" actId="26606"/>
          <ac:spMkLst>
            <pc:docMk/>
            <pc:sldMk cId="1889928538" sldId="300"/>
            <ac:spMk id="3" creationId="{2BEA69DA-F661-4A9C-B522-CAAFCAFF0A90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5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19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5:04.782" v="987" actId="26606"/>
          <ac:spMkLst>
            <pc:docMk/>
            <pc:sldMk cId="1889928538" sldId="300"/>
            <ac:spMk id="21" creationId="{0D91DD17-237F-4811-BC0E-128EB1BD7CFE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5:07.797" v="989" actId="478"/>
          <ac:spMkLst>
            <pc:docMk/>
            <pc:sldMk cId="1889928538" sldId="300"/>
            <ac:spMk id="25" creationId="{2BEA69DA-F661-4A9C-B522-CAAFCAFF0A90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6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2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3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42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5:09.719" v="991" actId="26606"/>
          <ac:spMkLst>
            <pc:docMk/>
            <pc:sldMk cId="1889928538" sldId="300"/>
            <ac:spMk id="44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49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51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5:10.956" v="993" actId="26606"/>
          <ac:spMkLst>
            <pc:docMk/>
            <pc:sldMk cId="1889928538" sldId="300"/>
            <ac:spMk id="52" creationId="{0D91DD17-237F-4811-BC0E-128EB1BD7CFE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4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5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5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5:11.503" v="995" actId="26606"/>
          <ac:spMkLst>
            <pc:docMk/>
            <pc:sldMk cId="1889928538" sldId="300"/>
            <ac:spMk id="60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3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5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7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35:11.550" v="996" actId="26606"/>
          <ac:spMkLst>
            <pc:docMk/>
            <pc:sldMk cId="1889928538" sldId="300"/>
            <ac:spMk id="68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35:11.550" v="996" actId="26606"/>
          <ac:picMkLst>
            <pc:docMk/>
            <pc:sldMk cId="1889928538" sldId="300"/>
            <ac:picMk id="4" creationId="{A1F164DC-0477-4663-AA6E-027E6804CEDC}"/>
          </ac:picMkLst>
        </pc:picChg>
        <pc:picChg chg="add">
          <ac:chgData name="Romain Rachenne" userId="d05ffb5d262588ec" providerId="LiveId" clId="{B285D14A-E7E2-4CBC-A9C0-DC32C4AEE9CE}" dt="2020-01-09T10:35:33.591" v="1006"/>
          <ac:picMkLst>
            <pc:docMk/>
            <pc:sldMk cId="1889928538" sldId="300"/>
            <ac:picMk id="45" creationId="{486F10D5-C032-4F22-AC19-A12FE3391501}"/>
          </ac:picMkLst>
        </pc:picChg>
        <pc:picChg chg="add">
          <ac:chgData name="Romain Rachenne" userId="d05ffb5d262588ec" providerId="LiveId" clId="{B285D14A-E7E2-4CBC-A9C0-DC32C4AEE9CE}" dt="2020-01-09T10:35:58.903" v="1015"/>
          <ac:picMkLst>
            <pc:docMk/>
            <pc:sldMk cId="1889928538" sldId="300"/>
            <ac:picMk id="53" creationId="{D24DFB1E-A66B-459F-B87C-0F5C446202F3}"/>
          </ac:picMkLst>
        </pc:picChg>
        <pc:cxnChg chg="add del">
          <ac:chgData name="Romain Rachenne" userId="d05ffb5d262588ec" providerId="LiveId" clId="{B285D14A-E7E2-4CBC-A9C0-DC32C4AEE9CE}" dt="2020-01-09T10:35:04.782" v="987" actId="26606"/>
          <ac:cxnSpMkLst>
            <pc:docMk/>
            <pc:sldMk cId="1889928538" sldId="300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04.782" v="987" actId="26606"/>
          <ac:cxnSpMkLst>
            <pc:docMk/>
            <pc:sldMk cId="1889928538" sldId="300"/>
            <ac:cxnSpMk id="17" creationId="{C9AC0290-4702-4519-B0F4-C2A46880997B}"/>
          </ac:cxnSpMkLst>
        </pc:cxnChg>
        <pc:cxnChg chg="add del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2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5:09.719" v="991" actId="26606"/>
          <ac:cxnSpMkLst>
            <pc:docMk/>
            <pc:sldMk cId="1889928538" sldId="300"/>
            <ac:cxnSpMk id="3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09.719" v="991" actId="26606"/>
          <ac:cxnSpMkLst>
            <pc:docMk/>
            <pc:sldMk cId="1889928538" sldId="300"/>
            <ac:cxnSpMk id="40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5:10.956" v="993" actId="26606"/>
          <ac:cxnSpMkLst>
            <pc:docMk/>
            <pc:sldMk cId="1889928538" sldId="300"/>
            <ac:cxnSpMk id="48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10.956" v="993" actId="26606"/>
          <ac:cxnSpMkLst>
            <pc:docMk/>
            <pc:sldMk cId="1889928538" sldId="300"/>
            <ac:cxnSpMk id="50" creationId="{C9AC0290-4702-4519-B0F4-C2A46880997B}"/>
          </ac:cxnSpMkLst>
        </pc:cxnChg>
        <pc:cxnChg chg="add del">
          <ac:chgData name="Romain Rachenne" userId="d05ffb5d262588ec" providerId="LiveId" clId="{B285D14A-E7E2-4CBC-A9C0-DC32C4AEE9CE}" dt="2020-01-09T10:35:11.503" v="995" actId="26606"/>
          <ac:cxnSpMkLst>
            <pc:docMk/>
            <pc:sldMk cId="1889928538" sldId="300"/>
            <ac:cxnSpMk id="5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5:11.503" v="995" actId="26606"/>
          <ac:cxnSpMkLst>
            <pc:docMk/>
            <pc:sldMk cId="1889928538" sldId="300"/>
            <ac:cxnSpMk id="58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6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5:11.550" v="996" actId="26606"/>
          <ac:cxnSpMkLst>
            <pc:docMk/>
            <pc:sldMk cId="1889928538" sldId="300"/>
            <ac:cxnSpMk id="66" creationId="{C9AC0290-4702-4519-B0F4-C2A46880997B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736833271" sldId="301"/>
        </pc:sldMkLst>
        <pc:spChg chg="mo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2" creationId="{2C21A919-D790-4A01-9EE9-37C97C5790DF}"/>
          </ac:spMkLst>
        </pc:spChg>
        <pc:spChg chg="del">
          <ac:chgData name="Romain Rachenne" userId="d05ffb5d262588ec" providerId="LiveId" clId="{B285D14A-E7E2-4CBC-A9C0-DC32C4AEE9CE}" dt="2020-01-09T10:36:52.852" v="1042" actId="478"/>
          <ac:spMkLst>
            <pc:docMk/>
            <pc:sldMk cId="736833271" sldId="301"/>
            <ac:spMk id="3" creationId="{5D3BD9F3-7CA7-4367-8C91-A467B378688B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6:57.335" v="1045" actId="26606"/>
          <ac:spMkLst>
            <pc:docMk/>
            <pc:sldMk cId="736833271" sldId="301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6" creationId="{C4AAA502-5435-489E-9538-3A40E6C71461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8" creationId="{DE42378B-2E28-4810-8421-7A473A40E376}"/>
          </ac:spMkLst>
        </pc:spChg>
        <pc:spChg chg="add del">
          <ac:chgData name="Romain Rachenne" userId="d05ffb5d262588ec" providerId="LiveId" clId="{B285D14A-E7E2-4CBC-A9C0-DC32C4AEE9CE}" dt="2020-01-09T10:36:59.366" v="1047" actId="26606"/>
          <ac:spMkLst>
            <pc:docMk/>
            <pc:sldMk cId="736833271" sldId="301"/>
            <ac:spMk id="29" creationId="{0D91DD17-237F-4811-BC0E-128EB1BD7CFE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6:59.413" v="1048" actId="26606"/>
          <ac:spMkLst>
            <pc:docMk/>
            <pc:sldMk cId="736833271" sldId="301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6:59.413" v="1048" actId="26606"/>
          <ac:picMkLst>
            <pc:docMk/>
            <pc:sldMk cId="736833271" sldId="301"/>
            <ac:picMk id="4" creationId="{8BAFA666-3E16-420A-8147-A51B336F5AD6}"/>
          </ac:picMkLst>
        </pc:picChg>
        <pc:picChg chg="add">
          <ac:chgData name="Romain Rachenne" userId="d05ffb5d262588ec" providerId="LiveId" clId="{B285D14A-E7E2-4CBC-A9C0-DC32C4AEE9CE}" dt="2020-01-09T10:38:10.241" v="1094"/>
          <ac:picMkLst>
            <pc:docMk/>
            <pc:sldMk cId="736833271" sldId="301"/>
            <ac:picMk id="30" creationId="{FF4D583D-218E-4540-A459-E9E53DC1720B}"/>
          </ac:picMkLst>
        </pc:picChg>
        <pc:picChg chg="add">
          <ac:chgData name="Romain Rachenne" userId="d05ffb5d262588ec" providerId="LiveId" clId="{B285D14A-E7E2-4CBC-A9C0-DC32C4AEE9CE}" dt="2020-01-09T10:38:18.370" v="1097"/>
          <ac:picMkLst>
            <pc:docMk/>
            <pc:sldMk cId="736833271" sldId="301"/>
            <ac:picMk id="38" creationId="{AF50C4D2-A297-4562-86EB-7ABE916DE662}"/>
          </ac:picMkLst>
        </pc:picChg>
        <pc:cxnChg chg="add del">
          <ac:chgData name="Romain Rachenne" userId="d05ffb5d262588ec" providerId="LiveId" clId="{B285D14A-E7E2-4CBC-A9C0-DC32C4AEE9CE}" dt="2020-01-09T10:36:57.335" v="1045" actId="26606"/>
          <ac:cxnSpMkLst>
            <pc:docMk/>
            <pc:sldMk cId="736833271" sldId="301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6:57.335" v="1045" actId="26606"/>
          <ac:cxnSpMkLst>
            <pc:docMk/>
            <pc:sldMk cId="736833271" sldId="301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6:59.366" v="1047" actId="26606"/>
          <ac:cxnSpMkLst>
            <pc:docMk/>
            <pc:sldMk cId="736833271" sldId="301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6:59.366" v="1047" actId="26606"/>
          <ac:cxnSpMkLst>
            <pc:docMk/>
            <pc:sldMk cId="736833271" sldId="301"/>
            <ac:cxnSpMk id="27" creationId="{C9AC0290-4702-4519-B0F4-C2A46880997B}"/>
          </ac:cxnSpMkLst>
        </pc:cxnChg>
        <pc:cxnChg chg="add">
          <ac:chgData name="Romain Rachenne" userId="d05ffb5d262588ec" providerId="LiveId" clId="{B285D14A-E7E2-4CBC-A9C0-DC32C4AEE9CE}" dt="2020-01-09T10:36:59.413" v="1048" actId="26606"/>
          <ac:cxnSpMkLst>
            <pc:docMk/>
            <pc:sldMk cId="736833271" sldId="301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6:59.413" v="1048" actId="26606"/>
          <ac:cxnSpMkLst>
            <pc:docMk/>
            <pc:sldMk cId="736833271" sldId="301"/>
            <ac:cxnSpMk id="35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1557803393" sldId="302"/>
        </pc:sldMkLst>
        <pc:spChg chg="mo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" creationId="{AC3C6500-2C8A-426E-BCF5-C06F378B0921}"/>
          </ac:spMkLst>
        </pc:spChg>
        <pc:spChg chg="del">
          <ac:chgData name="Romain Rachenne" userId="d05ffb5d262588ec" providerId="LiveId" clId="{B285D14A-E7E2-4CBC-A9C0-DC32C4AEE9CE}" dt="2020-01-09T10:37:14.890" v="1050" actId="478"/>
          <ac:spMkLst>
            <pc:docMk/>
            <pc:sldMk cId="1557803393" sldId="302"/>
            <ac:spMk id="3" creationId="{72C311BC-DF4C-4EFF-9977-656D9BC32BBC}"/>
          </ac:spMkLst>
        </pc:spChg>
        <pc:spChg chg="add del">
          <ac:chgData name="Romain Rachenne" userId="d05ffb5d262588ec" providerId="LiveId" clId="{B285D14A-E7E2-4CBC-A9C0-DC32C4AEE9CE}" dt="2020-01-09T10:37:25.501" v="1066" actId="478"/>
          <ac:spMkLst>
            <pc:docMk/>
            <pc:sldMk cId="1557803393" sldId="302"/>
            <ac:spMk id="8" creationId="{484A937A-642F-4FF4-BE56-40A06A90E7C1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23.814" v="1064" actId="26606"/>
          <ac:spMkLst>
            <pc:docMk/>
            <pc:sldMk cId="1557803393" sldId="302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3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5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26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1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3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37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41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28.147" v="1068" actId="26606"/>
          <ac:spMkLst>
            <pc:docMk/>
            <pc:sldMk cId="1557803393" sldId="302"/>
            <ac:spMk id="43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6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48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50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7:28.818" v="1070" actId="26606"/>
          <ac:spMkLst>
            <pc:docMk/>
            <pc:sldMk cId="1557803393" sldId="302"/>
            <ac:spMk id="51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3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8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7:28.849" v="1071" actId="26606"/>
          <ac:spMkLst>
            <pc:docMk/>
            <pc:sldMk cId="1557803393" sldId="302"/>
            <ac:spMk id="59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7:33.145" v="1073" actId="14100"/>
          <ac:picMkLst>
            <pc:docMk/>
            <pc:sldMk cId="1557803393" sldId="302"/>
            <ac:picMk id="4" creationId="{723FECAD-D0B3-4D93-AE67-4D0AA74B2DE3}"/>
          </ac:picMkLst>
        </pc:picChg>
        <pc:picChg chg="add">
          <ac:chgData name="Romain Rachenne" userId="d05ffb5d262588ec" providerId="LiveId" clId="{B285D14A-E7E2-4CBC-A9C0-DC32C4AEE9CE}" dt="2020-01-09T10:38:11.522" v="1095"/>
          <ac:picMkLst>
            <pc:docMk/>
            <pc:sldMk cId="1557803393" sldId="302"/>
            <ac:picMk id="38" creationId="{1029173A-C731-498A-B337-18DCF90C28A0}"/>
          </ac:picMkLst>
        </pc:picChg>
        <pc:picChg chg="add">
          <ac:chgData name="Romain Rachenne" userId="d05ffb5d262588ec" providerId="LiveId" clId="{B285D14A-E7E2-4CBC-A9C0-DC32C4AEE9CE}" dt="2020-01-09T10:38:20.667" v="1098"/>
          <ac:picMkLst>
            <pc:docMk/>
            <pc:sldMk cId="1557803393" sldId="302"/>
            <ac:picMk id="40" creationId="{E666B63E-A566-4580-BA86-8A9CCC43FE6B}"/>
          </ac:picMkLst>
        </pc:picChg>
        <pc:cxnChg chg="add del">
          <ac:chgData name="Romain Rachenne" userId="d05ffb5d262588ec" providerId="LiveId" clId="{B285D14A-E7E2-4CBC-A9C0-DC32C4AEE9CE}" dt="2020-01-09T10:37:23.814" v="1064" actId="26606"/>
          <ac:cxnSpMkLst>
            <pc:docMk/>
            <pc:sldMk cId="1557803393" sldId="302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3.814" v="1064" actId="26606"/>
          <ac:cxnSpMkLst>
            <pc:docMk/>
            <pc:sldMk cId="1557803393" sldId="302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24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7:28.147" v="1068" actId="26606"/>
          <ac:cxnSpMkLst>
            <pc:docMk/>
            <pc:sldMk cId="1557803393" sldId="302"/>
            <ac:cxnSpMk id="3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8.147" v="1068" actId="26606"/>
          <ac:cxnSpMkLst>
            <pc:docMk/>
            <pc:sldMk cId="1557803393" sldId="302"/>
            <ac:cxnSpMk id="39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28.818" v="1070" actId="26606"/>
          <ac:cxnSpMkLst>
            <pc:docMk/>
            <pc:sldMk cId="1557803393" sldId="302"/>
            <ac:cxnSpMk id="47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28.818" v="1070" actId="26606"/>
          <ac:cxnSpMkLst>
            <pc:docMk/>
            <pc:sldMk cId="1557803393" sldId="302"/>
            <ac:cxnSpMk id="49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55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7:28.849" v="1071" actId="26606"/>
          <ac:cxnSpMkLst>
            <pc:docMk/>
            <pc:sldMk cId="1557803393" sldId="302"/>
            <ac:cxnSpMk id="57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279052357" sldId="303"/>
        </pc:sldMkLst>
        <pc:spChg chg="mo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2" creationId="{2F46DB28-4270-4022-B87D-BC4E874BC9B3}"/>
          </ac:spMkLst>
        </pc:spChg>
        <pc:spChg chg="del">
          <ac:chgData name="Romain Rachenne" userId="d05ffb5d262588ec" providerId="LiveId" clId="{B285D14A-E7E2-4CBC-A9C0-DC32C4AEE9CE}" dt="2020-01-09T10:37:50.438" v="1076" actId="478"/>
          <ac:spMkLst>
            <pc:docMk/>
            <pc:sldMk cId="3279052357" sldId="303"/>
            <ac:spMk id="3" creationId="{39E2962E-F193-40FF-B498-94FDBF3184C9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37:58.614" v="1089" actId="26606"/>
          <ac:spMkLst>
            <pc:docMk/>
            <pc:sldMk cId="3279052357" sldId="303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6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37:59.384" v="1091" actId="26606"/>
          <ac:spMkLst>
            <pc:docMk/>
            <pc:sldMk cId="3279052357" sldId="303"/>
            <ac:spMk id="29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37:59.415" v="1092" actId="26606"/>
          <ac:spMkLst>
            <pc:docMk/>
            <pc:sldMk cId="3279052357" sldId="303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37:59.415" v="1092" actId="26606"/>
          <ac:picMkLst>
            <pc:docMk/>
            <pc:sldMk cId="3279052357" sldId="303"/>
            <ac:picMk id="4" creationId="{CF75CF95-775C-4B66-AEF0-1BDD322F0004}"/>
          </ac:picMkLst>
        </pc:picChg>
        <pc:picChg chg="add">
          <ac:chgData name="Romain Rachenne" userId="d05ffb5d262588ec" providerId="LiveId" clId="{B285D14A-E7E2-4CBC-A9C0-DC32C4AEE9CE}" dt="2020-01-09T10:38:13.358" v="1096"/>
          <ac:picMkLst>
            <pc:docMk/>
            <pc:sldMk cId="3279052357" sldId="303"/>
            <ac:picMk id="30" creationId="{53E0E84F-0FC6-4378-AF66-DC263CAE478B}"/>
          </ac:picMkLst>
        </pc:picChg>
        <pc:picChg chg="add">
          <ac:chgData name="Romain Rachenne" userId="d05ffb5d262588ec" providerId="LiveId" clId="{B285D14A-E7E2-4CBC-A9C0-DC32C4AEE9CE}" dt="2020-01-09T10:38:22.041" v="1099"/>
          <ac:picMkLst>
            <pc:docMk/>
            <pc:sldMk cId="3279052357" sldId="303"/>
            <ac:picMk id="38" creationId="{31C89EB1-3AA3-4BE1-8B56-B1F25373DF03}"/>
          </ac:picMkLst>
        </pc:picChg>
        <pc:cxnChg chg="add del">
          <ac:chgData name="Romain Rachenne" userId="d05ffb5d262588ec" providerId="LiveId" clId="{B285D14A-E7E2-4CBC-A9C0-DC32C4AEE9CE}" dt="2020-01-09T10:37:58.614" v="1089" actId="26606"/>
          <ac:cxnSpMkLst>
            <pc:docMk/>
            <pc:sldMk cId="3279052357" sldId="303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58.614" v="1089" actId="26606"/>
          <ac:cxnSpMkLst>
            <pc:docMk/>
            <pc:sldMk cId="3279052357" sldId="303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37:59.384" v="1091" actId="26606"/>
          <ac:cxnSpMkLst>
            <pc:docMk/>
            <pc:sldMk cId="3279052357" sldId="303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37:59.384" v="1091" actId="26606"/>
          <ac:cxnSpMkLst>
            <pc:docMk/>
            <pc:sldMk cId="3279052357" sldId="303"/>
            <ac:cxnSpMk id="2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37:59.415" v="1092" actId="26606"/>
          <ac:cxnSpMkLst>
            <pc:docMk/>
            <pc:sldMk cId="3279052357" sldId="303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37:59.415" v="1092" actId="26606"/>
          <ac:cxnSpMkLst>
            <pc:docMk/>
            <pc:sldMk cId="3279052357" sldId="303"/>
            <ac:cxnSpMk id="35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561025989" sldId="304"/>
        </pc:sldMkLst>
        <pc:spChg chg="mod">
          <ac:chgData name="Romain Rachenne" userId="d05ffb5d262588ec" providerId="LiveId" clId="{B285D14A-E7E2-4CBC-A9C0-DC32C4AEE9CE}" dt="2020-01-09T10:40:59.102" v="1176" actId="27636"/>
          <ac:spMkLst>
            <pc:docMk/>
            <pc:sldMk cId="2561025989" sldId="304"/>
            <ac:spMk id="2" creationId="{B2573A26-394D-440A-AF90-FD17475BD578}"/>
          </ac:spMkLst>
        </pc:spChg>
        <pc:spChg chg="mod or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3" creationId="{F491128D-A89E-4437-A2DF-C7DD1B478D83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9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13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37.195" v="1131" actId="26606"/>
          <ac:spMkLst>
            <pc:docMk/>
            <pc:sldMk cId="2561025989" sldId="304"/>
            <ac:spMk id="15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17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1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0.687" v="1133" actId="26606"/>
          <ac:spMkLst>
            <pc:docMk/>
            <pc:sldMk cId="2561025989" sldId="304"/>
            <ac:spMk id="2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2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4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41.328" v="1135" actId="26606"/>
          <ac:spMkLst>
            <pc:docMk/>
            <pc:sldMk cId="2561025989" sldId="304"/>
            <ac:spMk id="25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27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2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3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35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39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0:39:46.209" v="1138" actId="26606"/>
          <ac:spMkLst>
            <pc:docMk/>
            <pc:sldMk cId="2561025989" sldId="304"/>
            <ac:spMk id="41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6.990" v="1140" actId="26606"/>
          <ac:spMkLst>
            <pc:docMk/>
            <pc:sldMk cId="2561025989" sldId="304"/>
            <ac:spMk id="46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48" creationId="{10162E77-11AD-44A7-84EC-40C59EEFBD2E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50" creationId="{6329CBCE-21AE-419D-AC1F-8ACF510A6670}"/>
          </ac:spMkLst>
        </pc:spChg>
        <pc:spChg chg="add del">
          <ac:chgData name="Romain Rachenne" userId="d05ffb5d262588ec" providerId="LiveId" clId="{B285D14A-E7E2-4CBC-A9C0-DC32C4AEE9CE}" dt="2020-01-09T10:39:48.179" v="1142" actId="26606"/>
          <ac:spMkLst>
            <pc:docMk/>
            <pc:sldMk cId="2561025989" sldId="304"/>
            <ac:spMk id="51" creationId="{FF2DA012-1414-493D-888F-5D99D0BDA322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3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5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0:39:49.069" v="1144" actId="26606"/>
          <ac:spMkLst>
            <pc:docMk/>
            <pc:sldMk cId="2561025989" sldId="304"/>
            <ac:spMk id="56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58" creationId="{10162E77-11AD-44A7-84EC-40C59EEFBD2E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60" creationId="{6329CBCE-21AE-419D-AC1F-8ACF510A6670}"/>
          </ac:spMkLst>
        </pc:spChg>
        <pc:spChg chg="add">
          <ac:chgData name="Romain Rachenne" userId="d05ffb5d262588ec" providerId="LiveId" clId="{B285D14A-E7E2-4CBC-A9C0-DC32C4AEE9CE}" dt="2020-01-09T10:39:49.084" v="1145" actId="26606"/>
          <ac:spMkLst>
            <pc:docMk/>
            <pc:sldMk cId="2561025989" sldId="304"/>
            <ac:spMk id="61" creationId="{FF2DA012-1414-493D-888F-5D99D0BDA322}"/>
          </ac:spMkLst>
        </pc:spChg>
        <pc:picChg chg="add mod">
          <ac:chgData name="Romain Rachenne" userId="d05ffb5d262588ec" providerId="LiveId" clId="{B285D14A-E7E2-4CBC-A9C0-DC32C4AEE9CE}" dt="2020-01-09T10:39:49.084" v="1145" actId="26606"/>
          <ac:picMkLst>
            <pc:docMk/>
            <pc:sldMk cId="2561025989" sldId="304"/>
            <ac:picMk id="4" creationId="{7D32FD14-BBAD-42A4-A8A5-D451E9DAC3A5}"/>
          </ac:picMkLst>
        </pc:picChg>
        <pc:picChg chg="add">
          <ac:chgData name="Romain Rachenne" userId="d05ffb5d262588ec" providerId="LiveId" clId="{B285D14A-E7E2-4CBC-A9C0-DC32C4AEE9CE}" dt="2020-01-09T10:40:46.851" v="1173"/>
          <ac:picMkLst>
            <pc:docMk/>
            <pc:sldMk cId="2561025989" sldId="304"/>
            <ac:picMk id="42" creationId="{3E65D296-999F-498C-BEBA-9A06C341469A}"/>
          </ac:picMkLst>
        </pc:picChg>
        <pc:picChg chg="add">
          <ac:chgData name="Romain Rachenne" userId="d05ffb5d262588ec" providerId="LiveId" clId="{B285D14A-E7E2-4CBC-A9C0-DC32C4AEE9CE}" dt="2020-01-09T10:40:51.541" v="1174"/>
          <ac:picMkLst>
            <pc:docMk/>
            <pc:sldMk cId="2561025989" sldId="304"/>
            <ac:picMk id="47" creationId="{A37C59CB-817A-40FB-A1F9-E4EECA04B92F}"/>
          </ac:picMkLst>
        </pc:picChg>
        <pc:cxnChg chg="add del">
          <ac:chgData name="Romain Rachenne" userId="d05ffb5d262588ec" providerId="LiveId" clId="{B285D14A-E7E2-4CBC-A9C0-DC32C4AEE9CE}" dt="2020-01-09T10:39:37.195" v="1131" actId="26606"/>
          <ac:cxnSpMkLst>
            <pc:docMk/>
            <pc:sldMk cId="2561025989" sldId="304"/>
            <ac:cxnSpMk id="11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0.687" v="1133" actId="26606"/>
          <ac:cxnSpMkLst>
            <pc:docMk/>
            <pc:sldMk cId="2561025989" sldId="304"/>
            <ac:cxnSpMk id="1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1.328" v="1135" actId="26606"/>
          <ac:cxnSpMkLst>
            <pc:docMk/>
            <pc:sldMk cId="2561025989" sldId="304"/>
            <ac:cxnSpMk id="23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9.084" v="1145" actId="26606"/>
          <ac:cxnSpMkLst>
            <pc:docMk/>
            <pc:sldMk cId="2561025989" sldId="304"/>
            <ac:cxnSpMk id="28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6.209" v="1138" actId="26606"/>
          <ac:cxnSpMkLst>
            <pc:docMk/>
            <pc:sldMk cId="2561025989" sldId="304"/>
            <ac:cxnSpMk id="37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0:39:46.990" v="1140" actId="26606"/>
          <ac:cxnSpMkLst>
            <pc:docMk/>
            <pc:sldMk cId="2561025989" sldId="304"/>
            <ac:cxnSpMk id="44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0:39:48.179" v="1142" actId="26606"/>
          <ac:cxnSpMkLst>
            <pc:docMk/>
            <pc:sldMk cId="2561025989" sldId="304"/>
            <ac:cxnSpMk id="49" creationId="{5AB158E9-1B40-4CD6-95F0-95CA11DF7B7A}"/>
          </ac:cxnSpMkLst>
        </pc:cxnChg>
        <pc:cxnChg chg="add del">
          <ac:chgData name="Romain Rachenne" userId="d05ffb5d262588ec" providerId="LiveId" clId="{B285D14A-E7E2-4CBC-A9C0-DC32C4AEE9CE}" dt="2020-01-09T10:39:49.069" v="1144" actId="26606"/>
          <ac:cxnSpMkLst>
            <pc:docMk/>
            <pc:sldMk cId="2561025989" sldId="304"/>
            <ac:cxnSpMk id="54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0:39:49.084" v="1145" actId="26606"/>
          <ac:cxnSpMkLst>
            <pc:docMk/>
            <pc:sldMk cId="2561025989" sldId="304"/>
            <ac:cxnSpMk id="59" creationId="{5AB158E9-1B40-4CD6-95F0-95CA11DF7B7A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2444492771" sldId="305"/>
        </pc:sldMkLst>
        <pc:spChg chg="mo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2" creationId="{4851C7D9-5048-4F92-8AA2-8CD5D40E6E02}"/>
          </ac:spMkLst>
        </pc:spChg>
        <pc:spChg chg="del">
          <ac:chgData name="Romain Rachenne" userId="d05ffb5d262588ec" providerId="LiveId" clId="{B285D14A-E7E2-4CBC-A9C0-DC32C4AEE9CE}" dt="2020-01-09T10:40:09.785" v="1160" actId="478"/>
          <ac:spMkLst>
            <pc:docMk/>
            <pc:sldMk cId="2444492771" sldId="305"/>
            <ac:spMk id="3" creationId="{F876A453-877D-4F0B-96EC-C4C3747258F1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9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1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5" creationId="{BE268116-E2A7-4F98-8812-192B4975E49B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19" creationId="{FBEFFA83-BC6D-4CD2-A2BA-98AD67423BF2}"/>
          </ac:spMkLst>
        </pc:spChg>
        <pc:spChg chg="add del">
          <ac:chgData name="Romain Rachenne" userId="d05ffb5d262588ec" providerId="LiveId" clId="{B285D14A-E7E2-4CBC-A9C0-DC32C4AEE9CE}" dt="2020-01-09T10:40:18.163" v="1162" actId="26606"/>
          <ac:spMkLst>
            <pc:docMk/>
            <pc:sldMk cId="2444492771" sldId="305"/>
            <ac:spMk id="21" creationId="{AB5696BF-D495-4CAC-AA8A-4EBFF2C32A55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6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0:19.405" v="1164" actId="26606"/>
          <ac:spMkLst>
            <pc:docMk/>
            <pc:sldMk cId="2444492771" sldId="305"/>
            <ac:spMk id="29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1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2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4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6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0:22.748" v="1166" actId="26606"/>
          <ac:spMkLst>
            <pc:docMk/>
            <pc:sldMk cId="2444492771" sldId="305"/>
            <ac:spMk id="37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3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0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4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0:22.779" v="1167" actId="26606"/>
          <ac:spMkLst>
            <pc:docMk/>
            <pc:sldMk cId="2444492771" sldId="305"/>
            <ac:spMk id="45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0:22.779" v="1167" actId="26606"/>
          <ac:picMkLst>
            <pc:docMk/>
            <pc:sldMk cId="2444492771" sldId="305"/>
            <ac:picMk id="4" creationId="{81134DC7-78AE-47E2-B741-A4EA0101CDC8}"/>
          </ac:picMkLst>
        </pc:picChg>
        <pc:picChg chg="add">
          <ac:chgData name="Romain Rachenne" userId="d05ffb5d262588ec" providerId="LiveId" clId="{B285D14A-E7E2-4CBC-A9C0-DC32C4AEE9CE}" dt="2020-01-09T10:41:07.623" v="1177"/>
          <ac:picMkLst>
            <pc:docMk/>
            <pc:sldMk cId="2444492771" sldId="305"/>
            <ac:picMk id="38" creationId="{5C2BB543-2C82-4482-AA31-F187B6E751CC}"/>
          </ac:picMkLst>
        </pc:picChg>
        <pc:picChg chg="add">
          <ac:chgData name="Romain Rachenne" userId="d05ffb5d262588ec" providerId="LiveId" clId="{B285D14A-E7E2-4CBC-A9C0-DC32C4AEE9CE}" dt="2020-01-09T10:41:10.904" v="1179"/>
          <ac:picMkLst>
            <pc:docMk/>
            <pc:sldMk cId="2444492771" sldId="305"/>
            <ac:picMk id="46" creationId="{36D19599-4BE0-406D-B0F4-1FAE00BBBD9C}"/>
          </ac:picMkLst>
        </pc:picChg>
        <pc:cxnChg chg="add del">
          <ac:chgData name="Romain Rachenne" userId="d05ffb5d262588ec" providerId="LiveId" clId="{B285D14A-E7E2-4CBC-A9C0-DC32C4AEE9CE}" dt="2020-01-09T10:40:18.163" v="1162" actId="26606"/>
          <ac:cxnSpMkLst>
            <pc:docMk/>
            <pc:sldMk cId="2444492771" sldId="305"/>
            <ac:cxnSpMk id="13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0:18.163" v="1162" actId="26606"/>
          <ac:cxnSpMkLst>
            <pc:docMk/>
            <pc:sldMk cId="2444492771" sldId="305"/>
            <ac:cxnSpMk id="17" creationId="{73D8893D-DEBE-4F67-901F-166F75E9C6E7}"/>
          </ac:cxnSpMkLst>
        </pc:cxnChg>
        <pc:cxnChg chg="add del">
          <ac:chgData name="Romain Rachenne" userId="d05ffb5d262588ec" providerId="LiveId" clId="{B285D14A-E7E2-4CBC-A9C0-DC32C4AEE9CE}" dt="2020-01-09T10:40:19.405" v="1164" actId="26606"/>
          <ac:cxnSpMkLst>
            <pc:docMk/>
            <pc:sldMk cId="2444492771" sldId="305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0:19.405" v="1164" actId="26606"/>
          <ac:cxnSpMkLst>
            <pc:docMk/>
            <pc:sldMk cId="2444492771" sldId="305"/>
            <ac:cxnSpMk id="2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0:22.748" v="1166" actId="26606"/>
          <ac:cxnSpMkLst>
            <pc:docMk/>
            <pc:sldMk cId="2444492771" sldId="305"/>
            <ac:cxnSpMk id="3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0:22.748" v="1166" actId="26606"/>
          <ac:cxnSpMkLst>
            <pc:docMk/>
            <pc:sldMk cId="2444492771" sldId="305"/>
            <ac:cxnSpMk id="35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0:22.779" v="1167" actId="26606"/>
          <ac:cxnSpMkLst>
            <pc:docMk/>
            <pc:sldMk cId="2444492771" sldId="305"/>
            <ac:cxnSpMk id="41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0:22.779" v="1167" actId="26606"/>
          <ac:cxnSpMkLst>
            <pc:docMk/>
            <pc:sldMk cId="2444492771" sldId="305"/>
            <ac:cxnSpMk id="43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1578935267" sldId="306"/>
        </pc:sldMkLst>
        <pc:spChg chg="mo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2" creationId="{0F024AA3-2B14-4CA0-AC6F-2C686ED45AFF}"/>
          </ac:spMkLst>
        </pc:spChg>
        <pc:spChg chg="del">
          <ac:chgData name="Romain Rachenne" userId="d05ffb5d262588ec" providerId="LiveId" clId="{B285D14A-E7E2-4CBC-A9C0-DC32C4AEE9CE}" dt="2020-01-09T10:42:49.928" v="1245" actId="478"/>
          <ac:spMkLst>
            <pc:docMk/>
            <pc:sldMk cId="1578935267" sldId="306"/>
            <ac:spMk id="3" creationId="{E3506CCC-F15D-4EEF-ADFF-4CD6E33814F3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5" creationId="{5AE6C737-FF55-4064-94B7-0B21D2EB6045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19" creationId="{D8218D9F-38B6-4AE0-9051-5434D19A5277}"/>
          </ac:spMkLst>
        </pc:spChg>
        <pc:spChg chg="add">
          <ac:chgData name="Romain Rachenne" userId="d05ffb5d262588ec" providerId="LiveId" clId="{B285D14A-E7E2-4CBC-A9C0-DC32C4AEE9CE}" dt="2020-01-09T10:42:55.780" v="1246" actId="26606"/>
          <ac:spMkLst>
            <pc:docMk/>
            <pc:sldMk cId="1578935267" sldId="306"/>
            <ac:spMk id="21" creationId="{2D3DCA99-84AF-487A-BF72-91C5FA6B0B70}"/>
          </ac:spMkLst>
        </pc:spChg>
        <pc:picChg chg="add mod">
          <ac:chgData name="Romain Rachenne" userId="d05ffb5d262588ec" providerId="LiveId" clId="{B285D14A-E7E2-4CBC-A9C0-DC32C4AEE9CE}" dt="2020-01-09T10:42:55.780" v="1246" actId="26606"/>
          <ac:picMkLst>
            <pc:docMk/>
            <pc:sldMk cId="1578935267" sldId="306"/>
            <ac:picMk id="4" creationId="{DCA31F2A-EA5F-4BC5-ACB1-45C583353AD2}"/>
          </ac:picMkLst>
        </pc:picChg>
        <pc:picChg chg="add">
          <ac:chgData name="Romain Rachenne" userId="d05ffb5d262588ec" providerId="LiveId" clId="{B285D14A-E7E2-4CBC-A9C0-DC32C4AEE9CE}" dt="2020-01-09T10:49:20.266" v="1441"/>
          <ac:picMkLst>
            <pc:docMk/>
            <pc:sldMk cId="1578935267" sldId="306"/>
            <ac:picMk id="12" creationId="{EDC7D43B-46F5-4B05-8C21-099D2CF95ABB}"/>
          </ac:picMkLst>
        </pc:picChg>
        <pc:picChg chg="add">
          <ac:chgData name="Romain Rachenne" userId="d05ffb5d262588ec" providerId="LiveId" clId="{B285D14A-E7E2-4CBC-A9C0-DC32C4AEE9CE}" dt="2020-01-09T10:49:45.401" v="1450"/>
          <ac:picMkLst>
            <pc:docMk/>
            <pc:sldMk cId="1578935267" sldId="306"/>
            <ac:picMk id="14" creationId="{D9DA6AC1-15EF-468B-AEB2-D3AE55F61071}"/>
          </ac:picMkLst>
        </pc:picChg>
        <pc:cxnChg chg="add">
          <ac:chgData name="Romain Rachenne" userId="d05ffb5d262588ec" providerId="LiveId" clId="{B285D14A-E7E2-4CBC-A9C0-DC32C4AEE9CE}" dt="2020-01-09T10:42:55.780" v="1246" actId="26606"/>
          <ac:cxnSpMkLst>
            <pc:docMk/>
            <pc:sldMk cId="1578935267" sldId="306"/>
            <ac:cxnSpMk id="1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2:55.780" v="1246" actId="26606"/>
          <ac:cxnSpMkLst>
            <pc:docMk/>
            <pc:sldMk cId="1578935267" sldId="306"/>
            <ac:cxnSpMk id="17" creationId="{6B5B1DD8-6224-4137-8621-32982B00F9FC}"/>
          </ac:cxnSpMkLst>
        </pc:cxnChg>
      </pc:sldChg>
      <pc:sldChg chg="addSp delSp modSp add mod modTransition setBg delDesignElem">
        <pc:chgData name="Romain Rachenne" userId="d05ffb5d262588ec" providerId="LiveId" clId="{B285D14A-E7E2-4CBC-A9C0-DC32C4AEE9CE}" dt="2020-01-09T14:13:58.624" v="1917"/>
        <pc:sldMkLst>
          <pc:docMk/>
          <pc:sldMk cId="914353542" sldId="307"/>
        </pc:sldMkLst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1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1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0:33.947" v="1172" actId="26606"/>
          <ac:spMkLst>
            <pc:docMk/>
            <pc:sldMk cId="914353542" sldId="307"/>
            <ac:spMk id="28" creationId="{593ACC25-C262-417A-8AA9-0641C772BDB6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39" creationId="{4E4490D0-3672-446A-AC12-B4830333BDDD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0" creationId="{39CB82C2-DF65-4EC1-8280-F201D50F570B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2" creationId="{FA4CD5CB-D209-4D70-8CA4-629731C59219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4" creationId="{B4C27B90-DF2B-4D00-BA07-18ED774CD2F1}"/>
          </ac:spMkLst>
        </pc:spChg>
        <pc:spChg chg="del">
          <ac:chgData name="Romain Rachenne" userId="d05ffb5d262588ec" providerId="LiveId" clId="{B285D14A-E7E2-4CBC-A9C0-DC32C4AEE9CE}" dt="2020-01-09T10:40:26.308" v="1169"/>
          <ac:spMkLst>
            <pc:docMk/>
            <pc:sldMk cId="914353542" sldId="307"/>
            <ac:spMk id="45" creationId="{593ACC25-C262-417A-8AA9-0641C772BDB6}"/>
          </ac:spMkLst>
        </pc:spChg>
        <pc:picChg chg="del">
          <ac:chgData name="Romain Rachenne" userId="d05ffb5d262588ec" providerId="LiveId" clId="{B285D14A-E7E2-4CBC-A9C0-DC32C4AEE9CE}" dt="2020-01-09T10:40:27.886" v="1170" actId="478"/>
          <ac:picMkLst>
            <pc:docMk/>
            <pc:sldMk cId="914353542" sldId="307"/>
            <ac:picMk id="4" creationId="{81134DC7-78AE-47E2-B741-A4EA0101CDC8}"/>
          </ac:picMkLst>
        </pc:picChg>
        <pc:picChg chg="add mod">
          <ac:chgData name="Romain Rachenne" userId="d05ffb5d262588ec" providerId="LiveId" clId="{B285D14A-E7E2-4CBC-A9C0-DC32C4AEE9CE}" dt="2020-01-09T10:40:33.947" v="1172" actId="26606"/>
          <ac:picMkLst>
            <pc:docMk/>
            <pc:sldMk cId="914353542" sldId="307"/>
            <ac:picMk id="11" creationId="{C0EB15B1-E7DA-41C1-981D-F01CB217D4A5}"/>
          </ac:picMkLst>
        </pc:picChg>
        <pc:picChg chg="add">
          <ac:chgData name="Romain Rachenne" userId="d05ffb5d262588ec" providerId="LiveId" clId="{B285D14A-E7E2-4CBC-A9C0-DC32C4AEE9CE}" dt="2020-01-09T10:41:08.623" v="1178"/>
          <ac:picMkLst>
            <pc:docMk/>
            <pc:sldMk cId="914353542" sldId="307"/>
            <ac:picMk id="19" creationId="{9CDA34FB-6482-431C-9BD2-3F52386D5C78}"/>
          </ac:picMkLst>
        </pc:picChg>
        <pc:picChg chg="add del">
          <ac:chgData name="Romain Rachenne" userId="d05ffb5d262588ec" providerId="LiveId" clId="{B285D14A-E7E2-4CBC-A9C0-DC32C4AEE9CE}" dt="2020-01-09T10:41:57.445" v="1214"/>
          <ac:picMkLst>
            <pc:docMk/>
            <pc:sldMk cId="914353542" sldId="307"/>
            <ac:picMk id="21" creationId="{C748DF7C-DA98-4436-A4CB-C64E42E42533}"/>
          </ac:picMkLst>
        </pc:picChg>
        <pc:cxnChg chg="add">
          <ac:chgData name="Romain Rachenne" userId="d05ffb5d262588ec" providerId="LiveId" clId="{B285D14A-E7E2-4CBC-A9C0-DC32C4AEE9CE}" dt="2020-01-09T10:40:33.947" v="1172" actId="26606"/>
          <ac:cxnSpMkLst>
            <pc:docMk/>
            <pc:sldMk cId="914353542" sldId="307"/>
            <ac:cxnSpMk id="2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0:33.947" v="1172" actId="26606"/>
          <ac:cxnSpMkLst>
            <pc:docMk/>
            <pc:sldMk cId="914353542" sldId="307"/>
            <ac:cxnSpMk id="24" creationId="{5C6A2BAE-B461-4B55-8E1F-0722ABDD1393}"/>
          </ac:cxnSpMkLst>
        </pc:cxnChg>
        <pc:cxnChg chg="del">
          <ac:chgData name="Romain Rachenne" userId="d05ffb5d262588ec" providerId="LiveId" clId="{B285D14A-E7E2-4CBC-A9C0-DC32C4AEE9CE}" dt="2020-01-09T10:40:26.308" v="1169"/>
          <ac:cxnSpMkLst>
            <pc:docMk/>
            <pc:sldMk cId="914353542" sldId="307"/>
            <ac:cxnSpMk id="41" creationId="{7E1D4427-852B-4B37-8E76-0E9F1810BA2A}"/>
          </ac:cxnSpMkLst>
        </pc:cxnChg>
        <pc:cxnChg chg="del">
          <ac:chgData name="Romain Rachenne" userId="d05ffb5d262588ec" providerId="LiveId" clId="{B285D14A-E7E2-4CBC-A9C0-DC32C4AEE9CE}" dt="2020-01-09T10:40:26.308" v="1169"/>
          <ac:cxnSpMkLst>
            <pc:docMk/>
            <pc:sldMk cId="914353542" sldId="307"/>
            <ac:cxnSpMk id="43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804954091" sldId="308"/>
        </pc:sldMkLst>
        <pc:spChg chg="mo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" creationId="{14D26D25-252F-4F1D-8982-3A5D04480D5D}"/>
          </ac:spMkLst>
        </pc:spChg>
        <pc:spChg chg="del">
          <ac:chgData name="Romain Rachenne" userId="d05ffb5d262588ec" providerId="LiveId" clId="{B285D14A-E7E2-4CBC-A9C0-DC32C4AEE9CE}" dt="2020-01-09T10:43:22.873" v="1283" actId="478"/>
          <ac:spMkLst>
            <pc:docMk/>
            <pc:sldMk cId="2804954091" sldId="308"/>
            <ac:spMk id="3" creationId="{DEE10334-F79A-42D1-8FAB-44B52573D2EB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1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2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2" creationId="{C4AAA502-5435-489E-9538-3A40E6C71461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6" creationId="{DE42378B-2E28-4810-8421-7A473A40E376}"/>
          </ac:spMkLst>
        </pc:spChg>
        <pc:spChg chg="add">
          <ac:chgData name="Romain Rachenne" userId="d05ffb5d262588ec" providerId="LiveId" clId="{B285D14A-E7E2-4CBC-A9C0-DC32C4AEE9CE}" dt="2020-01-09T10:43:32.440" v="1286" actId="26606"/>
          <ac:spMkLst>
            <pc:docMk/>
            <pc:sldMk cId="2804954091" sldId="308"/>
            <ac:spMk id="38" creationId="{0D91DD17-237F-4811-BC0E-128EB1BD7CFE}"/>
          </ac:spMkLst>
        </pc:spChg>
        <pc:picChg chg="add mod">
          <ac:chgData name="Romain Rachenne" userId="d05ffb5d262588ec" providerId="LiveId" clId="{B285D14A-E7E2-4CBC-A9C0-DC32C4AEE9CE}" dt="2020-01-09T10:50:31.954" v="1460" actId="1076"/>
          <ac:picMkLst>
            <pc:docMk/>
            <pc:sldMk cId="2804954091" sldId="308"/>
            <ac:picMk id="4" creationId="{D7982D1A-CB2C-4CF4-B521-73DE56E7E857}"/>
          </ac:picMkLst>
        </pc:picChg>
        <pc:picChg chg="add">
          <ac:chgData name="Romain Rachenne" userId="d05ffb5d262588ec" providerId="LiveId" clId="{B285D14A-E7E2-4CBC-A9C0-DC32C4AEE9CE}" dt="2020-01-09T10:49:21.781" v="1442"/>
          <ac:picMkLst>
            <pc:docMk/>
            <pc:sldMk cId="2804954091" sldId="308"/>
            <ac:picMk id="20" creationId="{A599BEA2-5CA3-4D01-AEEB-2ADE4AC469F4}"/>
          </ac:picMkLst>
        </pc:picChg>
        <pc:picChg chg="add">
          <ac:chgData name="Romain Rachenne" userId="d05ffb5d262588ec" providerId="LiveId" clId="{B285D14A-E7E2-4CBC-A9C0-DC32C4AEE9CE}" dt="2020-01-09T10:49:46.526" v="1451"/>
          <ac:picMkLst>
            <pc:docMk/>
            <pc:sldMk cId="2804954091" sldId="308"/>
            <ac:picMk id="22" creationId="{8A140509-E4A9-436C-99DC-75A1FE8B8D12}"/>
          </ac:picMkLst>
        </pc:picChg>
        <pc:cxnChg chg="add del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1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3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3:32.440" v="1286" actId="26606"/>
          <ac:cxnSpMkLst>
            <pc:docMk/>
            <pc:sldMk cId="2804954091" sldId="308"/>
            <ac:cxnSpMk id="34" creationId="{C9AC0290-4702-4519-B0F4-C2A46880997B}"/>
          </ac:cxnSpMkLst>
        </pc:cxnChg>
      </pc:sldChg>
      <pc:sldChg chg="addSp delSp modSp add modTransition">
        <pc:chgData name="Romain Rachenne" userId="d05ffb5d262588ec" providerId="LiveId" clId="{B285D14A-E7E2-4CBC-A9C0-DC32C4AEE9CE}" dt="2020-01-09T14:13:58.624" v="1917"/>
        <pc:sldMkLst>
          <pc:docMk/>
          <pc:sldMk cId="2737012127" sldId="309"/>
        </pc:sldMkLst>
        <pc:spChg chg="mod">
          <ac:chgData name="Romain Rachenne" userId="d05ffb5d262588ec" providerId="LiveId" clId="{B285D14A-E7E2-4CBC-A9C0-DC32C4AEE9CE}" dt="2020-01-09T10:43:54.461" v="1307" actId="20577"/>
          <ac:spMkLst>
            <pc:docMk/>
            <pc:sldMk cId="2737012127" sldId="309"/>
            <ac:spMk id="2" creationId="{4CB719D3-7A9C-4ED1-8DB3-D38A1BF04C91}"/>
          </ac:spMkLst>
        </pc:spChg>
        <pc:spChg chg="del">
          <ac:chgData name="Romain Rachenne" userId="d05ffb5d262588ec" providerId="LiveId" clId="{B285D14A-E7E2-4CBC-A9C0-DC32C4AEE9CE}" dt="2020-01-09T10:43:57.242" v="1308" actId="478"/>
          <ac:spMkLst>
            <pc:docMk/>
            <pc:sldMk cId="2737012127" sldId="309"/>
            <ac:spMk id="3" creationId="{E0E7E14A-FA47-4617-9BCF-5C310D275D28}"/>
          </ac:spMkLst>
        </pc:spChg>
        <pc:picChg chg="add mod">
          <ac:chgData name="Romain Rachenne" userId="d05ffb5d262588ec" providerId="LiveId" clId="{B285D14A-E7E2-4CBC-A9C0-DC32C4AEE9CE}" dt="2020-01-09T10:44:01.191" v="1310" actId="1076"/>
          <ac:picMkLst>
            <pc:docMk/>
            <pc:sldMk cId="2737012127" sldId="309"/>
            <ac:picMk id="4" creationId="{DA67B357-A2DE-4523-9538-4C70CA448B09}"/>
          </ac:picMkLst>
        </pc:picChg>
        <pc:picChg chg="add">
          <ac:chgData name="Romain Rachenne" userId="d05ffb5d262588ec" providerId="LiveId" clId="{B285D14A-E7E2-4CBC-A9C0-DC32C4AEE9CE}" dt="2020-01-09T10:49:27.498" v="1444"/>
          <ac:picMkLst>
            <pc:docMk/>
            <pc:sldMk cId="2737012127" sldId="309"/>
            <ac:picMk id="5" creationId="{14540EF6-6264-42F5-8062-5DD87DDFC515}"/>
          </ac:picMkLst>
        </pc:picChg>
        <pc:picChg chg="add">
          <ac:chgData name="Romain Rachenne" userId="d05ffb5d262588ec" providerId="LiveId" clId="{B285D14A-E7E2-4CBC-A9C0-DC32C4AEE9CE}" dt="2020-01-09T10:49:51.400" v="1453"/>
          <ac:picMkLst>
            <pc:docMk/>
            <pc:sldMk cId="2737012127" sldId="309"/>
            <ac:picMk id="6" creationId="{07224A94-2E99-4026-87B9-C14DBC1FEED9}"/>
          </ac:picMkLst>
        </pc:pic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727029302" sldId="310"/>
        </pc:sldMkLst>
        <pc:spChg chg="mod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" creationId="{48B4FF32-AA4F-42BF-9327-135BC2102EAE}"/>
          </ac:spMkLst>
        </pc:spChg>
        <pc:spChg chg="del">
          <ac:chgData name="Romain Rachenne" userId="d05ffb5d262588ec" providerId="LiveId" clId="{B285D14A-E7E2-4CBC-A9C0-DC32C4AEE9CE}" dt="2020-01-09T10:44:13.040" v="1329" actId="478"/>
          <ac:spMkLst>
            <pc:docMk/>
            <pc:sldMk cId="727029302" sldId="310"/>
            <ac:spMk id="3" creationId="{2CA107D8-C324-446A-852E-4C7C0C082FB8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21.068" v="1363" actId="26606"/>
          <ac:spMkLst>
            <pc:docMk/>
            <pc:sldMk cId="727029302" sldId="310"/>
            <ac:spMk id="21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2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6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5:37.417" v="1364" actId="26606"/>
          <ac:spMkLst>
            <pc:docMk/>
            <pc:sldMk cId="727029302" sldId="310"/>
            <ac:spMk id="38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3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5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49" creationId="{BE268116-E2A7-4F98-8812-192B4975E49B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53" creationId="{FBEFFA83-BC6D-4CD2-A2BA-98AD67423BF2}"/>
          </ac:spMkLst>
        </pc:spChg>
        <pc:spChg chg="add del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55" creationId="{AB5696BF-D495-4CAC-AA8A-4EBFF2C32A55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0" creationId="{25C8D2C1-DA83-420D-9635-D52CE066B5DA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2" creationId="{434F74C9-6A0B-409E-AD1C-45B58BE91BB8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66" creationId="{BE268116-E2A7-4F98-8812-192B4975E49B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70" creationId="{FBEFFA83-BC6D-4CD2-A2BA-98AD67423BF2}"/>
          </ac:spMkLst>
        </pc:spChg>
        <pc:spChg chg="add">
          <ac:chgData name="Romain Rachenne" userId="d05ffb5d262588ec" providerId="LiveId" clId="{B285D14A-E7E2-4CBC-A9C0-DC32C4AEE9CE}" dt="2020-01-09T10:47:31.091" v="1400" actId="26606"/>
          <ac:spMkLst>
            <pc:docMk/>
            <pc:sldMk cId="727029302" sldId="310"/>
            <ac:spMk id="72" creationId="{AB5696BF-D495-4CAC-AA8A-4EBFF2C32A55}"/>
          </ac:spMkLst>
        </pc:spChg>
        <pc:picChg chg="add mod">
          <ac:chgData name="Romain Rachenne" userId="d05ffb5d262588ec" providerId="LiveId" clId="{B285D14A-E7E2-4CBC-A9C0-DC32C4AEE9CE}" dt="2020-01-09T10:49:58.226" v="1456" actId="1076"/>
          <ac:picMkLst>
            <pc:docMk/>
            <pc:sldMk cId="727029302" sldId="310"/>
            <ac:picMk id="4" creationId="{39898C8A-7DF1-4682-A74A-EC9B4AE3968C}"/>
          </ac:picMkLst>
        </pc:picChg>
        <pc:picChg chg="add">
          <ac:chgData name="Romain Rachenne" userId="d05ffb5d262588ec" providerId="LiveId" clId="{B285D14A-E7E2-4CBC-A9C0-DC32C4AEE9CE}" dt="2020-01-09T10:49:31.263" v="1446"/>
          <ac:picMkLst>
            <pc:docMk/>
            <pc:sldMk cId="727029302" sldId="310"/>
            <ac:picMk id="33" creationId="{C432E97F-5F6D-4832-898A-4A06E1C3109D}"/>
          </ac:picMkLst>
        </pc:picChg>
        <pc:picChg chg="add">
          <ac:chgData name="Romain Rachenne" userId="d05ffb5d262588ec" providerId="LiveId" clId="{B285D14A-E7E2-4CBC-A9C0-DC32C4AEE9CE}" dt="2020-01-09T10:49:55.227" v="1455"/>
          <ac:picMkLst>
            <pc:docMk/>
            <pc:sldMk cId="727029302" sldId="310"/>
            <ac:picMk id="35" creationId="{739F76E0-C9C1-4C2E-A9CA-D96EEF43646A}"/>
          </ac:picMkLst>
        </pc:picChg>
        <pc:cxnChg chg="add del">
          <ac:chgData name="Romain Rachenne" userId="d05ffb5d262588ec" providerId="LiveId" clId="{B285D14A-E7E2-4CBC-A9C0-DC32C4AEE9CE}" dt="2020-01-09T10:45:21.068" v="1363" actId="26606"/>
          <ac:cxnSpMkLst>
            <pc:docMk/>
            <pc:sldMk cId="727029302" sldId="310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21.068" v="1363" actId="26606"/>
          <ac:cxnSpMkLst>
            <pc:docMk/>
            <pc:sldMk cId="727029302" sldId="310"/>
            <ac:cxnSpMk id="17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45:37.417" v="1364" actId="26606"/>
          <ac:cxnSpMkLst>
            <pc:docMk/>
            <pc:sldMk cId="727029302" sldId="310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37.417" v="1364" actId="26606"/>
          <ac:cxnSpMkLst>
            <pc:docMk/>
            <pc:sldMk cId="727029302" sldId="310"/>
            <ac:cxnSpMk id="34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47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51" creationId="{73D8893D-DEBE-4F67-901F-166F75E9C6E7}"/>
          </ac:cxnSpMkLst>
        </pc:cxnChg>
        <pc:cxnChg chg="add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64" creationId="{F5486A9D-1265-4B57-91E6-68E666B978BC}"/>
          </ac:cxnSpMkLst>
        </pc:cxnChg>
        <pc:cxnChg chg="add">
          <ac:chgData name="Romain Rachenne" userId="d05ffb5d262588ec" providerId="LiveId" clId="{B285D14A-E7E2-4CBC-A9C0-DC32C4AEE9CE}" dt="2020-01-09T10:47:31.091" v="1400" actId="26606"/>
          <ac:cxnSpMkLst>
            <pc:docMk/>
            <pc:sldMk cId="727029302" sldId="310"/>
            <ac:cxnSpMk id="68" creationId="{73D8893D-DEBE-4F67-901F-166F75E9C6E7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4:35.102" v="1919"/>
        <pc:sldMkLst>
          <pc:docMk/>
          <pc:sldMk cId="596126318" sldId="311"/>
        </pc:sldMkLst>
        <pc:spChg chg="mo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2" creationId="{CE9CD99A-AF08-472A-ADD2-763C9D6E38A2}"/>
          </ac:spMkLst>
        </pc:spChg>
        <pc:spChg chg="del">
          <ac:chgData name="Romain Rachenne" userId="d05ffb5d262588ec" providerId="LiveId" clId="{B285D14A-E7E2-4CBC-A9C0-DC32C4AEE9CE}" dt="2020-01-09T10:44:25.198" v="1332"/>
          <ac:spMkLst>
            <pc:docMk/>
            <pc:sldMk cId="596126318" sldId="311"/>
            <ac:spMk id="3" creationId="{FC6C2BDD-7481-4CAA-9F55-A449A9547736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4:31.707" v="1339" actId="26606"/>
          <ac:spMkLst>
            <pc:docMk/>
            <pc:sldMk cId="596126318" sldId="311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3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6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8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4:37.596" v="1341" actId="26606"/>
          <ac:spMkLst>
            <pc:docMk/>
            <pc:sldMk cId="596126318" sldId="311"/>
            <ac:spMk id="29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1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4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4:37.627" v="1342" actId="26606"/>
          <ac:spMkLst>
            <pc:docMk/>
            <pc:sldMk cId="596126318" sldId="311"/>
            <ac:spMk id="37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4:37.627" v="1342" actId="26606"/>
          <ac:picMkLst>
            <pc:docMk/>
            <pc:sldMk cId="596126318" sldId="311"/>
            <ac:picMk id="4" creationId="{F9B012A5-6874-4D70-AEF0-F01C86597B62}"/>
          </ac:picMkLst>
        </pc:picChg>
        <pc:picChg chg="add">
          <ac:chgData name="Romain Rachenne" userId="d05ffb5d262588ec" providerId="LiveId" clId="{B285D14A-E7E2-4CBC-A9C0-DC32C4AEE9CE}" dt="2020-01-09T10:49:29.685" v="1445"/>
          <ac:picMkLst>
            <pc:docMk/>
            <pc:sldMk cId="596126318" sldId="311"/>
            <ac:picMk id="30" creationId="{8D719FD5-2391-43C3-B1F1-19B5C8A7FEF5}"/>
          </ac:picMkLst>
        </pc:picChg>
        <pc:picChg chg="add">
          <ac:chgData name="Romain Rachenne" userId="d05ffb5d262588ec" providerId="LiveId" clId="{B285D14A-E7E2-4CBC-A9C0-DC32C4AEE9CE}" dt="2020-01-09T10:49:53.602" v="1454"/>
          <ac:picMkLst>
            <pc:docMk/>
            <pc:sldMk cId="596126318" sldId="311"/>
            <ac:picMk id="38" creationId="{DC63B78D-3CCF-4AA2-A1E1-347D537D8DE5}"/>
          </ac:picMkLst>
        </pc:picChg>
        <pc:cxnChg chg="add del">
          <ac:chgData name="Romain Rachenne" userId="d05ffb5d262588ec" providerId="LiveId" clId="{B285D14A-E7E2-4CBC-A9C0-DC32C4AEE9CE}" dt="2020-01-09T10:44:31.707" v="1339" actId="26606"/>
          <ac:cxnSpMkLst>
            <pc:docMk/>
            <pc:sldMk cId="596126318" sldId="311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4:31.707" v="1339" actId="26606"/>
          <ac:cxnSpMkLst>
            <pc:docMk/>
            <pc:sldMk cId="596126318" sldId="311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0:44:37.596" v="1341" actId="26606"/>
          <ac:cxnSpMkLst>
            <pc:docMk/>
            <pc:sldMk cId="596126318" sldId="311"/>
            <ac:cxnSpMk id="25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4:37.596" v="1341" actId="26606"/>
          <ac:cxnSpMkLst>
            <pc:docMk/>
            <pc:sldMk cId="596126318" sldId="311"/>
            <ac:cxnSpMk id="27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4:37.627" v="1342" actId="26606"/>
          <ac:cxnSpMkLst>
            <pc:docMk/>
            <pc:sldMk cId="596126318" sldId="311"/>
            <ac:cxnSpMk id="3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4:37.627" v="1342" actId="26606"/>
          <ac:cxnSpMkLst>
            <pc:docMk/>
            <pc:sldMk cId="596126318" sldId="311"/>
            <ac:cxnSpMk id="35" creationId="{5C6A2BAE-B461-4B55-8E1F-0722ABDD1393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2:48.871" v="1916"/>
        <pc:sldMkLst>
          <pc:docMk/>
          <pc:sldMk cId="501262003" sldId="312"/>
        </pc:sldMkLst>
        <pc:spChg chg="mo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2" creationId="{0208F3B4-95C5-4B48-ADE0-B60DE86597FF}"/>
          </ac:spMkLst>
        </pc:spChg>
        <pc:spChg chg="del">
          <ac:chgData name="Romain Rachenne" userId="d05ffb5d262588ec" providerId="LiveId" clId="{B285D14A-E7E2-4CBC-A9C0-DC32C4AEE9CE}" dt="2020-01-09T10:44:58.784" v="1346" actId="478"/>
          <ac:spMkLst>
            <pc:docMk/>
            <pc:sldMk cId="501262003" sldId="312"/>
            <ac:spMk id="3" creationId="{8948F8B2-2284-4233-BB55-0DA96795BB78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5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19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21" creationId="{2D3DCA99-84AF-487A-BF72-91C5FA6B0B70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2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6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0:45:09.932" v="1361" actId="26606"/>
          <ac:spMkLst>
            <pc:docMk/>
            <pc:sldMk cId="501262003" sldId="312"/>
            <ac:spMk id="38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3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5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5:09.963" v="1362" actId="26606"/>
          <ac:spMkLst>
            <pc:docMk/>
            <pc:sldMk cId="501262003" sldId="312"/>
            <ac:spMk id="46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5:09.963" v="1362" actId="26606"/>
          <ac:picMkLst>
            <pc:docMk/>
            <pc:sldMk cId="501262003" sldId="312"/>
            <ac:picMk id="4" creationId="{5909DABB-1C62-4076-A4C5-3FCA4F8FF9C1}"/>
          </ac:picMkLst>
        </pc:picChg>
        <pc:picChg chg="add">
          <ac:chgData name="Romain Rachenne" userId="d05ffb5d262588ec" providerId="LiveId" clId="{B285D14A-E7E2-4CBC-A9C0-DC32C4AEE9CE}" dt="2020-01-09T10:49:25.014" v="1443"/>
          <ac:picMkLst>
            <pc:docMk/>
            <pc:sldMk cId="501262003" sldId="312"/>
            <ac:picMk id="27" creationId="{860874D9-51BD-4409-871A-D0CF8F36D649}"/>
          </ac:picMkLst>
        </pc:picChg>
        <pc:picChg chg="add">
          <ac:chgData name="Romain Rachenne" userId="d05ffb5d262588ec" providerId="LiveId" clId="{B285D14A-E7E2-4CBC-A9C0-DC32C4AEE9CE}" dt="2020-01-09T10:49:48.869" v="1452"/>
          <ac:picMkLst>
            <pc:docMk/>
            <pc:sldMk cId="501262003" sldId="312"/>
            <ac:picMk id="29" creationId="{1401BF10-4170-4F31-ACE8-9D3D16E99A52}"/>
          </ac:picMkLst>
        </pc:picChg>
        <pc:cxnChg chg="add del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17" creationId="{6B5B1DD8-6224-4137-8621-32982B00F9FC}"/>
          </ac:cxnSpMkLst>
        </pc:cxnChg>
        <pc:cxnChg chg="add del">
          <ac:chgData name="Romain Rachenne" userId="d05ffb5d262588ec" providerId="LiveId" clId="{B285D14A-E7E2-4CBC-A9C0-DC32C4AEE9CE}" dt="2020-01-09T10:45:09.932" v="1361" actId="26606"/>
          <ac:cxnSpMkLst>
            <pc:docMk/>
            <pc:sldMk cId="501262003" sldId="312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5:09.932" v="1361" actId="26606"/>
          <ac:cxnSpMkLst>
            <pc:docMk/>
            <pc:sldMk cId="501262003" sldId="312"/>
            <ac:cxnSpMk id="34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42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5:09.963" v="1362" actId="26606"/>
          <ac:cxnSpMkLst>
            <pc:docMk/>
            <pc:sldMk cId="501262003" sldId="312"/>
            <ac:cxnSpMk id="44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3336453759" sldId="313"/>
        </pc:sldMkLst>
        <pc:spChg chg="mo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" creationId="{79D7FBD0-4A34-4AA1-874C-D10DD77E2AF6}"/>
          </ac:spMkLst>
        </pc:spChg>
        <pc:spChg chg="del">
          <ac:chgData name="Romain Rachenne" userId="d05ffb5d262588ec" providerId="LiveId" clId="{B285D14A-E7E2-4CBC-A9C0-DC32C4AEE9CE}" dt="2020-01-09T10:48:26.156" v="1420" actId="478"/>
          <ac:spMkLst>
            <pc:docMk/>
            <pc:sldMk cId="3336453759" sldId="313"/>
            <ac:spMk id="3" creationId="{61DFE6C9-4B92-4F84-AF8C-770A267FC51E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9" creationId="{25C8D2C1-DA83-420D-9635-D52CE066B5DA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1" creationId="{434F74C9-6A0B-409E-AD1C-45B58BE91BB8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5" creationId="{F452A527-3631-41ED-858D-3777A7D1496A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19" creationId="{F85B92BC-678C-4E14-97E6-3227DEF86371}"/>
          </ac:spMkLst>
        </pc:spChg>
        <pc:spChg chg="add del">
          <ac:chgData name="Romain Rachenne" userId="d05ffb5d262588ec" providerId="LiveId" clId="{B285D14A-E7E2-4CBC-A9C0-DC32C4AEE9CE}" dt="2020-01-09T10:48:29.421" v="1422" actId="26606"/>
          <ac:spMkLst>
            <pc:docMk/>
            <pc:sldMk cId="3336453759" sldId="313"/>
            <ac:spMk id="21" creationId="{D2644120-A6B9-4D5C-8A60-E2F4CC220E77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3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8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8:29.452" v="1423" actId="26606"/>
          <ac:spMkLst>
            <pc:docMk/>
            <pc:sldMk cId="3336453759" sldId="313"/>
            <ac:spMk id="29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8:29.452" v="1423" actId="26606"/>
          <ac:picMkLst>
            <pc:docMk/>
            <pc:sldMk cId="3336453759" sldId="313"/>
            <ac:picMk id="4" creationId="{F542DEAA-C6BE-4996-8FE1-7D6AA6F44CB5}"/>
          </ac:picMkLst>
        </pc:picChg>
        <pc:picChg chg="add">
          <ac:chgData name="Romain Rachenne" userId="d05ffb5d262588ec" providerId="LiveId" clId="{B285D14A-E7E2-4CBC-A9C0-DC32C4AEE9CE}" dt="2020-01-09T10:49:37.835" v="1448"/>
          <ac:picMkLst>
            <pc:docMk/>
            <pc:sldMk cId="3336453759" sldId="313"/>
            <ac:picMk id="20" creationId="{E7C97F9F-E120-4E5B-B208-975FA9D7361B}"/>
          </ac:picMkLst>
        </pc:picChg>
        <pc:picChg chg="add">
          <ac:chgData name="Romain Rachenne" userId="d05ffb5d262588ec" providerId="LiveId" clId="{B285D14A-E7E2-4CBC-A9C0-DC32C4AEE9CE}" dt="2020-01-09T10:50:00.731" v="1457"/>
          <ac:picMkLst>
            <pc:docMk/>
            <pc:sldMk cId="3336453759" sldId="313"/>
            <ac:picMk id="22" creationId="{F8ED5917-934E-41EE-976D-361D74E6D53E}"/>
          </ac:picMkLst>
        </pc:picChg>
        <pc:cxnChg chg="add del">
          <ac:chgData name="Romain Rachenne" userId="d05ffb5d262588ec" providerId="LiveId" clId="{B285D14A-E7E2-4CBC-A9C0-DC32C4AEE9CE}" dt="2020-01-09T10:48:29.421" v="1422" actId="26606"/>
          <ac:cxnSpMkLst>
            <pc:docMk/>
            <pc:sldMk cId="3336453759" sldId="313"/>
            <ac:cxnSpMk id="13" creationId="{F5486A9D-1265-4B57-91E6-68E666B978BC}"/>
          </ac:cxnSpMkLst>
        </pc:cxnChg>
        <pc:cxnChg chg="add del">
          <ac:chgData name="Romain Rachenne" userId="d05ffb5d262588ec" providerId="LiveId" clId="{B285D14A-E7E2-4CBC-A9C0-DC32C4AEE9CE}" dt="2020-01-09T10:48:29.421" v="1422" actId="26606"/>
          <ac:cxnSpMkLst>
            <pc:docMk/>
            <pc:sldMk cId="3336453759" sldId="313"/>
            <ac:cxnSpMk id="17" creationId="{D28A9C89-B313-458F-9C85-515930A51A93}"/>
          </ac:cxnSpMkLst>
        </pc:cxnChg>
        <pc:cxnChg chg="add">
          <ac:chgData name="Romain Rachenne" userId="d05ffb5d262588ec" providerId="LiveId" clId="{B285D14A-E7E2-4CBC-A9C0-DC32C4AEE9CE}" dt="2020-01-09T10:48:29.452" v="1423" actId="26606"/>
          <ac:cxnSpMkLst>
            <pc:docMk/>
            <pc:sldMk cId="3336453759" sldId="313"/>
            <ac:cxnSpMk id="25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8:29.452" v="1423" actId="26606"/>
          <ac:cxnSpMkLst>
            <pc:docMk/>
            <pc:sldMk cId="3336453759" sldId="313"/>
            <ac:cxnSpMk id="27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759657653" sldId="314"/>
        </pc:sldMkLst>
        <pc:spChg chg="mod">
          <ac:chgData name="Romain Rachenne" userId="d05ffb5d262588ec" providerId="LiveId" clId="{B285D14A-E7E2-4CBC-A9C0-DC32C4AEE9CE}" dt="2020-01-09T10:49:00.528" v="1438" actId="20577"/>
          <ac:spMkLst>
            <pc:docMk/>
            <pc:sldMk cId="3759657653" sldId="314"/>
            <ac:spMk id="2" creationId="{993975CF-0B38-48F1-90C0-C6B105FFA501}"/>
          </ac:spMkLst>
        </pc:spChg>
        <pc:spChg chg="del">
          <ac:chgData name="Romain Rachenne" userId="d05ffb5d262588ec" providerId="LiveId" clId="{B285D14A-E7E2-4CBC-A9C0-DC32C4AEE9CE}" dt="2020-01-09T10:48:57.404" v="1430" actId="26606"/>
          <ac:spMkLst>
            <pc:docMk/>
            <pc:sldMk cId="3759657653" sldId="314"/>
            <ac:spMk id="3" creationId="{5A563110-5149-4E65-BAFE-03A87E0C1181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1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6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28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2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6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0:49:03.639" v="1439" actId="26606"/>
          <ac:spMkLst>
            <pc:docMk/>
            <pc:sldMk cId="3759657653" sldId="314"/>
            <ac:spMk id="38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0:48:57.404" v="1430" actId="26606"/>
          <ac:picMkLst>
            <pc:docMk/>
            <pc:sldMk cId="3759657653" sldId="314"/>
            <ac:picMk id="4" creationId="{D7EA8A33-76D8-4A45-94E8-802D5BA8774A}"/>
          </ac:picMkLst>
        </pc:picChg>
        <pc:picChg chg="add">
          <ac:chgData name="Romain Rachenne" userId="d05ffb5d262588ec" providerId="LiveId" clId="{B285D14A-E7E2-4CBC-A9C0-DC32C4AEE9CE}" dt="2020-01-09T10:49:39.288" v="1449"/>
          <ac:picMkLst>
            <pc:docMk/>
            <pc:sldMk cId="3759657653" sldId="314"/>
            <ac:picMk id="20" creationId="{AFE11276-6DF0-412C-8B75-C466491CACCB}"/>
          </ac:picMkLst>
        </pc:picChg>
        <pc:picChg chg="add">
          <ac:chgData name="Romain Rachenne" userId="d05ffb5d262588ec" providerId="LiveId" clId="{B285D14A-E7E2-4CBC-A9C0-DC32C4AEE9CE}" dt="2020-01-09T10:50:02.246" v="1458"/>
          <ac:picMkLst>
            <pc:docMk/>
            <pc:sldMk cId="3759657653" sldId="314"/>
            <ac:picMk id="22" creationId="{1C8FC041-1972-4B65-853D-91EC739D52E2}"/>
          </ac:picMkLst>
        </pc:picChg>
        <pc:cxnChg chg="add del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17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30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0:49:03.639" v="1439" actId="26606"/>
          <ac:cxnSpMkLst>
            <pc:docMk/>
            <pc:sldMk cId="3759657653" sldId="314"/>
            <ac:cxnSpMk id="34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2:48.871" v="1916"/>
        <pc:sldMkLst>
          <pc:docMk/>
          <pc:sldMk cId="4176775444" sldId="315"/>
        </pc:sldMkLst>
        <pc:spChg chg="mod">
          <ac:chgData name="Romain Rachenne" userId="d05ffb5d262588ec" providerId="LiveId" clId="{B285D14A-E7E2-4CBC-A9C0-DC32C4AEE9CE}" dt="2020-01-09T13:46:45.522" v="1781" actId="20577"/>
          <ac:spMkLst>
            <pc:docMk/>
            <pc:sldMk cId="4176775444" sldId="315"/>
            <ac:spMk id="2" creationId="{197C80DD-D548-4B5D-B6F4-21C97F120760}"/>
          </ac:spMkLst>
        </pc:spChg>
        <pc:spChg chg="del">
          <ac:chgData name="Romain Rachenne" userId="d05ffb5d262588ec" providerId="LiveId" clId="{B285D14A-E7E2-4CBC-A9C0-DC32C4AEE9CE}" dt="2020-01-09T11:00:35.737" v="1461"/>
          <ac:spMkLst>
            <pc:docMk/>
            <pc:sldMk cId="4176775444" sldId="315"/>
            <ac:spMk id="3" creationId="{930998F2-98D6-4FC8-BC56-FF26EA4D304A}"/>
          </ac:spMkLst>
        </pc:spChg>
        <pc:spChg chg="add del mod">
          <ac:chgData name="Romain Rachenne" userId="d05ffb5d262588ec" providerId="LiveId" clId="{B285D14A-E7E2-4CBC-A9C0-DC32C4AEE9CE}" dt="2020-01-09T11:01:08.128" v="1475" actId="26606"/>
          <ac:spMkLst>
            <pc:docMk/>
            <pc:sldMk cId="4176775444" sldId="315"/>
            <ac:spMk id="6" creationId="{A75684BF-3755-4E0C-A265-53BED496AE66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2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4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18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22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1:08.087" v="1474" actId="26606"/>
          <ac:spMkLst>
            <pc:docMk/>
            <pc:sldMk cId="4176775444" sldId="315"/>
            <ac:spMk id="24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26" creationId="{284B70D5-875B-433D-BDBD-1522A85D6C1D}"/>
          </ac:spMkLst>
        </pc:spChg>
        <pc:spChg chg="add mod">
          <ac:chgData name="Romain Rachenne" userId="d05ffb5d262588ec" providerId="LiveId" clId="{B285D14A-E7E2-4CBC-A9C0-DC32C4AEE9CE}" dt="2020-01-09T13:51:43.984" v="1906" actId="6549"/>
          <ac:spMkLst>
            <pc:docMk/>
            <pc:sldMk cId="4176775444" sldId="315"/>
            <ac:spMk id="28" creationId="{A75684BF-3755-4E0C-A265-53BED496AE66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29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1:02:27.782" v="1610" actId="26606"/>
          <ac:spMkLst>
            <pc:docMk/>
            <pc:sldMk cId="4176775444" sldId="315"/>
            <ac:spMk id="30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35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37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1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5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47" creationId="{593ACC25-C262-417A-8AA9-0641C772BDB6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2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4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58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62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1:02:41.144" v="1613" actId="26606"/>
          <ac:spMkLst>
            <pc:docMk/>
            <pc:sldMk cId="4176775444" sldId="315"/>
            <ac:spMk id="64" creationId="{593ACC25-C262-417A-8AA9-0641C772BDB6}"/>
          </ac:spMkLst>
        </pc:spChg>
        <pc:picChg chg="add del mod">
          <ac:chgData name="Romain Rachenne" userId="d05ffb5d262588ec" providerId="LiveId" clId="{B285D14A-E7E2-4CBC-A9C0-DC32C4AEE9CE}" dt="2020-01-09T11:00:57.996" v="1462" actId="478"/>
          <ac:picMkLst>
            <pc:docMk/>
            <pc:sldMk cId="4176775444" sldId="315"/>
            <ac:picMk id="4" creationId="{0F74A1FC-2BBD-40C4-9053-7F0F859B0265}"/>
          </ac:picMkLst>
        </pc:picChg>
        <pc:picChg chg="add mod ord">
          <ac:chgData name="Romain Rachenne" userId="d05ffb5d262588ec" providerId="LiveId" clId="{B285D14A-E7E2-4CBC-A9C0-DC32C4AEE9CE}" dt="2020-01-09T11:02:27.782" v="1610" actId="26606"/>
          <ac:picMkLst>
            <pc:docMk/>
            <pc:sldMk cId="4176775444" sldId="315"/>
            <ac:picMk id="7" creationId="{74BC4696-1BC0-4F3A-BDA0-ABAEBD0C034A}"/>
          </ac:picMkLst>
        </pc:picChg>
        <pc:picChg chg="add">
          <ac:chgData name="Romain Rachenne" userId="d05ffb5d262588ec" providerId="LiveId" clId="{B285D14A-E7E2-4CBC-A9C0-DC32C4AEE9CE}" dt="2020-01-09T13:49:22.246" v="1819"/>
          <ac:picMkLst>
            <pc:docMk/>
            <pc:sldMk cId="4176775444" sldId="315"/>
            <ac:picMk id="34" creationId="{89C8E169-8E78-4A4E-B1E9-EF7D430B0BB3}"/>
          </ac:picMkLst>
        </pc:picChg>
        <pc:picChg chg="add">
          <ac:chgData name="Romain Rachenne" userId="d05ffb5d262588ec" providerId="LiveId" clId="{B285D14A-E7E2-4CBC-A9C0-DC32C4AEE9CE}" dt="2020-01-09T13:49:38.671" v="1824"/>
          <ac:picMkLst>
            <pc:docMk/>
            <pc:sldMk cId="4176775444" sldId="315"/>
            <ac:picMk id="36" creationId="{BE16ED3B-A3A7-47B0-A15F-3C5FD9C4DEDC}"/>
          </ac:picMkLst>
        </pc:picChg>
        <pc:cxnChg chg="add del">
          <ac:chgData name="Romain Rachenne" userId="d05ffb5d262588ec" providerId="LiveId" clId="{B285D14A-E7E2-4CBC-A9C0-DC32C4AEE9CE}" dt="2020-01-09T11:01:08.087" v="1474" actId="26606"/>
          <ac:cxnSpMkLst>
            <pc:docMk/>
            <pc:sldMk cId="4176775444" sldId="315"/>
            <ac:cxnSpMk id="16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1:08.087" v="1474" actId="26606"/>
          <ac:cxnSpMkLst>
            <pc:docMk/>
            <pc:sldMk cId="4176775444" sldId="315"/>
            <ac:cxnSpMk id="20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27.782" v="1610" actId="26606"/>
          <ac:cxnSpMkLst>
            <pc:docMk/>
            <pc:sldMk cId="4176775444" sldId="315"/>
            <ac:cxnSpMk id="27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3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43" creationId="{5C6A2BAE-B461-4B55-8E1F-0722ABDD1393}"/>
          </ac:cxnSpMkLst>
        </pc:cxnChg>
        <pc:cxnChg chg="add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56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1:02:41.144" v="1613" actId="26606"/>
          <ac:cxnSpMkLst>
            <pc:docMk/>
            <pc:sldMk cId="4176775444" sldId="315"/>
            <ac:cxnSpMk id="60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325053439" sldId="316"/>
        </pc:sldMkLst>
        <pc:spChg chg="mo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2" creationId="{75B29198-38D2-4F14-8368-E19B38755140}"/>
          </ac:spMkLst>
        </pc:spChg>
        <pc:spChg chg="mod ord">
          <ac:chgData name="Romain Rachenne" userId="d05ffb5d262588ec" providerId="LiveId" clId="{B285D14A-E7E2-4CBC-A9C0-DC32C4AEE9CE}" dt="2020-01-09T13:51:40.183" v="1905" actId="6549"/>
          <ac:spMkLst>
            <pc:docMk/>
            <pc:sldMk cId="325053439" sldId="316"/>
            <ac:spMk id="3" creationId="{0205CFED-5A6C-4B05-BD86-E9CF829A515F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1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5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19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22.434" v="1609" actId="26606"/>
          <ac:spMkLst>
            <pc:docMk/>
            <pc:sldMk cId="325053439" sldId="316"/>
            <ac:spMk id="21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26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2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6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22.403" v="1608" actId="26606"/>
          <ac:spMkLst>
            <pc:docMk/>
            <pc:sldMk cId="325053439" sldId="316"/>
            <ac:spMk id="38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0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2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1:02:44.997" v="1616" actId="26606"/>
          <ac:spMkLst>
            <pc:docMk/>
            <pc:sldMk cId="325053439" sldId="316"/>
            <ac:spMk id="43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48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4" creationId="{FA4CD5CB-D209-4D70-8CA4-629731C59219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58" creationId="{B4C27B90-DF2B-4D00-BA07-18ED774CD2F1}"/>
          </ac:spMkLst>
        </pc:spChg>
        <pc:spChg chg="add del">
          <ac:chgData name="Romain Rachenne" userId="d05ffb5d262588ec" providerId="LiveId" clId="{B285D14A-E7E2-4CBC-A9C0-DC32C4AEE9CE}" dt="2020-01-09T11:02:44.966" v="1615" actId="26606"/>
          <ac:spMkLst>
            <pc:docMk/>
            <pc:sldMk cId="325053439" sldId="316"/>
            <ac:spMk id="60" creationId="{593ACC25-C262-417A-8AA9-0641C772BDB6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2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4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65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7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8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43.729" v="1816" actId="26606"/>
          <ac:spMkLst>
            <pc:docMk/>
            <pc:sldMk cId="325053439" sldId="316"/>
            <ac:spMk id="82" creationId="{593ACC25-C262-417A-8AA9-0641C772BDB6}"/>
          </ac:spMkLst>
        </pc:spChg>
        <pc:picChg chg="add mod ord">
          <ac:chgData name="Romain Rachenne" userId="d05ffb5d262588ec" providerId="LiveId" clId="{B285D14A-E7E2-4CBC-A9C0-DC32C4AEE9CE}" dt="2020-01-09T13:48:43.729" v="1816" actId="26606"/>
          <ac:picMkLst>
            <pc:docMk/>
            <pc:sldMk cId="325053439" sldId="316"/>
            <ac:picMk id="4" creationId="{8C79E200-2305-42B0-8A93-1EE2A4EA807B}"/>
          </ac:picMkLst>
        </pc:picChg>
        <pc:picChg chg="add">
          <ac:chgData name="Romain Rachenne" userId="d05ffb5d262588ec" providerId="LiveId" clId="{B285D14A-E7E2-4CBC-A9C0-DC32C4AEE9CE}" dt="2020-01-09T13:49:24.615" v="1820"/>
          <ac:picMkLst>
            <pc:docMk/>
            <pc:sldMk cId="325053439" sldId="316"/>
            <ac:picMk id="44" creationId="{1B01E75E-D389-4BE2-9D59-0206029C2F15}"/>
          </ac:picMkLst>
        </pc:picChg>
        <pc:picChg chg="add">
          <ac:chgData name="Romain Rachenne" userId="d05ffb5d262588ec" providerId="LiveId" clId="{B285D14A-E7E2-4CBC-A9C0-DC32C4AEE9CE}" dt="2020-01-09T13:49:41.403" v="1825"/>
          <ac:picMkLst>
            <pc:docMk/>
            <pc:sldMk cId="325053439" sldId="316"/>
            <ac:picMk id="45" creationId="{1CCC2844-9834-4C16-8E2B-4F7F0325EBBB}"/>
          </ac:picMkLst>
        </pc:picChg>
        <pc:cxnChg chg="add del">
          <ac:chgData name="Romain Rachenne" userId="d05ffb5d262588ec" providerId="LiveId" clId="{B285D14A-E7E2-4CBC-A9C0-DC32C4AEE9CE}" dt="2020-01-09T11:02:22.434" v="1609" actId="26606"/>
          <ac:cxnSpMkLst>
            <pc:docMk/>
            <pc:sldMk cId="325053439" sldId="316"/>
            <ac:cxnSpMk id="13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22.434" v="1609" actId="26606"/>
          <ac:cxnSpMkLst>
            <pc:docMk/>
            <pc:sldMk cId="325053439" sldId="316"/>
            <ac:cxnSpMk id="17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22.403" v="1608" actId="26606"/>
          <ac:cxnSpMkLst>
            <pc:docMk/>
            <pc:sldMk cId="325053439" sldId="316"/>
            <ac:cxnSpMk id="30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22.403" v="1608" actId="26606"/>
          <ac:cxnSpMkLst>
            <pc:docMk/>
            <pc:sldMk cId="325053439" sldId="316"/>
            <ac:cxnSpMk id="34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1:02:44.997" v="1616" actId="26606"/>
          <ac:cxnSpMkLst>
            <pc:docMk/>
            <pc:sldMk cId="325053439" sldId="316"/>
            <ac:cxnSpMk id="41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1:02:44.966" v="1615" actId="26606"/>
          <ac:cxnSpMkLst>
            <pc:docMk/>
            <pc:sldMk cId="325053439" sldId="316"/>
            <ac:cxnSpMk id="52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1:02:44.966" v="1615" actId="26606"/>
          <ac:cxnSpMkLst>
            <pc:docMk/>
            <pc:sldMk cId="325053439" sldId="316"/>
            <ac:cxnSpMk id="56" creationId="{5C6A2BAE-B461-4B55-8E1F-0722ABDD1393}"/>
          </ac:cxnSpMkLst>
        </pc:cxnChg>
        <pc:cxnChg chg="add del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63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7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43.729" v="1816" actId="26606"/>
          <ac:cxnSpMkLst>
            <pc:docMk/>
            <pc:sldMk cId="325053439" sldId="316"/>
            <ac:cxnSpMk id="78" creationId="{5C6A2BAE-B461-4B55-8E1F-0722ABDD1393}"/>
          </ac:cxnSpMkLst>
        </pc:cxnChg>
      </pc:sldChg>
      <pc:sldChg chg="addSp modSp add mod modTransition setBg">
        <pc:chgData name="Romain Rachenne" userId="d05ffb5d262588ec" providerId="LiveId" clId="{B285D14A-E7E2-4CBC-A9C0-DC32C4AEE9CE}" dt="2020-01-09T14:14:35.102" v="1919"/>
        <pc:sldMkLst>
          <pc:docMk/>
          <pc:sldMk cId="3681781555" sldId="317"/>
        </pc:sldMkLst>
        <pc:spChg chg="mod">
          <ac:chgData name="Romain Rachenne" userId="d05ffb5d262588ec" providerId="LiveId" clId="{B285D14A-E7E2-4CBC-A9C0-DC32C4AEE9CE}" dt="2020-01-09T13:47:12.771" v="1785" actId="20577"/>
          <ac:spMkLst>
            <pc:docMk/>
            <pc:sldMk cId="3681781555" sldId="317"/>
            <ac:spMk id="2" creationId="{E72E9791-C2DC-4B99-ABDA-520BD39549F0}"/>
          </ac:spMkLst>
        </pc:spChg>
        <pc:spChg chg="mod">
          <ac:chgData name="Romain Rachenne" userId="d05ffb5d262588ec" providerId="LiveId" clId="{B285D14A-E7E2-4CBC-A9C0-DC32C4AEE9CE}" dt="2020-01-09T13:51:36.581" v="1904" actId="20577"/>
          <ac:spMkLst>
            <pc:docMk/>
            <pc:sldMk cId="3681781555" sldId="317"/>
            <ac:spMk id="3" creationId="{C7988059-0E02-4308-B974-34E19F4E00C7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9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1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5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19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1:03:35.831" v="1672" actId="26606"/>
          <ac:spMkLst>
            <pc:docMk/>
            <pc:sldMk cId="3681781555" sldId="317"/>
            <ac:spMk id="21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1:03:35.831" v="1672" actId="26606"/>
          <ac:picMkLst>
            <pc:docMk/>
            <pc:sldMk cId="3681781555" sldId="317"/>
            <ac:picMk id="4" creationId="{70E9866D-750E-4D1E-B1F1-DC1C1DDA1AF8}"/>
          </ac:picMkLst>
        </pc:picChg>
        <pc:picChg chg="add">
          <ac:chgData name="Romain Rachenne" userId="d05ffb5d262588ec" providerId="LiveId" clId="{B285D14A-E7E2-4CBC-A9C0-DC32C4AEE9CE}" dt="2020-01-09T13:49:26.154" v="1821"/>
          <ac:picMkLst>
            <pc:docMk/>
            <pc:sldMk cId="3681781555" sldId="317"/>
            <ac:picMk id="12" creationId="{3A733A1E-C8E8-42C6-965E-897C36FF9538}"/>
          </ac:picMkLst>
        </pc:picChg>
        <pc:picChg chg="add">
          <ac:chgData name="Romain Rachenne" userId="d05ffb5d262588ec" providerId="LiveId" clId="{B285D14A-E7E2-4CBC-A9C0-DC32C4AEE9CE}" dt="2020-01-09T13:49:42.690" v="1826"/>
          <ac:picMkLst>
            <pc:docMk/>
            <pc:sldMk cId="3681781555" sldId="317"/>
            <ac:picMk id="14" creationId="{2FB28667-1D6A-42A2-B283-5F1FF70EFB94}"/>
          </ac:picMkLst>
        </pc:picChg>
        <pc:cxnChg chg="add">
          <ac:chgData name="Romain Rachenne" userId="d05ffb5d262588ec" providerId="LiveId" clId="{B285D14A-E7E2-4CBC-A9C0-DC32C4AEE9CE}" dt="2020-01-09T11:03:35.831" v="1672" actId="26606"/>
          <ac:cxnSpMkLst>
            <pc:docMk/>
            <pc:sldMk cId="3681781555" sldId="317"/>
            <ac:cxnSpMk id="13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1:03:35.831" v="1672" actId="26606"/>
          <ac:cxnSpMkLst>
            <pc:docMk/>
            <pc:sldMk cId="3681781555" sldId="317"/>
            <ac:cxnSpMk id="17" creationId="{5C6A2BAE-B461-4B55-8E1F-0722ABDD1393}"/>
          </ac:cxnSpMkLst>
        </pc:cxnChg>
      </pc:sldChg>
      <pc:sldChg chg="addSp delSp modSp add mod ord modTransition setBg">
        <pc:chgData name="Romain Rachenne" userId="d05ffb5d262588ec" providerId="LiveId" clId="{B285D14A-E7E2-4CBC-A9C0-DC32C4AEE9CE}" dt="2020-01-09T14:14:54.959" v="1921"/>
        <pc:sldMkLst>
          <pc:docMk/>
          <pc:sldMk cId="629379820" sldId="318"/>
        </pc:sldMkLst>
        <pc:spChg chg="mo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2" creationId="{6158BD68-51B2-4D2E-B254-77E7C726915C}"/>
          </ac:spMkLst>
        </pc:spChg>
        <pc:spChg chg="mod ord">
          <ac:chgData name="Romain Rachenne" userId="d05ffb5d262588ec" providerId="LiveId" clId="{B285D14A-E7E2-4CBC-A9C0-DC32C4AEE9CE}" dt="2020-01-09T13:51:47.582" v="1907" actId="6549"/>
          <ac:spMkLst>
            <pc:docMk/>
            <pc:sldMk cId="629379820" sldId="318"/>
            <ac:spMk id="3" creationId="{CCAAC658-F051-46DE-A0AD-532074F91E21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9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13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26.700" v="1768" actId="26606"/>
          <ac:spMkLst>
            <pc:docMk/>
            <pc:sldMk cId="629379820" sldId="318"/>
            <ac:spMk id="15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17" creationId="{52ABB703-2B0E-4C3B-B4A2-F3973548E561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19" creationId="{E95DA498-D9A2-4DA9-B9DA-B3776E08CF7E}"/>
          </ac:spMkLst>
        </pc:spChg>
        <pc:spChg chg="add del">
          <ac:chgData name="Romain Rachenne" userId="d05ffb5d262588ec" providerId="LiveId" clId="{B285D14A-E7E2-4CBC-A9C0-DC32C4AEE9CE}" dt="2020-01-09T13:46:27.364" v="1770" actId="26606"/>
          <ac:spMkLst>
            <pc:docMk/>
            <pc:sldMk cId="629379820" sldId="318"/>
            <ac:spMk id="20" creationId="{82A73093-4B9D-420D-B17E-52293703A1D4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1" creationId="{4B670E93-2F53-48FC-AB6C-E99E22D17F31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2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4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28.252" v="1772" actId="26606"/>
          <ac:spMkLst>
            <pc:docMk/>
            <pc:sldMk cId="629379820" sldId="318"/>
            <ac:spMk id="25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7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28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30" creationId="{EB1836F0-F9E0-4D93-9BDD-7EEC6EA05F7B}"/>
          </ac:spMkLst>
        </pc:spChg>
        <pc:spChg chg="add del">
          <ac:chgData name="Romain Rachenne" userId="d05ffb5d262588ec" providerId="LiveId" clId="{B285D14A-E7E2-4CBC-A9C0-DC32C4AEE9CE}" dt="2020-01-09T13:46:29.356" v="1774" actId="26606"/>
          <ac:spMkLst>
            <pc:docMk/>
            <pc:sldMk cId="629379820" sldId="318"/>
            <ac:spMk id="32" creationId="{6D2F28D1-82F9-40FE-935C-85ECF7660D2D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4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6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6:31.065" v="1776" actId="26606"/>
          <ac:spMkLst>
            <pc:docMk/>
            <pc:sldMk cId="629379820" sldId="318"/>
            <ac:spMk id="37" creationId="{17FC539C-B783-4B03-9F9E-D13430F3F64F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39" creationId="{4E4490D0-3672-446A-AC12-B4830333BDDD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0" creationId="{39CB82C2-DF65-4EC1-8280-F201D50F570B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2" creationId="{5AE6C737-FF55-4064-94B7-0B21D2EB6045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4" creationId="{D8218D9F-38B6-4AE0-9051-5434D19A5277}"/>
          </ac:spMkLst>
        </pc:spChg>
        <pc:spChg chg="add del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45" creationId="{2D3DCA99-84AF-487A-BF72-91C5FA6B0B70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5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6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53.785" v="1817" actId="26606"/>
          <ac:spMkLst>
            <pc:docMk/>
            <pc:sldMk cId="629379820" sldId="318"/>
            <ac:spMk id="62" creationId="{593ACC25-C262-417A-8AA9-0641C772BDB6}"/>
          </ac:spMkLst>
        </pc:spChg>
        <pc:picChg chg="add mod">
          <ac:chgData name="Romain Rachenne" userId="d05ffb5d262588ec" providerId="LiveId" clId="{B285D14A-E7E2-4CBC-A9C0-DC32C4AEE9CE}" dt="2020-01-09T13:48:53.785" v="1817" actId="26606"/>
          <ac:picMkLst>
            <pc:docMk/>
            <pc:sldMk cId="629379820" sldId="318"/>
            <ac:picMk id="4" creationId="{13DB4DFF-99F1-4DEE-8CB2-BFE63247C35F}"/>
          </ac:picMkLst>
        </pc:picChg>
        <pc:picChg chg="add">
          <ac:chgData name="Romain Rachenne" userId="d05ffb5d262588ec" providerId="LiveId" clId="{B285D14A-E7E2-4CBC-A9C0-DC32C4AEE9CE}" dt="2020-01-09T13:49:21.311" v="1818"/>
          <ac:picMkLst>
            <pc:docMk/>
            <pc:sldMk cId="629379820" sldId="318"/>
            <ac:picMk id="46" creationId="{35857AB3-A47A-4530-BB43-7E96BAE65BAF}"/>
          </ac:picMkLst>
        </pc:picChg>
        <pc:picChg chg="add">
          <ac:chgData name="Romain Rachenne" userId="d05ffb5d262588ec" providerId="LiveId" clId="{B285D14A-E7E2-4CBC-A9C0-DC32C4AEE9CE}" dt="2020-01-09T13:49:37.071" v="1823"/>
          <ac:picMkLst>
            <pc:docMk/>
            <pc:sldMk cId="629379820" sldId="318"/>
            <ac:picMk id="47" creationId="{BE5EEF38-F497-4EBE-A75B-665083FFA423}"/>
          </ac:picMkLst>
        </pc:picChg>
        <pc:cxnChg chg="add del">
          <ac:chgData name="Romain Rachenne" userId="d05ffb5d262588ec" providerId="LiveId" clId="{B285D14A-E7E2-4CBC-A9C0-DC32C4AEE9CE}" dt="2020-01-09T13:46:26.700" v="1768" actId="26606"/>
          <ac:cxnSpMkLst>
            <pc:docMk/>
            <pc:sldMk cId="629379820" sldId="318"/>
            <ac:cxnSpMk id="11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6:27.364" v="1770" actId="26606"/>
          <ac:cxnSpMkLst>
            <pc:docMk/>
            <pc:sldMk cId="629379820" sldId="318"/>
            <ac:cxnSpMk id="18" creationId="{9C21570E-E159-49A6-9891-FA397B7A92D3}"/>
          </ac:cxnSpMkLst>
        </pc:cxnChg>
        <pc:cxnChg chg="add del">
          <ac:chgData name="Romain Rachenne" userId="d05ffb5d262588ec" providerId="LiveId" clId="{B285D14A-E7E2-4CBC-A9C0-DC32C4AEE9CE}" dt="2020-01-09T13:46:28.252" v="1772" actId="26606"/>
          <ac:cxnSpMkLst>
            <pc:docMk/>
            <pc:sldMk cId="629379820" sldId="318"/>
            <ac:cxnSpMk id="23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6:29.356" v="1774" actId="26606"/>
          <ac:cxnSpMkLst>
            <pc:docMk/>
            <pc:sldMk cId="629379820" sldId="318"/>
            <ac:cxnSpMk id="29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3:46:29.356" v="1774" actId="26606"/>
          <ac:cxnSpMkLst>
            <pc:docMk/>
            <pc:sldMk cId="629379820" sldId="318"/>
            <ac:cxnSpMk id="31" creationId="{7A49EFD3-A806-4D59-99F1-AA9AFAE4EF71}"/>
          </ac:cxnSpMkLst>
        </pc:cxnChg>
        <pc:cxnChg chg="add del">
          <ac:chgData name="Romain Rachenne" userId="d05ffb5d262588ec" providerId="LiveId" clId="{B285D14A-E7E2-4CBC-A9C0-DC32C4AEE9CE}" dt="2020-01-09T13:46:31.065" v="1776" actId="26606"/>
          <ac:cxnSpMkLst>
            <pc:docMk/>
            <pc:sldMk cId="629379820" sldId="318"/>
            <ac:cxnSpMk id="35" creationId="{C947DF4A-614C-4B4C-8B80-E5B9D8E8CFED}"/>
          </ac:cxnSpMkLst>
        </pc:cxnChg>
        <pc:cxnChg chg="add del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41" creationId="{7E1D4427-852B-4B37-8E76-0E9F1810BA2A}"/>
          </ac:cxnSpMkLst>
        </pc:cxnChg>
        <pc:cxnChg chg="add del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43" creationId="{6B5B1DD8-6224-4137-8621-32982B00F9FC}"/>
          </ac:cxnSpMkLst>
        </pc:cxnChg>
        <pc:cxnChg chg="add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5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53.785" v="1817" actId="26606"/>
          <ac:cxnSpMkLst>
            <pc:docMk/>
            <pc:sldMk cId="629379820" sldId="318"/>
            <ac:cxnSpMk id="58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4:54.959" v="1921"/>
        <pc:sldMkLst>
          <pc:docMk/>
          <pc:sldMk cId="2714850268" sldId="319"/>
        </pc:sldMkLst>
        <pc:spChg chg="mo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" creationId="{0F3DD3C3-C329-49CC-ADD0-D363B4B738BB}"/>
          </ac:spMkLst>
        </pc:spChg>
        <pc:spChg chg="mod ord">
          <ac:chgData name="Romain Rachenne" userId="d05ffb5d262588ec" providerId="LiveId" clId="{B285D14A-E7E2-4CBC-A9C0-DC32C4AEE9CE}" dt="2020-01-09T13:51:19.113" v="1903" actId="20577"/>
          <ac:spMkLst>
            <pc:docMk/>
            <pc:sldMk cId="2714850268" sldId="319"/>
            <ac:spMk id="3" creationId="{8994342B-9E8D-4545-AE89-BAE779C3058C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9" creationId="{284B70D5-875B-433D-BDBD-1522A85D6C1D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13" creationId="{1E299956-A9E7-4FC1-A0B1-D590CA9730E8}"/>
          </ac:spMkLst>
        </pc:spChg>
        <pc:spChg chg="add del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15" creationId="{17FC539C-B783-4B03-9F9E-D13430F3F64F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0" creationId="{4E4490D0-3672-446A-AC12-B4830333BDDD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2" creationId="{39CB82C2-DF65-4EC1-8280-F201D50F570B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26" creationId="{FA4CD5CB-D209-4D70-8CA4-629731C59219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30" creationId="{B4C27B90-DF2B-4D00-BA07-18ED774CD2F1}"/>
          </ac:spMkLst>
        </pc:spChg>
        <pc:spChg chg="add">
          <ac:chgData name="Romain Rachenne" userId="d05ffb5d262588ec" providerId="LiveId" clId="{B285D14A-E7E2-4CBC-A9C0-DC32C4AEE9CE}" dt="2020-01-09T13:48:38.109" v="1815" actId="26606"/>
          <ac:spMkLst>
            <pc:docMk/>
            <pc:sldMk cId="2714850268" sldId="319"/>
            <ac:spMk id="32" creationId="{593ACC25-C262-417A-8AA9-0641C772BDB6}"/>
          </ac:spMkLst>
        </pc:spChg>
        <pc:picChg chg="add mod ord">
          <ac:chgData name="Romain Rachenne" userId="d05ffb5d262588ec" providerId="LiveId" clId="{B285D14A-E7E2-4CBC-A9C0-DC32C4AEE9CE}" dt="2020-01-09T13:48:38.109" v="1815" actId="26606"/>
          <ac:picMkLst>
            <pc:docMk/>
            <pc:sldMk cId="2714850268" sldId="319"/>
            <ac:picMk id="4" creationId="{2A76DE89-9E3E-422C-B34C-8DB7A4CF4DB0}"/>
          </ac:picMkLst>
        </pc:picChg>
        <pc:picChg chg="add">
          <ac:chgData name="Romain Rachenne" userId="d05ffb5d262588ec" providerId="LiveId" clId="{B285D14A-E7E2-4CBC-A9C0-DC32C4AEE9CE}" dt="2020-01-09T13:49:29.641" v="1822"/>
          <ac:picMkLst>
            <pc:docMk/>
            <pc:sldMk cId="2714850268" sldId="319"/>
            <ac:picMk id="16" creationId="{DF6D0060-A321-43F6-A2D0-5ADAF24B1870}"/>
          </ac:picMkLst>
        </pc:picChg>
        <pc:picChg chg="add">
          <ac:chgData name="Romain Rachenne" userId="d05ffb5d262588ec" providerId="LiveId" clId="{B285D14A-E7E2-4CBC-A9C0-DC32C4AEE9CE}" dt="2020-01-09T13:49:45.163" v="1827"/>
          <ac:picMkLst>
            <pc:docMk/>
            <pc:sldMk cId="2714850268" sldId="319"/>
            <ac:picMk id="17" creationId="{A32AB8BD-78FA-462D-BF42-B298F711E32A}"/>
          </ac:picMkLst>
        </pc:picChg>
        <pc:cxnChg chg="add del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11" creationId="{C947DF4A-614C-4B4C-8B80-E5B9D8E8CFED}"/>
          </ac:cxnSpMkLst>
        </pc:cxnChg>
        <pc:cxnChg chg="add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24" creationId="{7E1D4427-852B-4B37-8E76-0E9F1810BA2A}"/>
          </ac:cxnSpMkLst>
        </pc:cxnChg>
        <pc:cxnChg chg="add">
          <ac:chgData name="Romain Rachenne" userId="d05ffb5d262588ec" providerId="LiveId" clId="{B285D14A-E7E2-4CBC-A9C0-DC32C4AEE9CE}" dt="2020-01-09T13:48:38.109" v="1815" actId="26606"/>
          <ac:cxnSpMkLst>
            <pc:docMk/>
            <pc:sldMk cId="2714850268" sldId="319"/>
            <ac:cxnSpMk id="28" creationId="{5C6A2BAE-B461-4B55-8E1F-0722ABDD1393}"/>
          </ac:cxnSpMkLst>
        </pc:cxnChg>
      </pc:sldChg>
      <pc:sldChg chg="addSp delSp modSp add mod modTransition setBg">
        <pc:chgData name="Romain Rachenne" userId="d05ffb5d262588ec" providerId="LiveId" clId="{B285D14A-E7E2-4CBC-A9C0-DC32C4AEE9CE}" dt="2020-01-09T14:13:58.624" v="1917"/>
        <pc:sldMkLst>
          <pc:docMk/>
          <pc:sldMk cId="990746230" sldId="320"/>
        </pc:sldMkLst>
        <pc:spChg chg="mo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2" creationId="{D57F2E85-2FF0-484F-BFBF-EB0AE0C35A94}"/>
          </ac:spMkLst>
        </pc:spChg>
        <pc:spChg chg="del mod">
          <ac:chgData name="Romain Rachenne" userId="d05ffb5d262588ec" providerId="LiveId" clId="{B285D14A-E7E2-4CBC-A9C0-DC32C4AEE9CE}" dt="2020-01-09T13:50:50.201" v="1868" actId="478"/>
          <ac:spMkLst>
            <pc:docMk/>
            <pc:sldMk cId="990746230" sldId="320"/>
            <ac:spMk id="3" creationId="{4BDA88E1-6A0B-4D4E-AA65-EA0BD522B1FE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0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2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16" creationId="{8B330648-BE73-41A0-9F64-E5B1075E2C2D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20" creationId="{02C3C01D-C868-4B78-9A8F-417BF50A429B}"/>
          </ac:spMkLst>
        </pc:spChg>
        <pc:spChg chg="add del">
          <ac:chgData name="Romain Rachenne" userId="d05ffb5d262588ec" providerId="LiveId" clId="{B285D14A-E7E2-4CBC-A9C0-DC32C4AEE9CE}" dt="2020-01-09T13:50:46.925" v="1864" actId="26606"/>
          <ac:spMkLst>
            <pc:docMk/>
            <pc:sldMk cId="990746230" sldId="320"/>
            <ac:spMk id="22" creationId="{8345B934-7CE4-4DA7-A0CB-2A2DF8818CE1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4" creationId="{CF6BB2E5-F5C5-4876-9282-B0246E035740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5" creationId="{6E53EAE7-3851-4CE7-BE81-EF90F19EF019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7" creationId="{C4D3E4EC-9CAC-455D-8511-5C0D0BEFCF19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8" creationId="{3DDF40A7-2316-4304-8880-2FA7451E932E}"/>
          </ac:spMkLst>
        </pc:spChg>
        <pc:spChg chg="add del">
          <ac:chgData name="Romain Rachenne" userId="d05ffb5d262588ec" providerId="LiveId" clId="{B285D14A-E7E2-4CBC-A9C0-DC32C4AEE9CE}" dt="2020-01-09T13:50:47.624" v="1866" actId="26606"/>
          <ac:spMkLst>
            <pc:docMk/>
            <pc:sldMk cId="990746230" sldId="320"/>
            <ac:spMk id="29" creationId="{44BD36A9-BAC7-415E-8DDB-4C743838F557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1" creationId="{BB2B8762-61F0-4F1B-9364-D633EE9D6AF5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2" creationId="{E97675C8-1328-460C-9EBF-6B446B67EAD3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4" creationId="{01C6F51C-53CC-4D4B-98DA-C143852FCF7F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6" creationId="{1702822D-7587-488C-BCDE-6366C82D9F42}"/>
          </ac:spMkLst>
        </pc:spChg>
        <pc:spChg chg="add del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37" creationId="{2336503F-9C9C-424B-B606-FD55CB6EC94A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2" creationId="{BB2B8762-61F0-4F1B-9364-D633EE9D6AF5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4" creationId="{E97675C8-1328-460C-9EBF-6B446B67EAD3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48" creationId="{C6417104-D4C1-4710-9982-2154A7F48492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0" creationId="{626F1402-2DEC-4071-84AF-350C7BF00D43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4" creationId="{DA52A394-10F4-4AA5-90E4-634D1E919DBA}"/>
          </ac:spMkLst>
        </pc:spChg>
        <pc:spChg chg="add">
          <ac:chgData name="Romain Rachenne" userId="d05ffb5d262588ec" providerId="LiveId" clId="{B285D14A-E7E2-4CBC-A9C0-DC32C4AEE9CE}" dt="2020-01-09T13:50:52.667" v="1869" actId="26606"/>
          <ac:spMkLst>
            <pc:docMk/>
            <pc:sldMk cId="990746230" sldId="320"/>
            <ac:spMk id="56" creationId="{07BDDC51-8BB2-42BE-8EA8-39B3E9AC1EF6}"/>
          </ac:spMkLst>
        </pc:spChg>
        <pc:picChg chg="add mod ord">
          <ac:chgData name="Romain Rachenne" userId="d05ffb5d262588ec" providerId="LiveId" clId="{B285D14A-E7E2-4CBC-A9C0-DC32C4AEE9CE}" dt="2020-01-09T13:50:59.629" v="1870" actId="196"/>
          <ac:picMkLst>
            <pc:docMk/>
            <pc:sldMk cId="990746230" sldId="320"/>
            <ac:picMk id="4" creationId="{CC964F61-5A9C-49CD-A733-368C5AFDBFE7}"/>
          </ac:picMkLst>
        </pc:picChg>
        <pc:picChg chg="add mod">
          <ac:chgData name="Romain Rachenne" userId="d05ffb5d262588ec" providerId="LiveId" clId="{B285D14A-E7E2-4CBC-A9C0-DC32C4AEE9CE}" dt="2020-01-09T13:51:02.990" v="1871" actId="196"/>
          <ac:picMkLst>
            <pc:docMk/>
            <pc:sldMk cId="990746230" sldId="320"/>
            <ac:picMk id="5" creationId="{26D2AA95-395D-4D99-8F7A-4ECB04369A8B}"/>
          </ac:picMkLst>
        </pc:picChg>
        <pc:cxnChg chg="add del">
          <ac:chgData name="Romain Rachenne" userId="d05ffb5d262588ec" providerId="LiveId" clId="{B285D14A-E7E2-4CBC-A9C0-DC32C4AEE9CE}" dt="2020-01-09T13:50:46.925" v="1864" actId="26606"/>
          <ac:cxnSpMkLst>
            <pc:docMk/>
            <pc:sldMk cId="990746230" sldId="320"/>
            <ac:cxnSpMk id="14" creationId="{514EE78B-AF71-4195-A01B-F1165D9233BF}"/>
          </ac:cxnSpMkLst>
        </pc:cxnChg>
        <pc:cxnChg chg="add del">
          <ac:chgData name="Romain Rachenne" userId="d05ffb5d262588ec" providerId="LiveId" clId="{B285D14A-E7E2-4CBC-A9C0-DC32C4AEE9CE}" dt="2020-01-09T13:50:46.925" v="1864" actId="26606"/>
          <ac:cxnSpMkLst>
            <pc:docMk/>
            <pc:sldMk cId="990746230" sldId="320"/>
            <ac:cxnSpMk id="18" creationId="{6DAFB303-4B24-485A-B806-C147A23632BD}"/>
          </ac:cxnSpMkLst>
        </pc:cxnChg>
        <pc:cxnChg chg="add del">
          <ac:chgData name="Romain Rachenne" userId="d05ffb5d262588ec" providerId="LiveId" clId="{B285D14A-E7E2-4CBC-A9C0-DC32C4AEE9CE}" dt="2020-01-09T13:50:47.624" v="1866" actId="26606"/>
          <ac:cxnSpMkLst>
            <pc:docMk/>
            <pc:sldMk cId="990746230" sldId="320"/>
            <ac:cxnSpMk id="26" creationId="{5C5EFB6A-0AF1-46B2-B103-4AA6C7B31025}"/>
          </ac:cxnSpMkLst>
        </pc:cxnChg>
        <pc:cxnChg chg="add del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33" creationId="{514EE78B-AF71-4195-A01B-F1165D9233BF}"/>
          </ac:cxnSpMkLst>
        </pc:cxnChg>
        <pc:cxnChg chg="add del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35" creationId="{613AFA59-28DC-4A81-8ADB-6EE5C6322202}"/>
          </ac:cxnSpMkLst>
        </pc:cxnChg>
        <pc:cxnChg chg="add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46" creationId="{514EE78B-AF71-4195-A01B-F1165D9233BF}"/>
          </ac:cxnSpMkLst>
        </pc:cxnChg>
        <pc:cxnChg chg="add">
          <ac:chgData name="Romain Rachenne" userId="d05ffb5d262588ec" providerId="LiveId" clId="{B285D14A-E7E2-4CBC-A9C0-DC32C4AEE9CE}" dt="2020-01-09T13:50:52.667" v="1869" actId="26606"/>
          <ac:cxnSpMkLst>
            <pc:docMk/>
            <pc:sldMk cId="990746230" sldId="320"/>
            <ac:cxnSpMk id="52" creationId="{04733B62-1719-4677-A612-CA0AC0AD7482}"/>
          </ac:cxnSpMkLst>
        </pc:cxnChg>
      </pc:sldChg>
    </pc:docChg>
  </pc:docChgLst>
  <pc:docChgLst>
    <pc:chgData name="Romain Rachenne" userId="d05ffb5d262588ec" providerId="LiveId" clId="{93D3D584-A0BE-4995-AC95-25191310DA51}"/>
    <pc:docChg chg="undo custSel addSld delSld modSld sldOrd">
      <pc:chgData name="Romain Rachenne" userId="d05ffb5d262588ec" providerId="LiveId" clId="{93D3D584-A0BE-4995-AC95-25191310DA51}" dt="2021-03-03T13:49:48.160" v="126" actId="1076"/>
      <pc:docMkLst>
        <pc:docMk/>
      </pc:docMkLst>
      <pc:sldChg chg="modSp mod">
        <pc:chgData name="Romain Rachenne" userId="d05ffb5d262588ec" providerId="LiveId" clId="{93D3D584-A0BE-4995-AC95-25191310DA51}" dt="2021-03-01T15:24:40.171" v="57" actId="20577"/>
        <pc:sldMkLst>
          <pc:docMk/>
          <pc:sldMk cId="1990881570" sldId="257"/>
        </pc:sldMkLst>
        <pc:spChg chg="mod">
          <ac:chgData name="Romain Rachenne" userId="d05ffb5d262588ec" providerId="LiveId" clId="{93D3D584-A0BE-4995-AC95-25191310DA51}" dt="2021-03-01T15:24:40.171" v="57" actId="20577"/>
          <ac:spMkLst>
            <pc:docMk/>
            <pc:sldMk cId="1990881570" sldId="257"/>
            <ac:spMk id="3" creationId="{00000000-0000-0000-0000-000000000000}"/>
          </ac:spMkLst>
        </pc:spChg>
      </pc:sldChg>
      <pc:sldChg chg="add">
        <pc:chgData name="Romain Rachenne" userId="d05ffb5d262588ec" providerId="LiveId" clId="{93D3D584-A0BE-4995-AC95-25191310DA51}" dt="2021-03-01T15:22:51.515" v="26"/>
        <pc:sldMkLst>
          <pc:docMk/>
          <pc:sldMk cId="4218402306" sldId="336"/>
        </pc:sldMkLst>
      </pc:sldChg>
      <pc:sldChg chg="delSp add setBg delDesignElem">
        <pc:chgData name="Romain Rachenne" userId="d05ffb5d262588ec" providerId="LiveId" clId="{93D3D584-A0BE-4995-AC95-25191310DA51}" dt="2021-03-01T15:19:55.355" v="24"/>
        <pc:sldMkLst>
          <pc:docMk/>
          <pc:sldMk cId="1094221756" sldId="337"/>
        </pc:sldMkLst>
        <pc:spChg chg="del">
          <ac:chgData name="Romain Rachenne" userId="d05ffb5d262588ec" providerId="LiveId" clId="{93D3D584-A0BE-4995-AC95-25191310DA51}" dt="2021-03-01T15:19:55.355" v="24"/>
          <ac:spMkLst>
            <pc:docMk/>
            <pc:sldMk cId="1094221756" sldId="337"/>
            <ac:spMk id="9" creationId="{4E4490D0-3672-446A-AC12-B4830333BDDD}"/>
          </ac:spMkLst>
        </pc:spChg>
        <pc:spChg chg="del">
          <ac:chgData name="Romain Rachenne" userId="d05ffb5d262588ec" providerId="LiveId" clId="{93D3D584-A0BE-4995-AC95-25191310DA51}" dt="2021-03-01T15:19:55.355" v="24"/>
          <ac:spMkLst>
            <pc:docMk/>
            <pc:sldMk cId="1094221756" sldId="337"/>
            <ac:spMk id="11" creationId="{39CB82C2-DF65-4EC1-8280-F201D50F570B}"/>
          </ac:spMkLst>
        </pc:spChg>
        <pc:spChg chg="del">
          <ac:chgData name="Romain Rachenne" userId="d05ffb5d262588ec" providerId="LiveId" clId="{93D3D584-A0BE-4995-AC95-25191310DA51}" dt="2021-03-01T15:19:55.355" v="24"/>
          <ac:spMkLst>
            <pc:docMk/>
            <pc:sldMk cId="1094221756" sldId="337"/>
            <ac:spMk id="15" creationId="{C4AAA502-5435-489E-9538-3A40E6C71461}"/>
          </ac:spMkLst>
        </pc:spChg>
        <pc:spChg chg="del">
          <ac:chgData name="Romain Rachenne" userId="d05ffb5d262588ec" providerId="LiveId" clId="{93D3D584-A0BE-4995-AC95-25191310DA51}" dt="2021-03-01T15:19:55.355" v="24"/>
          <ac:spMkLst>
            <pc:docMk/>
            <pc:sldMk cId="1094221756" sldId="337"/>
            <ac:spMk id="19" creationId="{DE42378B-2E28-4810-8421-7A473A40E376}"/>
          </ac:spMkLst>
        </pc:spChg>
        <pc:spChg chg="del">
          <ac:chgData name="Romain Rachenne" userId="d05ffb5d262588ec" providerId="LiveId" clId="{93D3D584-A0BE-4995-AC95-25191310DA51}" dt="2021-03-01T15:19:55.355" v="24"/>
          <ac:spMkLst>
            <pc:docMk/>
            <pc:sldMk cId="1094221756" sldId="337"/>
            <ac:spMk id="21" creationId="{0D91DD17-237F-4811-BC0E-128EB1BD7CFE}"/>
          </ac:spMkLst>
        </pc:spChg>
        <pc:cxnChg chg="del">
          <ac:chgData name="Romain Rachenne" userId="d05ffb5d262588ec" providerId="LiveId" clId="{93D3D584-A0BE-4995-AC95-25191310DA51}" dt="2021-03-01T15:19:55.355" v="24"/>
          <ac:cxnSpMkLst>
            <pc:docMk/>
            <pc:sldMk cId="1094221756" sldId="337"/>
            <ac:cxnSpMk id="13" creationId="{7E1D4427-852B-4B37-8E76-0E9F1810BA2A}"/>
          </ac:cxnSpMkLst>
        </pc:cxnChg>
        <pc:cxnChg chg="del">
          <ac:chgData name="Romain Rachenne" userId="d05ffb5d262588ec" providerId="LiveId" clId="{93D3D584-A0BE-4995-AC95-25191310DA51}" dt="2021-03-01T15:19:55.355" v="24"/>
          <ac:cxnSpMkLst>
            <pc:docMk/>
            <pc:sldMk cId="1094221756" sldId="337"/>
            <ac:cxnSpMk id="17" creationId="{C9AC0290-4702-4519-B0F4-C2A46880997B}"/>
          </ac:cxnSpMkLst>
        </pc:cxnChg>
      </pc:sldChg>
      <pc:sldChg chg="delSp add setBg delDesignElem">
        <pc:chgData name="Romain Rachenne" userId="d05ffb5d262588ec" providerId="LiveId" clId="{93D3D584-A0BE-4995-AC95-25191310DA51}" dt="2021-03-01T15:23:16.352" v="28"/>
        <pc:sldMkLst>
          <pc:docMk/>
          <pc:sldMk cId="1940688543" sldId="339"/>
        </pc:sldMkLst>
        <pc:spChg chg="del">
          <ac:chgData name="Romain Rachenne" userId="d05ffb5d262588ec" providerId="LiveId" clId="{93D3D584-A0BE-4995-AC95-25191310DA51}" dt="2021-03-01T15:23:16.352" v="28"/>
          <ac:spMkLst>
            <pc:docMk/>
            <pc:sldMk cId="1940688543" sldId="339"/>
            <ac:spMk id="9" creationId="{25C8D2C1-DA83-420D-9635-D52CE066B5DA}"/>
          </ac:spMkLst>
        </pc:spChg>
        <pc:spChg chg="del">
          <ac:chgData name="Romain Rachenne" userId="d05ffb5d262588ec" providerId="LiveId" clId="{93D3D584-A0BE-4995-AC95-25191310DA51}" dt="2021-03-01T15:23:16.352" v="28"/>
          <ac:spMkLst>
            <pc:docMk/>
            <pc:sldMk cId="1940688543" sldId="339"/>
            <ac:spMk id="11" creationId="{434F74C9-6A0B-409E-AD1C-45B58BE91BB8}"/>
          </ac:spMkLst>
        </pc:spChg>
        <pc:spChg chg="del">
          <ac:chgData name="Romain Rachenne" userId="d05ffb5d262588ec" providerId="LiveId" clId="{93D3D584-A0BE-4995-AC95-25191310DA51}" dt="2021-03-01T15:23:16.352" v="28"/>
          <ac:spMkLst>
            <pc:docMk/>
            <pc:sldMk cId="1940688543" sldId="339"/>
            <ac:spMk id="15" creationId="{BE268116-E2A7-4F98-8812-192B4975E49B}"/>
          </ac:spMkLst>
        </pc:spChg>
        <pc:spChg chg="del">
          <ac:chgData name="Romain Rachenne" userId="d05ffb5d262588ec" providerId="LiveId" clId="{93D3D584-A0BE-4995-AC95-25191310DA51}" dt="2021-03-01T15:23:16.352" v="28"/>
          <ac:spMkLst>
            <pc:docMk/>
            <pc:sldMk cId="1940688543" sldId="339"/>
            <ac:spMk id="19" creationId="{FBEFFA83-BC6D-4CD2-A2BA-98AD67423BF2}"/>
          </ac:spMkLst>
        </pc:spChg>
        <pc:spChg chg="del">
          <ac:chgData name="Romain Rachenne" userId="d05ffb5d262588ec" providerId="LiveId" clId="{93D3D584-A0BE-4995-AC95-25191310DA51}" dt="2021-03-01T15:23:16.352" v="28"/>
          <ac:spMkLst>
            <pc:docMk/>
            <pc:sldMk cId="1940688543" sldId="339"/>
            <ac:spMk id="21" creationId="{AB5696BF-D495-4CAC-AA8A-4EBFF2C32A55}"/>
          </ac:spMkLst>
        </pc:spChg>
        <pc:cxnChg chg="del">
          <ac:chgData name="Romain Rachenne" userId="d05ffb5d262588ec" providerId="LiveId" clId="{93D3D584-A0BE-4995-AC95-25191310DA51}" dt="2021-03-01T15:23:16.352" v="28"/>
          <ac:cxnSpMkLst>
            <pc:docMk/>
            <pc:sldMk cId="1940688543" sldId="339"/>
            <ac:cxnSpMk id="13" creationId="{F5486A9D-1265-4B57-91E6-68E666B978BC}"/>
          </ac:cxnSpMkLst>
        </pc:cxnChg>
        <pc:cxnChg chg="del">
          <ac:chgData name="Romain Rachenne" userId="d05ffb5d262588ec" providerId="LiveId" clId="{93D3D584-A0BE-4995-AC95-25191310DA51}" dt="2021-03-01T15:23:16.352" v="28"/>
          <ac:cxnSpMkLst>
            <pc:docMk/>
            <pc:sldMk cId="1940688543" sldId="339"/>
            <ac:cxnSpMk id="17" creationId="{73D8893D-DEBE-4F67-901F-166F75E9C6E7}"/>
          </ac:cxnSpMkLst>
        </pc:cxnChg>
      </pc:sldChg>
      <pc:sldChg chg="add">
        <pc:chgData name="Romain Rachenne" userId="d05ffb5d262588ec" providerId="LiveId" clId="{93D3D584-A0BE-4995-AC95-25191310DA51}" dt="2021-03-01T15:23:32.662" v="30"/>
        <pc:sldMkLst>
          <pc:docMk/>
          <pc:sldMk cId="3438533334" sldId="340"/>
        </pc:sldMkLst>
      </pc:sldChg>
      <pc:sldChg chg="add">
        <pc:chgData name="Romain Rachenne" userId="d05ffb5d262588ec" providerId="LiveId" clId="{93D3D584-A0BE-4995-AC95-25191310DA51}" dt="2021-03-01T15:23:44.414" v="32"/>
        <pc:sldMkLst>
          <pc:docMk/>
          <pc:sldMk cId="3378119788" sldId="341"/>
        </pc:sldMkLst>
      </pc:sldChg>
      <pc:sldChg chg="modSp add mod">
        <pc:chgData name="Romain Rachenne" userId="d05ffb5d262588ec" providerId="LiveId" clId="{93D3D584-A0BE-4995-AC95-25191310DA51}" dt="2021-03-03T13:43:32.500" v="121" actId="1076"/>
        <pc:sldMkLst>
          <pc:docMk/>
          <pc:sldMk cId="1721869663" sldId="342"/>
        </pc:sldMkLst>
        <pc:picChg chg="mod">
          <ac:chgData name="Romain Rachenne" userId="d05ffb5d262588ec" providerId="LiveId" clId="{93D3D584-A0BE-4995-AC95-25191310DA51}" dt="2021-03-03T13:43:32.500" v="121" actId="1076"/>
          <ac:picMkLst>
            <pc:docMk/>
            <pc:sldMk cId="1721869663" sldId="342"/>
            <ac:picMk id="9" creationId="{4FA760F7-6823-4651-BDD6-0A77F250EF2F}"/>
          </ac:picMkLst>
        </pc:picChg>
      </pc:sldChg>
      <pc:sldChg chg="add">
        <pc:chgData name="Romain Rachenne" userId="d05ffb5d262588ec" providerId="LiveId" clId="{93D3D584-A0BE-4995-AC95-25191310DA51}" dt="2021-03-01T15:23:36.593" v="31"/>
        <pc:sldMkLst>
          <pc:docMk/>
          <pc:sldMk cId="2797629564" sldId="343"/>
        </pc:sldMkLst>
      </pc:sldChg>
      <pc:sldChg chg="add">
        <pc:chgData name="Romain Rachenne" userId="d05ffb5d262588ec" providerId="LiveId" clId="{93D3D584-A0BE-4995-AC95-25191310DA51}" dt="2021-03-01T15:19:59.369" v="25"/>
        <pc:sldMkLst>
          <pc:docMk/>
          <pc:sldMk cId="2214586299" sldId="345"/>
        </pc:sldMkLst>
      </pc:sldChg>
      <pc:sldChg chg="add">
        <pc:chgData name="Romain Rachenne" userId="d05ffb5d262588ec" providerId="LiveId" clId="{93D3D584-A0BE-4995-AC95-25191310DA51}" dt="2021-03-01T15:23:48.092" v="33"/>
        <pc:sldMkLst>
          <pc:docMk/>
          <pc:sldMk cId="497573899" sldId="346"/>
        </pc:sldMkLst>
      </pc:sldChg>
      <pc:sldChg chg="add">
        <pc:chgData name="Romain Rachenne" userId="d05ffb5d262588ec" providerId="LiveId" clId="{93D3D584-A0BE-4995-AC95-25191310DA51}" dt="2021-03-01T15:23:58.548" v="34"/>
        <pc:sldMkLst>
          <pc:docMk/>
          <pc:sldMk cId="266525549" sldId="347"/>
        </pc:sldMkLst>
      </pc:sldChg>
      <pc:sldChg chg="add">
        <pc:chgData name="Romain Rachenne" userId="d05ffb5d262588ec" providerId="LiveId" clId="{93D3D584-A0BE-4995-AC95-25191310DA51}" dt="2021-03-01T15:24:11.674" v="35"/>
        <pc:sldMkLst>
          <pc:docMk/>
          <pc:sldMk cId="4261830513" sldId="348"/>
        </pc:sldMkLst>
      </pc:sldChg>
      <pc:sldChg chg="ord">
        <pc:chgData name="Romain Rachenne" userId="d05ffb5d262588ec" providerId="LiveId" clId="{93D3D584-A0BE-4995-AC95-25191310DA51}" dt="2021-03-03T13:38:10.205" v="117"/>
        <pc:sldMkLst>
          <pc:docMk/>
          <pc:sldMk cId="2818825844" sldId="358"/>
        </pc:sldMkLst>
      </pc:sldChg>
      <pc:sldChg chg="ord">
        <pc:chgData name="Romain Rachenne" userId="d05ffb5d262588ec" providerId="LiveId" clId="{93D3D584-A0BE-4995-AC95-25191310DA51}" dt="2021-03-03T13:38:09.034" v="115"/>
        <pc:sldMkLst>
          <pc:docMk/>
          <pc:sldMk cId="1482809837" sldId="359"/>
        </pc:sldMkLst>
      </pc:sldChg>
      <pc:sldChg chg="del">
        <pc:chgData name="Romain Rachenne" userId="d05ffb5d262588ec" providerId="LiveId" clId="{93D3D584-A0BE-4995-AC95-25191310DA51}" dt="2021-03-01T15:19:44.483" v="14" actId="47"/>
        <pc:sldMkLst>
          <pc:docMk/>
          <pc:sldMk cId="1689278221" sldId="360"/>
        </pc:sldMkLst>
      </pc:sldChg>
      <pc:sldChg chg="del">
        <pc:chgData name="Romain Rachenne" userId="d05ffb5d262588ec" providerId="LiveId" clId="{93D3D584-A0BE-4995-AC95-25191310DA51}" dt="2021-03-01T15:19:44.887" v="15" actId="47"/>
        <pc:sldMkLst>
          <pc:docMk/>
          <pc:sldMk cId="898625174" sldId="362"/>
        </pc:sldMkLst>
      </pc:sldChg>
      <pc:sldChg chg="modSp mod">
        <pc:chgData name="Romain Rachenne" userId="d05ffb5d262588ec" providerId="LiveId" clId="{93D3D584-A0BE-4995-AC95-25191310DA51}" dt="2021-03-03T10:14:04.095" v="68" actId="20577"/>
        <pc:sldMkLst>
          <pc:docMk/>
          <pc:sldMk cId="414093608" sldId="374"/>
        </pc:sldMkLst>
        <pc:spChg chg="mod">
          <ac:chgData name="Romain Rachenne" userId="d05ffb5d262588ec" providerId="LiveId" clId="{93D3D584-A0BE-4995-AC95-25191310DA51}" dt="2021-03-03T10:13:59.125" v="64" actId="20577"/>
          <ac:spMkLst>
            <pc:docMk/>
            <pc:sldMk cId="414093608" sldId="374"/>
            <ac:spMk id="2" creationId="{17420C68-16B9-49C7-B77F-DAF8504AF20C}"/>
          </ac:spMkLst>
        </pc:spChg>
        <pc:spChg chg="mod">
          <ac:chgData name="Romain Rachenne" userId="d05ffb5d262588ec" providerId="LiveId" clId="{93D3D584-A0BE-4995-AC95-25191310DA51}" dt="2021-03-03T10:14:04.095" v="68" actId="20577"/>
          <ac:spMkLst>
            <pc:docMk/>
            <pc:sldMk cId="414093608" sldId="374"/>
            <ac:spMk id="3" creationId="{CB7A3A9F-ABAE-4B16-AEEA-58B514D83E4D}"/>
          </ac:spMkLst>
        </pc:spChg>
      </pc:sldChg>
      <pc:sldChg chg="del">
        <pc:chgData name="Romain Rachenne" userId="d05ffb5d262588ec" providerId="LiveId" clId="{93D3D584-A0BE-4995-AC95-25191310DA51}" dt="2021-03-01T15:19:45.904" v="17" actId="47"/>
        <pc:sldMkLst>
          <pc:docMk/>
          <pc:sldMk cId="21370376" sldId="378"/>
        </pc:sldMkLst>
      </pc:sldChg>
      <pc:sldChg chg="del">
        <pc:chgData name="Romain Rachenne" userId="d05ffb5d262588ec" providerId="LiveId" clId="{93D3D584-A0BE-4995-AC95-25191310DA51}" dt="2021-03-01T15:19:29.525" v="0" actId="47"/>
        <pc:sldMkLst>
          <pc:docMk/>
          <pc:sldMk cId="3195850267" sldId="379"/>
        </pc:sldMkLst>
      </pc:sldChg>
      <pc:sldChg chg="del">
        <pc:chgData name="Romain Rachenne" userId="d05ffb5d262588ec" providerId="LiveId" clId="{93D3D584-A0BE-4995-AC95-25191310DA51}" dt="2021-03-01T15:19:43.279" v="11" actId="47"/>
        <pc:sldMkLst>
          <pc:docMk/>
          <pc:sldMk cId="4057165833" sldId="380"/>
        </pc:sldMkLst>
      </pc:sldChg>
      <pc:sldChg chg="del">
        <pc:chgData name="Romain Rachenne" userId="d05ffb5d262588ec" providerId="LiveId" clId="{93D3D584-A0BE-4995-AC95-25191310DA51}" dt="2021-03-01T15:19:43.753" v="12" actId="47"/>
        <pc:sldMkLst>
          <pc:docMk/>
          <pc:sldMk cId="2086493958" sldId="381"/>
        </pc:sldMkLst>
      </pc:sldChg>
      <pc:sldChg chg="del">
        <pc:chgData name="Romain Rachenne" userId="d05ffb5d262588ec" providerId="LiveId" clId="{93D3D584-A0BE-4995-AC95-25191310DA51}" dt="2021-03-01T15:19:30.656" v="2" actId="47"/>
        <pc:sldMkLst>
          <pc:docMk/>
          <pc:sldMk cId="1268697176" sldId="382"/>
        </pc:sldMkLst>
      </pc:sldChg>
      <pc:sldChg chg="del">
        <pc:chgData name="Romain Rachenne" userId="d05ffb5d262588ec" providerId="LiveId" clId="{93D3D584-A0BE-4995-AC95-25191310DA51}" dt="2021-03-01T15:19:31.116" v="3" actId="47"/>
        <pc:sldMkLst>
          <pc:docMk/>
          <pc:sldMk cId="4066209132" sldId="383"/>
        </pc:sldMkLst>
      </pc:sldChg>
      <pc:sldChg chg="del">
        <pc:chgData name="Romain Rachenne" userId="d05ffb5d262588ec" providerId="LiveId" clId="{93D3D584-A0BE-4995-AC95-25191310DA51}" dt="2021-03-01T15:19:31.653" v="5" actId="47"/>
        <pc:sldMkLst>
          <pc:docMk/>
          <pc:sldMk cId="2761114740" sldId="384"/>
        </pc:sldMkLst>
      </pc:sldChg>
      <pc:sldChg chg="del">
        <pc:chgData name="Romain Rachenne" userId="d05ffb5d262588ec" providerId="LiveId" clId="{93D3D584-A0BE-4995-AC95-25191310DA51}" dt="2021-03-01T15:19:45.294" v="16" actId="47"/>
        <pc:sldMkLst>
          <pc:docMk/>
          <pc:sldMk cId="3092180924" sldId="386"/>
        </pc:sldMkLst>
      </pc:sldChg>
      <pc:sldChg chg="add del ord">
        <pc:chgData name="Romain Rachenne" userId="d05ffb5d262588ec" providerId="LiveId" clId="{93D3D584-A0BE-4995-AC95-25191310DA51}" dt="2021-03-01T15:19:36.115" v="9"/>
        <pc:sldMkLst>
          <pc:docMk/>
          <pc:sldMk cId="2116068855" sldId="387"/>
        </pc:sldMkLst>
      </pc:sldChg>
      <pc:sldChg chg="del">
        <pc:chgData name="Romain Rachenne" userId="d05ffb5d262588ec" providerId="LiveId" clId="{93D3D584-A0BE-4995-AC95-25191310DA51}" dt="2021-03-01T15:19:44.167" v="13" actId="47"/>
        <pc:sldMkLst>
          <pc:docMk/>
          <pc:sldMk cId="2316451530" sldId="388"/>
        </pc:sldMkLst>
      </pc:sldChg>
      <pc:sldChg chg="del">
        <pc:chgData name="Romain Rachenne" userId="d05ffb5d262588ec" providerId="LiveId" clId="{93D3D584-A0BE-4995-AC95-25191310DA51}" dt="2021-03-01T15:19:30.071" v="1" actId="47"/>
        <pc:sldMkLst>
          <pc:docMk/>
          <pc:sldMk cId="1324938259" sldId="389"/>
        </pc:sldMkLst>
      </pc:sldChg>
      <pc:sldChg chg="del">
        <pc:chgData name="Romain Rachenne" userId="d05ffb5d262588ec" providerId="LiveId" clId="{93D3D584-A0BE-4995-AC95-25191310DA51}" dt="2021-03-01T15:19:31.441" v="4" actId="47"/>
        <pc:sldMkLst>
          <pc:docMk/>
          <pc:sldMk cId="3752600493" sldId="390"/>
        </pc:sldMkLst>
      </pc:sldChg>
      <pc:sldChg chg="del">
        <pc:chgData name="Romain Rachenne" userId="d05ffb5d262588ec" providerId="LiveId" clId="{93D3D584-A0BE-4995-AC95-25191310DA51}" dt="2021-03-01T15:19:42.449" v="10" actId="47"/>
        <pc:sldMkLst>
          <pc:docMk/>
          <pc:sldMk cId="4017939672" sldId="392"/>
        </pc:sldMkLst>
      </pc:sldChg>
      <pc:sldChg chg="del">
        <pc:chgData name="Romain Rachenne" userId="d05ffb5d262588ec" providerId="LiveId" clId="{93D3D584-A0BE-4995-AC95-25191310DA51}" dt="2021-03-01T15:19:47.486" v="18" actId="47"/>
        <pc:sldMkLst>
          <pc:docMk/>
          <pc:sldMk cId="2581461511" sldId="393"/>
        </pc:sldMkLst>
      </pc:sldChg>
      <pc:sldChg chg="add del ord">
        <pc:chgData name="Romain Rachenne" userId="d05ffb5d262588ec" providerId="LiveId" clId="{93D3D584-A0BE-4995-AC95-25191310DA51}" dt="2021-03-01T15:19:50.827" v="22"/>
        <pc:sldMkLst>
          <pc:docMk/>
          <pc:sldMk cId="3639465436" sldId="394"/>
        </pc:sldMkLst>
      </pc:sldChg>
      <pc:sldChg chg="modSp mod">
        <pc:chgData name="Romain Rachenne" userId="d05ffb5d262588ec" providerId="LiveId" clId="{93D3D584-A0BE-4995-AC95-25191310DA51}" dt="2021-03-03T13:44:23.318" v="122" actId="20577"/>
        <pc:sldMkLst>
          <pc:docMk/>
          <pc:sldMk cId="4260257819" sldId="407"/>
        </pc:sldMkLst>
        <pc:graphicFrameChg chg="modGraphic">
          <ac:chgData name="Romain Rachenne" userId="d05ffb5d262588ec" providerId="LiveId" clId="{93D3D584-A0BE-4995-AC95-25191310DA51}" dt="2021-03-03T13:44:23.318" v="122" actId="20577"/>
          <ac:graphicFrameMkLst>
            <pc:docMk/>
            <pc:sldMk cId="4260257819" sldId="407"/>
            <ac:graphicFrameMk id="4" creationId="{88C5C42F-DA9E-42F1-8772-3991F70F8E58}"/>
          </ac:graphicFrameMkLst>
        </pc:graphicFrameChg>
      </pc:sldChg>
      <pc:sldChg chg="modSp mod">
        <pc:chgData name="Romain Rachenne" userId="d05ffb5d262588ec" providerId="LiveId" clId="{93D3D584-A0BE-4995-AC95-25191310DA51}" dt="2021-03-03T13:49:29.731" v="124" actId="1076"/>
        <pc:sldMkLst>
          <pc:docMk/>
          <pc:sldMk cId="1021568258" sldId="414"/>
        </pc:sldMkLst>
        <pc:picChg chg="mod">
          <ac:chgData name="Romain Rachenne" userId="d05ffb5d262588ec" providerId="LiveId" clId="{93D3D584-A0BE-4995-AC95-25191310DA51}" dt="2021-03-03T13:49:29.731" v="124" actId="1076"/>
          <ac:picMkLst>
            <pc:docMk/>
            <pc:sldMk cId="1021568258" sldId="414"/>
            <ac:picMk id="9" creationId="{47287723-A768-4E00-9C70-0E2F8ABEB903}"/>
          </ac:picMkLst>
        </pc:picChg>
      </pc:sldChg>
      <pc:sldChg chg="modSp mod">
        <pc:chgData name="Romain Rachenne" userId="d05ffb5d262588ec" providerId="LiveId" clId="{93D3D584-A0BE-4995-AC95-25191310DA51}" dt="2021-03-03T13:49:48.160" v="126" actId="1076"/>
        <pc:sldMkLst>
          <pc:docMk/>
          <pc:sldMk cId="926219172" sldId="415"/>
        </pc:sldMkLst>
        <pc:picChg chg="mod">
          <ac:chgData name="Romain Rachenne" userId="d05ffb5d262588ec" providerId="LiveId" clId="{93D3D584-A0BE-4995-AC95-25191310DA51}" dt="2021-03-03T13:49:48.160" v="126" actId="1076"/>
          <ac:picMkLst>
            <pc:docMk/>
            <pc:sldMk cId="926219172" sldId="415"/>
            <ac:picMk id="5" creationId="{17A62FE2-9C92-4A1D-BB89-AD2A5543F01D}"/>
          </ac:picMkLst>
        </pc:picChg>
      </pc:sldChg>
      <pc:sldChg chg="modSp mod">
        <pc:chgData name="Romain Rachenne" userId="d05ffb5d262588ec" providerId="LiveId" clId="{93D3D584-A0BE-4995-AC95-25191310DA51}" dt="2021-03-03T10:13:50.130" v="62" actId="20577"/>
        <pc:sldMkLst>
          <pc:docMk/>
          <pc:sldMk cId="3932310854" sldId="417"/>
        </pc:sldMkLst>
        <pc:spChg chg="mod">
          <ac:chgData name="Romain Rachenne" userId="d05ffb5d262588ec" providerId="LiveId" clId="{93D3D584-A0BE-4995-AC95-25191310DA51}" dt="2021-03-03T10:13:47.925" v="61" actId="20577"/>
          <ac:spMkLst>
            <pc:docMk/>
            <pc:sldMk cId="3932310854" sldId="417"/>
            <ac:spMk id="2" creationId="{17420C68-16B9-49C7-B77F-DAF8504AF20C}"/>
          </ac:spMkLst>
        </pc:spChg>
        <pc:spChg chg="mod">
          <ac:chgData name="Romain Rachenne" userId="d05ffb5d262588ec" providerId="LiveId" clId="{93D3D584-A0BE-4995-AC95-25191310DA51}" dt="2021-03-03T10:13:50.130" v="62" actId="20577"/>
          <ac:spMkLst>
            <pc:docMk/>
            <pc:sldMk cId="3932310854" sldId="417"/>
            <ac:spMk id="3" creationId="{CB7A3A9F-ABAE-4B16-AEEA-58B514D83E4D}"/>
          </ac:spMkLst>
        </pc:spChg>
      </pc:sldChg>
      <pc:sldChg chg="modSp mod">
        <pc:chgData name="Romain Rachenne" userId="d05ffb5d262588ec" providerId="LiveId" clId="{93D3D584-A0BE-4995-AC95-25191310DA51}" dt="2021-03-03T10:13:44.522" v="59" actId="20577"/>
        <pc:sldMkLst>
          <pc:docMk/>
          <pc:sldMk cId="4267643501" sldId="418"/>
        </pc:sldMkLst>
        <pc:spChg chg="mod">
          <ac:chgData name="Romain Rachenne" userId="d05ffb5d262588ec" providerId="LiveId" clId="{93D3D584-A0BE-4995-AC95-25191310DA51}" dt="2021-03-03T10:13:44.522" v="59" actId="20577"/>
          <ac:spMkLst>
            <pc:docMk/>
            <pc:sldMk cId="4267643501" sldId="418"/>
            <ac:spMk id="2" creationId="{17420C68-16B9-49C7-B77F-DAF8504AF20C}"/>
          </ac:spMkLst>
        </pc:spChg>
      </pc:sldChg>
      <pc:sldChg chg="modSp mod">
        <pc:chgData name="Romain Rachenne" userId="d05ffb5d262588ec" providerId="LiveId" clId="{93D3D584-A0BE-4995-AC95-25191310DA51}" dt="2021-03-03T10:24:27.977" v="105" actId="20577"/>
        <pc:sldMkLst>
          <pc:docMk/>
          <pc:sldMk cId="34592936" sldId="419"/>
        </pc:sldMkLst>
        <pc:spChg chg="mod">
          <ac:chgData name="Romain Rachenne" userId="d05ffb5d262588ec" providerId="LiveId" clId="{93D3D584-A0BE-4995-AC95-25191310DA51}" dt="2021-03-03T10:23:22.851" v="70" actId="20577"/>
          <ac:spMkLst>
            <pc:docMk/>
            <pc:sldMk cId="34592936" sldId="419"/>
            <ac:spMk id="2" creationId="{17420C68-16B9-49C7-B77F-DAF8504AF20C}"/>
          </ac:spMkLst>
        </pc:spChg>
        <pc:spChg chg="mod">
          <ac:chgData name="Romain Rachenne" userId="d05ffb5d262588ec" providerId="LiveId" clId="{93D3D584-A0BE-4995-AC95-25191310DA51}" dt="2021-03-03T10:24:27.977" v="105" actId="20577"/>
          <ac:spMkLst>
            <pc:docMk/>
            <pc:sldMk cId="34592936" sldId="419"/>
            <ac:spMk id="3" creationId="{CB7A3A9F-ABAE-4B16-AEEA-58B514D83E4D}"/>
          </ac:spMkLst>
        </pc:spChg>
      </pc:sldChg>
      <pc:sldChg chg="modSp mod">
        <pc:chgData name="Romain Rachenne" userId="d05ffb5d262588ec" providerId="LiveId" clId="{93D3D584-A0BE-4995-AC95-25191310DA51}" dt="2021-03-03T10:25:27.186" v="113" actId="20577"/>
        <pc:sldMkLst>
          <pc:docMk/>
          <pc:sldMk cId="1209425027" sldId="420"/>
        </pc:sldMkLst>
        <pc:spChg chg="mod">
          <ac:chgData name="Romain Rachenne" userId="d05ffb5d262588ec" providerId="LiveId" clId="{93D3D584-A0BE-4995-AC95-25191310DA51}" dt="2021-03-03T10:25:27.186" v="113" actId="20577"/>
          <ac:spMkLst>
            <pc:docMk/>
            <pc:sldMk cId="1209425027" sldId="420"/>
            <ac:spMk id="2" creationId="{4EEC43F7-62BB-4D24-A858-81B322CD1857}"/>
          </ac:spMkLst>
        </pc:spChg>
      </pc:sldChg>
    </pc:docChg>
  </pc:docChgLst>
  <pc:docChgLst>
    <pc:chgData name="Romain Rachenne" userId="d05ffb5d262588ec" providerId="LiveId" clId="{FF77A0A4-3F06-49B9-B190-CE61B7B99AB3}"/>
    <pc:docChg chg="undo custSel addSld delSld modSld sldOrd">
      <pc:chgData name="Romain Rachenne" userId="d05ffb5d262588ec" providerId="LiveId" clId="{FF77A0A4-3F06-49B9-B190-CE61B7B99AB3}" dt="2021-03-03T05:32:19.367" v="2376"/>
      <pc:docMkLst>
        <pc:docMk/>
      </pc:docMkLst>
      <pc:sldChg chg="addSp delSp modSp mod">
        <pc:chgData name="Romain Rachenne" userId="d05ffb5d262588ec" providerId="LiveId" clId="{FF77A0A4-3F06-49B9-B190-CE61B7B99AB3}" dt="2021-03-03T05:29:48.198" v="2323"/>
        <pc:sldMkLst>
          <pc:docMk/>
          <pc:sldMk cId="4218402306" sldId="336"/>
        </pc:sldMkLst>
        <pc:spChg chg="mod">
          <ac:chgData name="Romain Rachenne" userId="d05ffb5d262588ec" providerId="LiveId" clId="{FF77A0A4-3F06-49B9-B190-CE61B7B99AB3}" dt="2021-03-02T18:24:21.440" v="55" actId="13926"/>
          <ac:spMkLst>
            <pc:docMk/>
            <pc:sldMk cId="4218402306" sldId="336"/>
            <ac:spMk id="2" creationId="{32FDE881-F651-48F4-AAD4-80759D55B491}"/>
          </ac:spMkLst>
        </pc:spChg>
        <pc:spChg chg="del">
          <ac:chgData name="Romain Rachenne" userId="d05ffb5d262588ec" providerId="LiveId" clId="{FF77A0A4-3F06-49B9-B190-CE61B7B99AB3}" dt="2021-03-02T18:23:54.055" v="50" actId="478"/>
          <ac:spMkLst>
            <pc:docMk/>
            <pc:sldMk cId="4218402306" sldId="336"/>
            <ac:spMk id="4" creationId="{B7B3F1A8-80D1-43E5-AD22-C0967A6C15A6}"/>
          </ac:spMkLst>
        </pc:spChg>
        <pc:spChg chg="add del mod">
          <ac:chgData name="Romain Rachenne" userId="d05ffb5d262588ec" providerId="LiveId" clId="{FF77A0A4-3F06-49B9-B190-CE61B7B99AB3}" dt="2021-03-02T18:23:43.405" v="26" actId="478"/>
          <ac:spMkLst>
            <pc:docMk/>
            <pc:sldMk cId="4218402306" sldId="336"/>
            <ac:spMk id="8" creationId="{F8395D65-D8DB-4A2B-8886-74BE29625461}"/>
          </ac:spMkLst>
        </pc:spChg>
        <pc:spChg chg="add del mod">
          <ac:chgData name="Romain Rachenne" userId="d05ffb5d262588ec" providerId="LiveId" clId="{FF77A0A4-3F06-49B9-B190-CE61B7B99AB3}" dt="2021-03-02T18:23:56.157" v="51" actId="478"/>
          <ac:spMkLst>
            <pc:docMk/>
            <pc:sldMk cId="4218402306" sldId="336"/>
            <ac:spMk id="12" creationId="{60410A70-8414-47FA-8939-A9D4A8B767A0}"/>
          </ac:spMkLst>
        </pc:spChg>
        <pc:picChg chg="del">
          <ac:chgData name="Romain Rachenne" userId="d05ffb5d262588ec" providerId="LiveId" clId="{FF77A0A4-3F06-49B9-B190-CE61B7B99AB3}" dt="2021-03-02T18:23:40.312" v="24" actId="478"/>
          <ac:picMkLst>
            <pc:docMk/>
            <pc:sldMk cId="4218402306" sldId="336"/>
            <ac:picMk id="5" creationId="{C5614A15-F08B-4FF9-81A6-789CAAF15E77}"/>
          </ac:picMkLst>
        </pc:picChg>
        <pc:picChg chg="add mod">
          <ac:chgData name="Romain Rachenne" userId="d05ffb5d262588ec" providerId="LiveId" clId="{FF77A0A4-3F06-49B9-B190-CE61B7B99AB3}" dt="2021-03-03T05:27:27.861" v="2251"/>
          <ac:picMkLst>
            <pc:docMk/>
            <pc:sldMk cId="4218402306" sldId="336"/>
            <ac:picMk id="6" creationId="{136753DD-8889-464F-8666-D5861822F9E4}"/>
          </ac:picMkLst>
        </pc:picChg>
        <pc:picChg chg="del">
          <ac:chgData name="Romain Rachenne" userId="d05ffb5d262588ec" providerId="LiveId" clId="{FF77A0A4-3F06-49B9-B190-CE61B7B99AB3}" dt="2021-03-02T18:24:18.282" v="54" actId="478"/>
          <ac:picMkLst>
            <pc:docMk/>
            <pc:sldMk cId="4218402306" sldId="336"/>
            <ac:picMk id="6" creationId="{EF493487-7F6B-4E11-AE60-509E5590D9B7}"/>
          </ac:picMkLst>
        </pc:picChg>
        <pc:picChg chg="add mod">
          <ac:chgData name="Romain Rachenne" userId="d05ffb5d262588ec" providerId="LiveId" clId="{FF77A0A4-3F06-49B9-B190-CE61B7B99AB3}" dt="2021-03-03T05:29:05.046" v="2309"/>
          <ac:picMkLst>
            <pc:docMk/>
            <pc:sldMk cId="4218402306" sldId="336"/>
            <ac:picMk id="7" creationId="{1481BF44-CC8B-4D34-853F-E1BCAE884A33}"/>
          </ac:picMkLst>
        </pc:picChg>
        <pc:picChg chg="del">
          <ac:chgData name="Romain Rachenne" userId="d05ffb5d262588ec" providerId="LiveId" clId="{FF77A0A4-3F06-49B9-B190-CE61B7B99AB3}" dt="2021-03-02T18:24:17.804" v="53" actId="478"/>
          <ac:picMkLst>
            <pc:docMk/>
            <pc:sldMk cId="4218402306" sldId="336"/>
            <ac:picMk id="7" creationId="{B04A7BE6-1193-4044-9AB6-38437F0D472E}"/>
          </ac:picMkLst>
        </pc:picChg>
        <pc:picChg chg="add mod">
          <ac:chgData name="Romain Rachenne" userId="d05ffb5d262588ec" providerId="LiveId" clId="{FF77A0A4-3F06-49B9-B190-CE61B7B99AB3}" dt="2021-03-03T05:29:48.198" v="2323"/>
          <ac:picMkLst>
            <pc:docMk/>
            <pc:sldMk cId="4218402306" sldId="336"/>
            <ac:picMk id="8" creationId="{77E93DE1-C7AA-492C-82E1-6375DE722315}"/>
          </ac:picMkLst>
        </pc:picChg>
        <pc:picChg chg="add mod">
          <ac:chgData name="Romain Rachenne" userId="d05ffb5d262588ec" providerId="LiveId" clId="{FF77A0A4-3F06-49B9-B190-CE61B7B99AB3}" dt="2021-03-02T18:25:04.913" v="64" actId="1076"/>
          <ac:picMkLst>
            <pc:docMk/>
            <pc:sldMk cId="4218402306" sldId="336"/>
            <ac:picMk id="10" creationId="{B5B4E70F-0C87-41DC-BCAB-67BFF42E17D2}"/>
          </ac:picMkLst>
        </pc:picChg>
        <pc:picChg chg="add mod">
          <ac:chgData name="Romain Rachenne" userId="d05ffb5d262588ec" providerId="LiveId" clId="{FF77A0A4-3F06-49B9-B190-CE61B7B99AB3}" dt="2021-03-02T18:25:06.433" v="65" actId="1076"/>
          <ac:picMkLst>
            <pc:docMk/>
            <pc:sldMk cId="4218402306" sldId="336"/>
            <ac:picMk id="14" creationId="{05DFD162-5117-496A-8796-4EE7B5936159}"/>
          </ac:picMkLst>
        </pc:picChg>
        <pc:picChg chg="add mod">
          <ac:chgData name="Romain Rachenne" userId="d05ffb5d262588ec" providerId="LiveId" clId="{FF77A0A4-3F06-49B9-B190-CE61B7B99AB3}" dt="2021-03-02T18:25:08.234" v="66" actId="1076"/>
          <ac:picMkLst>
            <pc:docMk/>
            <pc:sldMk cId="4218402306" sldId="336"/>
            <ac:picMk id="16" creationId="{FB7DEE2B-B102-48B3-A325-41934ACE02F0}"/>
          </ac:picMkLst>
        </pc:picChg>
      </pc:sldChg>
      <pc:sldChg chg="addSp modSp">
        <pc:chgData name="Romain Rachenne" userId="d05ffb5d262588ec" providerId="LiveId" clId="{FF77A0A4-3F06-49B9-B190-CE61B7B99AB3}" dt="2021-03-03T05:29:13.598" v="2313"/>
        <pc:sldMkLst>
          <pc:docMk/>
          <pc:sldMk cId="1094221756" sldId="337"/>
        </pc:sldMkLst>
        <pc:picChg chg="add mod">
          <ac:chgData name="Romain Rachenne" userId="d05ffb5d262588ec" providerId="LiveId" clId="{FF77A0A4-3F06-49B9-B190-CE61B7B99AB3}" dt="2021-03-03T05:29:13.598" v="2313"/>
          <ac:picMkLst>
            <pc:docMk/>
            <pc:sldMk cId="1094221756" sldId="337"/>
            <ac:picMk id="6" creationId="{778BB1B6-6265-4B0A-96B5-CED9198373D9}"/>
          </ac:picMkLst>
        </pc:picChg>
      </pc:sldChg>
      <pc:sldChg chg="addSp delSp modSp mod">
        <pc:chgData name="Romain Rachenne" userId="d05ffb5d262588ec" providerId="LiveId" clId="{FF77A0A4-3F06-49B9-B190-CE61B7B99AB3}" dt="2021-03-03T05:29:37.645" v="2320" actId="404"/>
        <pc:sldMkLst>
          <pc:docMk/>
          <pc:sldMk cId="1940688543" sldId="339"/>
        </pc:sldMkLst>
        <pc:spChg chg="mod">
          <ac:chgData name="Romain Rachenne" userId="d05ffb5d262588ec" providerId="LiveId" clId="{FF77A0A4-3F06-49B9-B190-CE61B7B99AB3}" dt="2021-03-03T05:29:37.645" v="2320" actId="404"/>
          <ac:spMkLst>
            <pc:docMk/>
            <pc:sldMk cId="1940688543" sldId="339"/>
            <ac:spMk id="2" creationId="{EE93C781-0F31-4290-8305-8A53F1636256}"/>
          </ac:spMkLst>
        </pc:spChg>
        <pc:spChg chg="add mod">
          <ac:chgData name="Romain Rachenne" userId="d05ffb5d262588ec" providerId="LiveId" clId="{FF77A0A4-3F06-49B9-B190-CE61B7B99AB3}" dt="2021-03-02T18:45:21.215" v="616" actId="1076"/>
          <ac:spMkLst>
            <pc:docMk/>
            <pc:sldMk cId="1940688543" sldId="339"/>
            <ac:spMk id="3" creationId="{7DC3508B-CD58-439D-BE58-97BFAE883DE6}"/>
          </ac:spMkLst>
        </pc:spChg>
        <pc:spChg chg="mod">
          <ac:chgData name="Romain Rachenne" userId="d05ffb5d262588ec" providerId="LiveId" clId="{FF77A0A4-3F06-49B9-B190-CE61B7B99AB3}" dt="2021-03-02T18:43:44.041" v="446" actId="1076"/>
          <ac:spMkLst>
            <pc:docMk/>
            <pc:sldMk cId="1940688543" sldId="339"/>
            <ac:spMk id="5" creationId="{4CFF1FCD-9B59-40CB-8DFE-6EE161CE104A}"/>
          </ac:spMkLst>
        </pc:spChg>
        <pc:picChg chg="mod">
          <ac:chgData name="Romain Rachenne" userId="d05ffb5d262588ec" providerId="LiveId" clId="{FF77A0A4-3F06-49B9-B190-CE61B7B99AB3}" dt="2021-03-02T18:43:42.105" v="445" actId="1076"/>
          <ac:picMkLst>
            <pc:docMk/>
            <pc:sldMk cId="1940688543" sldId="339"/>
            <ac:picMk id="4" creationId="{A3B63448-ACFA-4D38-B686-0983C722660A}"/>
          </ac:picMkLst>
        </pc:picChg>
        <pc:picChg chg="add mod">
          <ac:chgData name="Romain Rachenne" userId="d05ffb5d262588ec" providerId="LiveId" clId="{FF77A0A4-3F06-49B9-B190-CE61B7B99AB3}" dt="2021-03-03T05:27:25.566" v="2249"/>
          <ac:picMkLst>
            <pc:docMk/>
            <pc:sldMk cId="1940688543" sldId="339"/>
            <ac:picMk id="6" creationId="{24E33C3D-B80D-4444-B72E-D6E8096B0CFE}"/>
          </ac:picMkLst>
        </pc:picChg>
        <pc:picChg chg="add mod">
          <ac:chgData name="Romain Rachenne" userId="d05ffb5d262588ec" providerId="LiveId" clId="{FF77A0A4-3F06-49B9-B190-CE61B7B99AB3}" dt="2021-03-03T05:29:07.366" v="2311"/>
          <ac:picMkLst>
            <pc:docMk/>
            <pc:sldMk cId="1940688543" sldId="339"/>
            <ac:picMk id="7" creationId="{D3138891-1570-486C-AB18-6DA4D7B7C720}"/>
          </ac:picMkLst>
        </pc:picChg>
        <pc:picChg chg="add mod">
          <ac:chgData name="Romain Rachenne" userId="d05ffb5d262588ec" providerId="LiveId" clId="{FF77A0A4-3F06-49B9-B190-CE61B7B99AB3}" dt="2021-03-03T05:29:17.102" v="2315"/>
          <ac:picMkLst>
            <pc:docMk/>
            <pc:sldMk cId="1940688543" sldId="339"/>
            <ac:picMk id="8" creationId="{95054793-56F7-4727-8029-4897482665B7}"/>
          </ac:picMkLst>
        </pc:picChg>
        <pc:picChg chg="del">
          <ac:chgData name="Romain Rachenne" userId="d05ffb5d262588ec" providerId="LiveId" clId="{FF77A0A4-3F06-49B9-B190-CE61B7B99AB3}" dt="2021-03-02T18:43:48.344" v="447" actId="478"/>
          <ac:picMkLst>
            <pc:docMk/>
            <pc:sldMk cId="1940688543" sldId="339"/>
            <ac:picMk id="14" creationId="{EC75ED92-B967-4291-B392-767127AD9908}"/>
          </ac:picMkLst>
        </pc:picChg>
        <pc:picChg chg="del">
          <ac:chgData name="Romain Rachenne" userId="d05ffb5d262588ec" providerId="LiveId" clId="{FF77A0A4-3F06-49B9-B190-CE61B7B99AB3}" dt="2021-03-02T18:43:48.760" v="448" actId="478"/>
          <ac:picMkLst>
            <pc:docMk/>
            <pc:sldMk cId="1940688543" sldId="339"/>
            <ac:picMk id="16" creationId="{649511B8-33F7-41BF-B4D0-1C0FCE733D1E}"/>
          </ac:picMkLst>
        </pc:picChg>
      </pc:sldChg>
      <pc:sldChg chg="del">
        <pc:chgData name="Romain Rachenne" userId="d05ffb5d262588ec" providerId="LiveId" clId="{FF77A0A4-3F06-49B9-B190-CE61B7B99AB3}" dt="2021-03-02T18:34:55.883" v="128" actId="47"/>
        <pc:sldMkLst>
          <pc:docMk/>
          <pc:sldMk cId="3438533334" sldId="340"/>
        </pc:sldMkLst>
      </pc:sldChg>
      <pc:sldChg chg="addSp delSp modSp mod">
        <pc:chgData name="Romain Rachenne" userId="d05ffb5d262588ec" providerId="LiveId" clId="{FF77A0A4-3F06-49B9-B190-CE61B7B99AB3}" dt="2021-03-03T05:31:13.784" v="2349" actId="403"/>
        <pc:sldMkLst>
          <pc:docMk/>
          <pc:sldMk cId="3378119788" sldId="341"/>
        </pc:sldMkLst>
        <pc:spChg chg="mod">
          <ac:chgData name="Romain Rachenne" userId="d05ffb5d262588ec" providerId="LiveId" clId="{FF77A0A4-3F06-49B9-B190-CE61B7B99AB3}" dt="2021-03-03T05:31:13.784" v="2349" actId="403"/>
          <ac:spMkLst>
            <pc:docMk/>
            <pc:sldMk cId="3378119788" sldId="341"/>
            <ac:spMk id="2" creationId="{D555A405-A926-47FF-99D4-C4435997AFA7}"/>
          </ac:spMkLst>
        </pc:spChg>
        <pc:spChg chg="mod">
          <ac:chgData name="Romain Rachenne" userId="d05ffb5d262588ec" providerId="LiveId" clId="{FF77A0A4-3F06-49B9-B190-CE61B7B99AB3}" dt="2021-03-02T21:04:26.526" v="1412" actId="20577"/>
          <ac:spMkLst>
            <pc:docMk/>
            <pc:sldMk cId="3378119788" sldId="341"/>
            <ac:spMk id="3" creationId="{7E1A8A72-2631-4DC1-8953-C86E8B150438}"/>
          </ac:spMkLst>
        </pc:spChg>
        <pc:spChg chg="add del mod">
          <ac:chgData name="Romain Rachenne" userId="d05ffb5d262588ec" providerId="LiveId" clId="{FF77A0A4-3F06-49B9-B190-CE61B7B99AB3}" dt="2021-03-02T21:02:05.894" v="1186" actId="478"/>
          <ac:spMkLst>
            <pc:docMk/>
            <pc:sldMk cId="3378119788" sldId="341"/>
            <ac:spMk id="5" creationId="{063CE8A0-5253-48FF-AC30-39C3A7D1DE66}"/>
          </ac:spMkLst>
        </pc:spChg>
        <pc:picChg chg="del mod">
          <ac:chgData name="Romain Rachenne" userId="d05ffb5d262588ec" providerId="LiveId" clId="{FF77A0A4-3F06-49B9-B190-CE61B7B99AB3}" dt="2021-03-02T21:02:04.072" v="1184" actId="478"/>
          <ac:picMkLst>
            <pc:docMk/>
            <pc:sldMk cId="3378119788" sldId="341"/>
            <ac:picMk id="6" creationId="{2D5656B2-C3D2-4448-A876-3A2F7B86912F}"/>
          </ac:picMkLst>
        </pc:picChg>
        <pc:picChg chg="add mod">
          <ac:chgData name="Romain Rachenne" userId="d05ffb5d262588ec" providerId="LiveId" clId="{FF77A0A4-3F06-49B9-B190-CE61B7B99AB3}" dt="2021-03-03T05:31:08.311" v="2344"/>
          <ac:picMkLst>
            <pc:docMk/>
            <pc:sldMk cId="3378119788" sldId="341"/>
            <ac:picMk id="9" creationId="{C36A7E4A-09DD-4901-BB02-12B6207343F3}"/>
          </ac:picMkLst>
        </pc:picChg>
        <pc:picChg chg="add mod">
          <ac:chgData name="Romain Rachenne" userId="d05ffb5d262588ec" providerId="LiveId" clId="{FF77A0A4-3F06-49B9-B190-CE61B7B99AB3}" dt="2021-03-02T21:02:08.051" v="1187" actId="1076"/>
          <ac:picMkLst>
            <pc:docMk/>
            <pc:sldMk cId="3378119788" sldId="341"/>
            <ac:picMk id="10" creationId="{AF48070C-D96A-4D48-BD70-2FB26813F632}"/>
          </ac:picMkLst>
        </pc:picChg>
      </pc:sldChg>
      <pc:sldChg chg="addSp delSp modSp mod">
        <pc:chgData name="Romain Rachenne" userId="d05ffb5d262588ec" providerId="LiveId" clId="{FF77A0A4-3F06-49B9-B190-CE61B7B99AB3}" dt="2021-03-03T05:29:50.838" v="2325"/>
        <pc:sldMkLst>
          <pc:docMk/>
          <pc:sldMk cId="1721869663" sldId="342"/>
        </pc:sldMkLst>
        <pc:picChg chg="del">
          <ac:chgData name="Romain Rachenne" userId="d05ffb5d262588ec" providerId="LiveId" clId="{FF77A0A4-3F06-49B9-B190-CE61B7B99AB3}" dt="2021-03-02T18:33:49.422" v="102" actId="478"/>
          <ac:picMkLst>
            <pc:docMk/>
            <pc:sldMk cId="1721869663" sldId="342"/>
            <ac:picMk id="4" creationId="{5CCA3558-B8C8-44DD-B513-21B79D852A3B}"/>
          </ac:picMkLst>
        </pc:picChg>
        <pc:picChg chg="add mod">
          <ac:chgData name="Romain Rachenne" userId="d05ffb5d262588ec" providerId="LiveId" clId="{FF77A0A4-3F06-49B9-B190-CE61B7B99AB3}" dt="2021-03-03T05:29:50.838" v="2325"/>
          <ac:picMkLst>
            <pc:docMk/>
            <pc:sldMk cId="1721869663" sldId="342"/>
            <ac:picMk id="7" creationId="{99A8F55C-CB95-4093-9C8C-463ED5F0ADCF}"/>
          </ac:picMkLst>
        </pc:picChg>
        <pc:picChg chg="add del mod">
          <ac:chgData name="Romain Rachenne" userId="d05ffb5d262588ec" providerId="LiveId" clId="{FF77A0A4-3F06-49B9-B190-CE61B7B99AB3}" dt="2021-03-02T20:54:58.156" v="741" actId="478"/>
          <ac:picMkLst>
            <pc:docMk/>
            <pc:sldMk cId="1721869663" sldId="342"/>
            <ac:picMk id="7" creationId="{ADC1461B-C72E-4C3D-BD98-4F7DFA040EED}"/>
          </ac:picMkLst>
        </pc:picChg>
        <pc:picChg chg="add mod">
          <ac:chgData name="Romain Rachenne" userId="d05ffb5d262588ec" providerId="LiveId" clId="{FF77A0A4-3F06-49B9-B190-CE61B7B99AB3}" dt="2021-03-02T20:55:02.908" v="744" actId="1076"/>
          <ac:picMkLst>
            <pc:docMk/>
            <pc:sldMk cId="1721869663" sldId="342"/>
            <ac:picMk id="9" creationId="{4FA760F7-6823-4651-BDD6-0A77F250EF2F}"/>
          </ac:picMkLst>
        </pc:picChg>
      </pc:sldChg>
      <pc:sldChg chg="del ord">
        <pc:chgData name="Romain Rachenne" userId="d05ffb5d262588ec" providerId="LiveId" clId="{FF77A0A4-3F06-49B9-B190-CE61B7B99AB3}" dt="2021-03-02T18:42:25.198" v="332" actId="47"/>
        <pc:sldMkLst>
          <pc:docMk/>
          <pc:sldMk cId="2797629564" sldId="343"/>
        </pc:sldMkLst>
      </pc:sldChg>
      <pc:sldChg chg="addSp modSp mod">
        <pc:chgData name="Romain Rachenne" userId="d05ffb5d262588ec" providerId="LiveId" clId="{FF77A0A4-3F06-49B9-B190-CE61B7B99AB3}" dt="2021-03-03T05:29:31.409" v="2319" actId="404"/>
        <pc:sldMkLst>
          <pc:docMk/>
          <pc:sldMk cId="2214586299" sldId="345"/>
        </pc:sldMkLst>
        <pc:spChg chg="mod">
          <ac:chgData name="Romain Rachenne" userId="d05ffb5d262588ec" providerId="LiveId" clId="{FF77A0A4-3F06-49B9-B190-CE61B7B99AB3}" dt="2021-03-03T05:29:31.409" v="2319" actId="404"/>
          <ac:spMkLst>
            <pc:docMk/>
            <pc:sldMk cId="2214586299" sldId="345"/>
            <ac:spMk id="2" creationId="{C080ED52-619F-4AF2-BADA-9E6FBA98BB9C}"/>
          </ac:spMkLst>
        </pc:spChg>
        <pc:spChg chg="mod">
          <ac:chgData name="Romain Rachenne" userId="d05ffb5d262588ec" providerId="LiveId" clId="{FF77A0A4-3F06-49B9-B190-CE61B7B99AB3}" dt="2021-03-02T18:46:13.577" v="699" actId="20577"/>
          <ac:spMkLst>
            <pc:docMk/>
            <pc:sldMk cId="2214586299" sldId="345"/>
            <ac:spMk id="4" creationId="{7AD9A815-7665-4808-A2F6-35F86B9E1FD2}"/>
          </ac:spMkLst>
        </pc:spChg>
        <pc:picChg chg="add mod">
          <ac:chgData name="Romain Rachenne" userId="d05ffb5d262588ec" providerId="LiveId" clId="{FF77A0A4-3F06-49B9-B190-CE61B7B99AB3}" dt="2021-03-03T05:27:24.874" v="2248"/>
          <ac:picMkLst>
            <pc:docMk/>
            <pc:sldMk cId="2214586299" sldId="345"/>
            <ac:picMk id="5" creationId="{5C2652AC-86FC-4234-BA97-2013E1B4B8ED}"/>
          </ac:picMkLst>
        </pc:picChg>
        <pc:picChg chg="add mod">
          <ac:chgData name="Romain Rachenne" userId="d05ffb5d262588ec" providerId="LiveId" clId="{FF77A0A4-3F06-49B9-B190-CE61B7B99AB3}" dt="2021-03-03T05:29:08.726" v="2312"/>
          <ac:picMkLst>
            <pc:docMk/>
            <pc:sldMk cId="2214586299" sldId="345"/>
            <ac:picMk id="6" creationId="{161FB4E9-899C-4BEC-B82E-F4F8E7360BA3}"/>
          </ac:picMkLst>
        </pc:picChg>
        <pc:picChg chg="add mod">
          <ac:chgData name="Romain Rachenne" userId="d05ffb5d262588ec" providerId="LiveId" clId="{FF77A0A4-3F06-49B9-B190-CE61B7B99AB3}" dt="2021-03-03T05:29:14.910" v="2314"/>
          <ac:picMkLst>
            <pc:docMk/>
            <pc:sldMk cId="2214586299" sldId="345"/>
            <ac:picMk id="8" creationId="{C38C8C4E-2AA8-443C-8E72-F1C3765E8FA0}"/>
          </ac:picMkLst>
        </pc:picChg>
      </pc:sldChg>
      <pc:sldChg chg="addSp modSp mod">
        <pc:chgData name="Romain Rachenne" userId="d05ffb5d262588ec" providerId="LiveId" clId="{FF77A0A4-3F06-49B9-B190-CE61B7B99AB3}" dt="2021-03-03T05:31:21.198" v="2355" actId="403"/>
        <pc:sldMkLst>
          <pc:docMk/>
          <pc:sldMk cId="497573899" sldId="346"/>
        </pc:sldMkLst>
        <pc:spChg chg="mod">
          <ac:chgData name="Romain Rachenne" userId="d05ffb5d262588ec" providerId="LiveId" clId="{FF77A0A4-3F06-49B9-B190-CE61B7B99AB3}" dt="2021-03-03T05:31:21.198" v="2355" actId="403"/>
          <ac:spMkLst>
            <pc:docMk/>
            <pc:sldMk cId="497573899" sldId="346"/>
            <ac:spMk id="2" creationId="{37B62E4F-7A41-4D95-81EF-26A4A956F983}"/>
          </ac:spMkLst>
        </pc:spChg>
        <pc:spChg chg="mod">
          <ac:chgData name="Romain Rachenne" userId="d05ffb5d262588ec" providerId="LiveId" clId="{FF77A0A4-3F06-49B9-B190-CE61B7B99AB3}" dt="2021-03-02T21:04:48.431" v="1446" actId="20577"/>
          <ac:spMkLst>
            <pc:docMk/>
            <pc:sldMk cId="497573899" sldId="346"/>
            <ac:spMk id="3" creationId="{55734560-DCB9-4FF2-8BB0-DD43E386D242}"/>
          </ac:spMkLst>
        </pc:spChg>
        <pc:picChg chg="add mod">
          <ac:chgData name="Romain Rachenne" userId="d05ffb5d262588ec" providerId="LiveId" clId="{FF77A0A4-3F06-49B9-B190-CE61B7B99AB3}" dt="2021-03-03T05:31:15.862" v="2350"/>
          <ac:picMkLst>
            <pc:docMk/>
            <pc:sldMk cId="497573899" sldId="346"/>
            <ac:picMk id="6" creationId="{9B6D70EE-A302-4DCA-8F42-2C51537F1E9B}"/>
          </ac:picMkLst>
        </pc:picChg>
      </pc:sldChg>
      <pc:sldChg chg="addSp delSp modSp mod">
        <pc:chgData name="Romain Rachenne" userId="d05ffb5d262588ec" providerId="LiveId" clId="{FF77A0A4-3F06-49B9-B190-CE61B7B99AB3}" dt="2021-03-03T05:31:24.967" v="2356"/>
        <pc:sldMkLst>
          <pc:docMk/>
          <pc:sldMk cId="266525549" sldId="347"/>
        </pc:sldMkLst>
        <pc:spChg chg="mod">
          <ac:chgData name="Romain Rachenne" userId="d05ffb5d262588ec" providerId="LiveId" clId="{FF77A0A4-3F06-49B9-B190-CE61B7B99AB3}" dt="2021-03-02T21:05:01.413" v="1461" actId="13926"/>
          <ac:spMkLst>
            <pc:docMk/>
            <pc:sldMk cId="266525549" sldId="347"/>
            <ac:spMk id="2" creationId="{3AD67F1A-D4DA-4044-B1F3-E559E8FDD903}"/>
          </ac:spMkLst>
        </pc:spChg>
        <pc:spChg chg="add del mod">
          <ac:chgData name="Romain Rachenne" userId="d05ffb5d262588ec" providerId="LiveId" clId="{FF77A0A4-3F06-49B9-B190-CE61B7B99AB3}" dt="2021-03-02T21:06:56.392" v="1477" actId="478"/>
          <ac:spMkLst>
            <pc:docMk/>
            <pc:sldMk cId="266525549" sldId="347"/>
            <ac:spMk id="8" creationId="{B37DAF4D-7A61-42AE-9BA8-EA03F8FB0209}"/>
          </ac:spMkLst>
        </pc:spChg>
        <pc:picChg chg="add del mod">
          <ac:chgData name="Romain Rachenne" userId="d05ffb5d262588ec" providerId="LiveId" clId="{FF77A0A4-3F06-49B9-B190-CE61B7B99AB3}" dt="2021-03-02T21:06:56.392" v="1477" actId="478"/>
          <ac:picMkLst>
            <pc:docMk/>
            <pc:sldMk cId="266525549" sldId="347"/>
            <ac:picMk id="4" creationId="{2AA0465B-EEC6-4780-B6C2-FF7A4EA6E12D}"/>
          </ac:picMkLst>
        </pc:picChg>
        <pc:picChg chg="add mod">
          <ac:chgData name="Romain Rachenne" userId="d05ffb5d262588ec" providerId="LiveId" clId="{FF77A0A4-3F06-49B9-B190-CE61B7B99AB3}" dt="2021-03-02T21:06:59.816" v="1478" actId="1076"/>
          <ac:picMkLst>
            <pc:docMk/>
            <pc:sldMk cId="266525549" sldId="347"/>
            <ac:picMk id="7" creationId="{DD6246E2-A8B3-4A92-9BEF-56727A1ED5BD}"/>
          </ac:picMkLst>
        </pc:picChg>
        <pc:picChg chg="add mod">
          <ac:chgData name="Romain Rachenne" userId="d05ffb5d262588ec" providerId="LiveId" clId="{FF77A0A4-3F06-49B9-B190-CE61B7B99AB3}" dt="2021-03-03T05:31:24.967" v="2356"/>
          <ac:picMkLst>
            <pc:docMk/>
            <pc:sldMk cId="266525549" sldId="347"/>
            <ac:picMk id="8" creationId="{0A81450F-358C-400F-BA52-02A70145C353}"/>
          </ac:picMkLst>
        </pc:picChg>
        <pc:picChg chg="add del">
          <ac:chgData name="Romain Rachenne" userId="d05ffb5d262588ec" providerId="LiveId" clId="{FF77A0A4-3F06-49B9-B190-CE61B7B99AB3}" dt="2021-03-02T21:06:55.880" v="1476"/>
          <ac:picMkLst>
            <pc:docMk/>
            <pc:sldMk cId="266525549" sldId="347"/>
            <ac:picMk id="2050" creationId="{9DA82E76-C101-4D2E-9EAA-DD75A3DFED67}"/>
          </ac:picMkLst>
        </pc:picChg>
      </pc:sldChg>
      <pc:sldChg chg="del">
        <pc:chgData name="Romain Rachenne" userId="d05ffb5d262588ec" providerId="LiveId" clId="{FF77A0A4-3F06-49B9-B190-CE61B7B99AB3}" dt="2021-03-02T21:05:11.374" v="1466" actId="47"/>
        <pc:sldMkLst>
          <pc:docMk/>
          <pc:sldMk cId="4261830513" sldId="348"/>
        </pc:sldMkLst>
      </pc:sldChg>
      <pc:sldChg chg="addSp delSp modSp add mod setBg delDesignElem">
        <pc:chgData name="Romain Rachenne" userId="d05ffb5d262588ec" providerId="LiveId" clId="{FF77A0A4-3F06-49B9-B190-CE61B7B99AB3}" dt="2021-03-03T05:31:27.231" v="2357"/>
        <pc:sldMkLst>
          <pc:docMk/>
          <pc:sldMk cId="414093608" sldId="374"/>
        </pc:sldMkLst>
        <pc:spChg chg="mod">
          <ac:chgData name="Romain Rachenne" userId="d05ffb5d262588ec" providerId="LiveId" clId="{FF77A0A4-3F06-49B9-B190-CE61B7B99AB3}" dt="2021-03-02T22:09:11.289" v="2010" actId="20577"/>
          <ac:spMkLst>
            <pc:docMk/>
            <pc:sldMk cId="414093608" sldId="374"/>
            <ac:spMk id="3" creationId="{CB7A3A9F-ABAE-4B16-AEEA-58B514D83E4D}"/>
          </ac:spMkLst>
        </pc:spChg>
        <pc:spChg chg="del">
          <ac:chgData name="Romain Rachenne" userId="d05ffb5d262588ec" providerId="LiveId" clId="{FF77A0A4-3F06-49B9-B190-CE61B7B99AB3}" dt="2021-03-02T22:04:27.691" v="1797"/>
          <ac:spMkLst>
            <pc:docMk/>
            <pc:sldMk cId="414093608" sldId="374"/>
            <ac:spMk id="5" creationId="{CECF0FC6-D57B-48B6-9036-F4FFD91A4B34}"/>
          </ac:spMkLst>
        </pc:spChg>
        <pc:spChg chg="del">
          <ac:chgData name="Romain Rachenne" userId="d05ffb5d262588ec" providerId="LiveId" clId="{FF77A0A4-3F06-49B9-B190-CE61B7B99AB3}" dt="2021-03-02T22:04:27.691" v="1797"/>
          <ac:spMkLst>
            <pc:docMk/>
            <pc:sldMk cId="414093608" sldId="374"/>
            <ac:spMk id="6" creationId="{717A211C-5863-4303-AC3D-AEBFDF6D6A4C}"/>
          </ac:spMkLst>
        </pc:spChg>
        <pc:spChg chg="del">
          <ac:chgData name="Romain Rachenne" userId="d05ffb5d262588ec" providerId="LiveId" clId="{FF77A0A4-3F06-49B9-B190-CE61B7B99AB3}" dt="2021-03-02T22:04:27.691" v="1797"/>
          <ac:spMkLst>
            <pc:docMk/>
            <pc:sldMk cId="414093608" sldId="374"/>
            <ac:spMk id="7" creationId="{087519CD-2FFF-42E3-BB0C-FEAA828BA5DB}"/>
          </ac:spMkLst>
        </pc:spChg>
        <pc:spChg chg="mod">
          <ac:chgData name="Romain Rachenne" userId="d05ffb5d262588ec" providerId="LiveId" clId="{FF77A0A4-3F06-49B9-B190-CE61B7B99AB3}" dt="2021-03-02T22:05:47.066" v="1857" actId="20577"/>
          <ac:spMkLst>
            <pc:docMk/>
            <pc:sldMk cId="414093608" sldId="374"/>
            <ac:spMk id="8" creationId="{862DE720-BB9A-4B26-AEAB-2D8A3A552BA0}"/>
          </ac:spMkLst>
        </pc:spChg>
        <pc:spChg chg="mod">
          <ac:chgData name="Romain Rachenne" userId="d05ffb5d262588ec" providerId="LiveId" clId="{FF77A0A4-3F06-49B9-B190-CE61B7B99AB3}" dt="2021-03-02T22:05:37.562" v="1855"/>
          <ac:spMkLst>
            <pc:docMk/>
            <pc:sldMk cId="414093608" sldId="374"/>
            <ac:spMk id="11" creationId="{45304336-5740-4C2E-B6B8-42B6A83B5CCF}"/>
          </ac:spMkLst>
        </pc:spChg>
        <pc:graphicFrameChg chg="add del">
          <ac:chgData name="Romain Rachenne" userId="d05ffb5d262588ec" providerId="LiveId" clId="{FF77A0A4-3F06-49B9-B190-CE61B7B99AB3}" dt="2021-03-02T22:05:57.010" v="1863" actId="3680"/>
          <ac:graphicFrameMkLst>
            <pc:docMk/>
            <pc:sldMk cId="414093608" sldId="374"/>
            <ac:graphicFrameMk id="4" creationId="{5DBCDA76-331C-4833-A6AD-9C05501962AF}"/>
          </ac:graphicFrameMkLst>
        </pc:graphicFrameChg>
        <pc:picChg chg="add mod">
          <ac:chgData name="Romain Rachenne" userId="d05ffb5d262588ec" providerId="LiveId" clId="{FF77A0A4-3F06-49B9-B190-CE61B7B99AB3}" dt="2021-03-03T05:27:42.238" v="2263"/>
          <ac:picMkLst>
            <pc:docMk/>
            <pc:sldMk cId="414093608" sldId="374"/>
            <ac:picMk id="9" creationId="{CA192840-69C7-42D5-B308-B93217DDD3D0}"/>
          </ac:picMkLst>
        </pc:picChg>
        <pc:picChg chg="add mod">
          <ac:chgData name="Romain Rachenne" userId="d05ffb5d262588ec" providerId="LiveId" clId="{FF77A0A4-3F06-49B9-B190-CE61B7B99AB3}" dt="2021-03-03T05:28:46.382" v="2297"/>
          <ac:picMkLst>
            <pc:docMk/>
            <pc:sldMk cId="414093608" sldId="374"/>
            <ac:picMk id="10" creationId="{F4360A07-5A3C-4BAA-903E-1A7E866271D8}"/>
          </ac:picMkLst>
        </pc:picChg>
        <pc:picChg chg="add mod">
          <ac:chgData name="Romain Rachenne" userId="d05ffb5d262588ec" providerId="LiveId" clId="{FF77A0A4-3F06-49B9-B190-CE61B7B99AB3}" dt="2021-03-03T05:31:27.231" v="2357"/>
          <ac:picMkLst>
            <pc:docMk/>
            <pc:sldMk cId="414093608" sldId="374"/>
            <ac:picMk id="12" creationId="{B97257FE-1CA5-4F71-801C-A00FF109D8E6}"/>
          </ac:picMkLst>
        </pc:picChg>
        <pc:picChg chg="mod">
          <ac:chgData name="Romain Rachenne" userId="d05ffb5d262588ec" providerId="LiveId" clId="{FF77A0A4-3F06-49B9-B190-CE61B7B99AB3}" dt="2021-03-02T22:05:22.613" v="1850" actId="1076"/>
          <ac:picMkLst>
            <pc:docMk/>
            <pc:sldMk cId="414093608" sldId="374"/>
            <ac:picMk id="3074" creationId="{A7DD52AF-9077-458D-B686-FF45F4CAE005}"/>
          </ac:picMkLst>
        </pc:picChg>
        <pc:picChg chg="mod">
          <ac:chgData name="Romain Rachenne" userId="d05ffb5d262588ec" providerId="LiveId" clId="{FF77A0A4-3F06-49B9-B190-CE61B7B99AB3}" dt="2021-03-02T22:05:21.348" v="1849" actId="1076"/>
          <ac:picMkLst>
            <pc:docMk/>
            <pc:sldMk cId="414093608" sldId="374"/>
            <ac:picMk id="3076" creationId="{EB531B4D-5F07-4A1E-8C57-BAB620A2F891}"/>
          </ac:picMkLst>
        </pc:picChg>
      </pc:sldChg>
      <pc:sldChg chg="addSp delSp modSp add mod ord setBg delDesignElem">
        <pc:chgData name="Romain Rachenne" userId="d05ffb5d262588ec" providerId="LiveId" clId="{FF77A0A4-3F06-49B9-B190-CE61B7B99AB3}" dt="2021-03-03T05:31:06.566" v="2342"/>
        <pc:sldMkLst>
          <pc:docMk/>
          <pc:sldMk cId="116491300" sldId="376"/>
        </pc:sldMkLst>
        <pc:spChg chg="del">
          <ac:chgData name="Romain Rachenne" userId="d05ffb5d262588ec" providerId="LiveId" clId="{FF77A0A4-3F06-49B9-B190-CE61B7B99AB3}" dt="2021-03-02T22:03:39.018" v="1781" actId="478"/>
          <ac:spMkLst>
            <pc:docMk/>
            <pc:sldMk cId="116491300" sldId="376"/>
            <ac:spMk id="2" creationId="{E29A7418-3DD6-4544-B3A5-A741128A65A6}"/>
          </ac:spMkLst>
        </pc:spChg>
        <pc:spChg chg="add mod">
          <ac:chgData name="Romain Rachenne" userId="d05ffb5d262588ec" providerId="LiveId" clId="{FF77A0A4-3F06-49B9-B190-CE61B7B99AB3}" dt="2021-03-02T22:03:40.585" v="1787" actId="20577"/>
          <ac:spMkLst>
            <pc:docMk/>
            <pc:sldMk cId="116491300" sldId="376"/>
            <ac:spMk id="4" creationId="{3BDBC00D-AEB1-4BEC-91F5-A6C83C32B30C}"/>
          </ac:spMkLst>
        </pc:spChg>
        <pc:spChg chg="del">
          <ac:chgData name="Romain Rachenne" userId="d05ffb5d262588ec" providerId="LiveId" clId="{FF77A0A4-3F06-49B9-B190-CE61B7B99AB3}" dt="2021-03-02T22:03:33.554" v="1779"/>
          <ac:spMkLst>
            <pc:docMk/>
            <pc:sldMk cId="116491300" sldId="376"/>
            <ac:spMk id="21" creationId="{52C0B2E1-0268-42EC-ABD3-94F81A05BCBD}"/>
          </ac:spMkLst>
        </pc:spChg>
        <pc:spChg chg="del">
          <ac:chgData name="Romain Rachenne" userId="d05ffb5d262588ec" providerId="LiveId" clId="{FF77A0A4-3F06-49B9-B190-CE61B7B99AB3}" dt="2021-03-02T22:03:33.554" v="1779"/>
          <ac:spMkLst>
            <pc:docMk/>
            <pc:sldMk cId="116491300" sldId="376"/>
            <ac:spMk id="23" creationId="{7D2256B4-48EA-40FC-BBC0-AA1EE6E0080C}"/>
          </ac:spMkLst>
        </pc:spChg>
        <pc:spChg chg="del">
          <ac:chgData name="Romain Rachenne" userId="d05ffb5d262588ec" providerId="LiveId" clId="{FF77A0A4-3F06-49B9-B190-CE61B7B99AB3}" dt="2021-03-02T22:03:33.554" v="1779"/>
          <ac:spMkLst>
            <pc:docMk/>
            <pc:sldMk cId="116491300" sldId="376"/>
            <ac:spMk id="27" creationId="{8C6E698C-8155-4B8B-BDC9-B7299772B509}"/>
          </ac:spMkLst>
        </pc:spChg>
        <pc:spChg chg="del">
          <ac:chgData name="Romain Rachenne" userId="d05ffb5d262588ec" providerId="LiveId" clId="{FF77A0A4-3F06-49B9-B190-CE61B7B99AB3}" dt="2021-03-02T22:03:33.554" v="1779"/>
          <ac:spMkLst>
            <pc:docMk/>
            <pc:sldMk cId="116491300" sldId="376"/>
            <ac:spMk id="31" creationId="{8A549DE7-671D-4575-AF43-858FD99981CF}"/>
          </ac:spMkLst>
        </pc:spChg>
        <pc:spChg chg="del">
          <ac:chgData name="Romain Rachenne" userId="d05ffb5d262588ec" providerId="LiveId" clId="{FF77A0A4-3F06-49B9-B190-CE61B7B99AB3}" dt="2021-03-02T22:03:33.554" v="1779"/>
          <ac:spMkLst>
            <pc:docMk/>
            <pc:sldMk cId="116491300" sldId="376"/>
            <ac:spMk id="33" creationId="{C22D9B36-9BE7-472B-8808-7E0D6810738F}"/>
          </ac:spMkLst>
        </pc:spChg>
        <pc:picChg chg="mod">
          <ac:chgData name="Romain Rachenne" userId="d05ffb5d262588ec" providerId="LiveId" clId="{FF77A0A4-3F06-49B9-B190-CE61B7B99AB3}" dt="2021-03-02T22:03:42.590" v="1788" actId="1076"/>
          <ac:picMkLst>
            <pc:docMk/>
            <pc:sldMk cId="116491300" sldId="376"/>
            <ac:picMk id="5" creationId="{B7E2A564-964E-4FB5-B321-777221CA5B36}"/>
          </ac:picMkLst>
        </pc:picChg>
        <pc:picChg chg="add mod">
          <ac:chgData name="Romain Rachenne" userId="d05ffb5d262588ec" providerId="LiveId" clId="{FF77A0A4-3F06-49B9-B190-CE61B7B99AB3}" dt="2021-03-03T05:27:38.230" v="2261"/>
          <ac:picMkLst>
            <pc:docMk/>
            <pc:sldMk cId="116491300" sldId="376"/>
            <ac:picMk id="6" creationId="{E91AF4AF-63CD-41A5-9DB5-449CE887ABA9}"/>
          </ac:picMkLst>
        </pc:picChg>
        <pc:picChg chg="add mod">
          <ac:chgData name="Romain Rachenne" userId="d05ffb5d262588ec" providerId="LiveId" clId="{FF77A0A4-3F06-49B9-B190-CE61B7B99AB3}" dt="2021-03-03T05:28:49.214" v="2299"/>
          <ac:picMkLst>
            <pc:docMk/>
            <pc:sldMk cId="116491300" sldId="376"/>
            <ac:picMk id="7" creationId="{2CA5E8A9-BF84-4E25-8138-5630D132ED3A}"/>
          </ac:picMkLst>
        </pc:picChg>
        <pc:picChg chg="add mod">
          <ac:chgData name="Romain Rachenne" userId="d05ffb5d262588ec" providerId="LiveId" clId="{FF77A0A4-3F06-49B9-B190-CE61B7B99AB3}" dt="2021-03-03T05:31:06.566" v="2342"/>
          <ac:picMkLst>
            <pc:docMk/>
            <pc:sldMk cId="116491300" sldId="376"/>
            <ac:picMk id="8" creationId="{E57AF6C6-4A8C-40B9-BAA0-F3B6F8BEBCA2}"/>
          </ac:picMkLst>
        </pc:picChg>
        <pc:cxnChg chg="del">
          <ac:chgData name="Romain Rachenne" userId="d05ffb5d262588ec" providerId="LiveId" clId="{FF77A0A4-3F06-49B9-B190-CE61B7B99AB3}" dt="2021-03-02T22:03:33.554" v="1779"/>
          <ac:cxnSpMkLst>
            <pc:docMk/>
            <pc:sldMk cId="116491300" sldId="376"/>
            <ac:cxnSpMk id="25" creationId="{3D44BCCA-102D-4A9D-B1E4-2450CAF0B05E}"/>
          </ac:cxnSpMkLst>
        </pc:cxnChg>
        <pc:cxnChg chg="del">
          <ac:chgData name="Romain Rachenne" userId="d05ffb5d262588ec" providerId="LiveId" clId="{FF77A0A4-3F06-49B9-B190-CE61B7B99AB3}" dt="2021-03-02T22:03:33.554" v="1779"/>
          <ac:cxnSpMkLst>
            <pc:docMk/>
            <pc:sldMk cId="116491300" sldId="376"/>
            <ac:cxnSpMk id="29" creationId="{09525C9A-1972-4836-BA7A-706C946EF4DA}"/>
          </ac:cxnSpMkLst>
        </pc:cxnChg>
      </pc:sldChg>
      <pc:sldChg chg="modSp del mod">
        <pc:chgData name="Romain Rachenne" userId="d05ffb5d262588ec" providerId="LiveId" clId="{FF77A0A4-3F06-49B9-B190-CE61B7B99AB3}" dt="2021-03-02T22:06:00.969" v="1864" actId="47"/>
        <pc:sldMkLst>
          <pc:docMk/>
          <pc:sldMk cId="2116068855" sldId="387"/>
        </pc:sldMkLst>
        <pc:spChg chg="mod">
          <ac:chgData name="Romain Rachenne" userId="d05ffb5d262588ec" providerId="LiveId" clId="{FF77A0A4-3F06-49B9-B190-CE61B7B99AB3}" dt="2021-03-02T22:02:24.572" v="1676" actId="20577"/>
          <ac:spMkLst>
            <pc:docMk/>
            <pc:sldMk cId="2116068855" sldId="387"/>
            <ac:spMk id="2" creationId="{BB0E1512-F607-44DA-B649-3AF76BBE6027}"/>
          </ac:spMkLst>
        </pc:spChg>
        <pc:graphicFrameChg chg="mod">
          <ac:chgData name="Romain Rachenne" userId="d05ffb5d262588ec" providerId="LiveId" clId="{FF77A0A4-3F06-49B9-B190-CE61B7B99AB3}" dt="2021-03-02T22:04:17.197" v="1795" actId="1076"/>
          <ac:graphicFrameMkLst>
            <pc:docMk/>
            <pc:sldMk cId="2116068855" sldId="387"/>
            <ac:graphicFrameMk id="46" creationId="{3FF73BD3-1181-47B5-9A78-EF5A57E45484}"/>
          </ac:graphicFrameMkLst>
        </pc:graphicFrameChg>
      </pc:sldChg>
      <pc:sldChg chg="addSp delSp modSp">
        <pc:chgData name="Romain Rachenne" userId="d05ffb5d262588ec" providerId="LiveId" clId="{FF77A0A4-3F06-49B9-B190-CE61B7B99AB3}" dt="2021-03-03T05:28:37.990" v="2291"/>
        <pc:sldMkLst>
          <pc:docMk/>
          <pc:sldMk cId="3639465436" sldId="394"/>
        </pc:sldMkLst>
        <pc:picChg chg="add del mod">
          <ac:chgData name="Romain Rachenne" userId="d05ffb5d262588ec" providerId="LiveId" clId="{FF77A0A4-3F06-49B9-B190-CE61B7B99AB3}" dt="2021-03-03T05:28:37.990" v="2291"/>
          <ac:picMkLst>
            <pc:docMk/>
            <pc:sldMk cId="3639465436" sldId="394"/>
            <ac:picMk id="16" creationId="{35AEB39E-B721-4D02-AC3F-C229FC7D3B8B}"/>
          </ac:picMkLst>
        </pc:picChg>
      </pc:sldChg>
      <pc:sldChg chg="add del ord">
        <pc:chgData name="Romain Rachenne" userId="d05ffb5d262588ec" providerId="LiveId" clId="{FF77A0A4-3F06-49B9-B190-CE61B7B99AB3}" dt="2021-03-02T20:45:40.073" v="700" actId="47"/>
        <pc:sldMkLst>
          <pc:docMk/>
          <pc:sldMk cId="2715543747" sldId="395"/>
        </pc:sldMkLst>
      </pc:sldChg>
      <pc:sldChg chg="addSp delSp modSp new mod ord">
        <pc:chgData name="Romain Rachenne" userId="d05ffb5d262588ec" providerId="LiveId" clId="{FF77A0A4-3F06-49B9-B190-CE61B7B99AB3}" dt="2021-03-03T05:29:49.377" v="2324"/>
        <pc:sldMkLst>
          <pc:docMk/>
          <pc:sldMk cId="4121407599" sldId="396"/>
        </pc:sldMkLst>
        <pc:spChg chg="mod">
          <ac:chgData name="Romain Rachenne" userId="d05ffb5d262588ec" providerId="LiveId" clId="{FF77A0A4-3F06-49B9-B190-CE61B7B99AB3}" dt="2021-03-02T18:25:55.453" v="84" actId="20577"/>
          <ac:spMkLst>
            <pc:docMk/>
            <pc:sldMk cId="4121407599" sldId="396"/>
            <ac:spMk id="2" creationId="{EEDC93AF-40DC-45A2-8097-9F7F1ED43C1F}"/>
          </ac:spMkLst>
        </pc:spChg>
        <pc:spChg chg="del">
          <ac:chgData name="Romain Rachenne" userId="d05ffb5d262588ec" providerId="LiveId" clId="{FF77A0A4-3F06-49B9-B190-CE61B7B99AB3}" dt="2021-03-02T18:25:56.420" v="85" actId="22"/>
          <ac:spMkLst>
            <pc:docMk/>
            <pc:sldMk cId="4121407599" sldId="396"/>
            <ac:spMk id="3" creationId="{E3E7297D-A7DF-4FF7-8CD0-89C734D5F5A8}"/>
          </ac:spMkLst>
        </pc:spChg>
        <pc:picChg chg="add mod ord">
          <ac:chgData name="Romain Rachenne" userId="d05ffb5d262588ec" providerId="LiveId" clId="{FF77A0A4-3F06-49B9-B190-CE61B7B99AB3}" dt="2021-03-02T18:32:33.249" v="99" actId="1076"/>
          <ac:picMkLst>
            <pc:docMk/>
            <pc:sldMk cId="4121407599" sldId="396"/>
            <ac:picMk id="5" creationId="{AB9753DF-A3DA-44EB-9646-C11FFFA1CFCE}"/>
          </ac:picMkLst>
        </pc:picChg>
        <pc:picChg chg="add mod">
          <ac:chgData name="Romain Rachenne" userId="d05ffb5d262588ec" providerId="LiveId" clId="{FF77A0A4-3F06-49B9-B190-CE61B7B99AB3}" dt="2021-03-03T05:27:29.038" v="2252"/>
          <ac:picMkLst>
            <pc:docMk/>
            <pc:sldMk cId="4121407599" sldId="396"/>
            <ac:picMk id="6" creationId="{789399D5-BEFB-4975-B0A4-BE41F5E996B8}"/>
          </ac:picMkLst>
        </pc:picChg>
        <pc:picChg chg="add mod">
          <ac:chgData name="Romain Rachenne" userId="d05ffb5d262588ec" providerId="LiveId" clId="{FF77A0A4-3F06-49B9-B190-CE61B7B99AB3}" dt="2021-03-02T18:31:06.752" v="96" actId="1076"/>
          <ac:picMkLst>
            <pc:docMk/>
            <pc:sldMk cId="4121407599" sldId="396"/>
            <ac:picMk id="7" creationId="{06D97564-6AFD-428A-8855-ED1E58AE287E}"/>
          </ac:picMkLst>
        </pc:picChg>
        <pc:picChg chg="add mod">
          <ac:chgData name="Romain Rachenne" userId="d05ffb5d262588ec" providerId="LiveId" clId="{FF77A0A4-3F06-49B9-B190-CE61B7B99AB3}" dt="2021-03-03T05:29:03.830" v="2308"/>
          <ac:picMkLst>
            <pc:docMk/>
            <pc:sldMk cId="4121407599" sldId="396"/>
            <ac:picMk id="8" creationId="{9FEFAD40-07C8-44F4-98F1-8882F1B83C85}"/>
          </ac:picMkLst>
        </pc:picChg>
        <pc:picChg chg="add mod">
          <ac:chgData name="Romain Rachenne" userId="d05ffb5d262588ec" providerId="LiveId" clId="{FF77A0A4-3F06-49B9-B190-CE61B7B99AB3}" dt="2021-03-03T05:29:49.377" v="2324"/>
          <ac:picMkLst>
            <pc:docMk/>
            <pc:sldMk cId="4121407599" sldId="396"/>
            <ac:picMk id="9" creationId="{39E2C19D-BB78-47E5-B983-DF3B3D4CC667}"/>
          </ac:picMkLst>
        </pc:picChg>
        <pc:picChg chg="add del mod">
          <ac:chgData name="Romain Rachenne" userId="d05ffb5d262588ec" providerId="LiveId" clId="{FF77A0A4-3F06-49B9-B190-CE61B7B99AB3}" dt="2021-03-02T18:30:38.486" v="91" actId="478"/>
          <ac:picMkLst>
            <pc:docMk/>
            <pc:sldMk cId="4121407599" sldId="396"/>
            <ac:picMk id="1026" creationId="{7049E3B4-E02C-48C4-90E3-3A67398B29FE}"/>
          </ac:picMkLst>
        </pc:picChg>
      </pc:sldChg>
      <pc:sldChg chg="addSp delSp modSp new del mod">
        <pc:chgData name="Romain Rachenne" userId="d05ffb5d262588ec" providerId="LiveId" clId="{FF77A0A4-3F06-49B9-B190-CE61B7B99AB3}" dt="2021-03-02T18:33:50.971" v="104" actId="47"/>
        <pc:sldMkLst>
          <pc:docMk/>
          <pc:sldMk cId="2774549068" sldId="397"/>
        </pc:sldMkLst>
        <pc:spChg chg="del">
          <ac:chgData name="Romain Rachenne" userId="d05ffb5d262588ec" providerId="LiveId" clId="{FF77A0A4-3F06-49B9-B190-CE61B7B99AB3}" dt="2021-03-02T18:33:44.879" v="101" actId="22"/>
          <ac:spMkLst>
            <pc:docMk/>
            <pc:sldMk cId="2774549068" sldId="397"/>
            <ac:spMk id="3" creationId="{70A32454-75A8-45B0-A60A-88513AA08B59}"/>
          </ac:spMkLst>
        </pc:spChg>
        <pc:picChg chg="add mod ord">
          <ac:chgData name="Romain Rachenne" userId="d05ffb5d262588ec" providerId="LiveId" clId="{FF77A0A4-3F06-49B9-B190-CE61B7B99AB3}" dt="2021-03-02T18:33:44.879" v="101" actId="22"/>
          <ac:picMkLst>
            <pc:docMk/>
            <pc:sldMk cId="2774549068" sldId="397"/>
            <ac:picMk id="5" creationId="{A04BB883-79E9-4F05-85B9-C8E91FFA9F26}"/>
          </ac:picMkLst>
        </pc:picChg>
      </pc:sldChg>
      <pc:sldChg chg="addSp delSp modSp new del mod ord">
        <pc:chgData name="Romain Rachenne" userId="d05ffb5d262588ec" providerId="LiveId" clId="{FF77A0A4-3F06-49B9-B190-CE61B7B99AB3}" dt="2021-03-02T21:00:36.922" v="1147" actId="47"/>
        <pc:sldMkLst>
          <pc:docMk/>
          <pc:sldMk cId="3261075096" sldId="397"/>
        </pc:sldMkLst>
        <pc:spChg chg="mod">
          <ac:chgData name="Romain Rachenne" userId="d05ffb5d262588ec" providerId="LiveId" clId="{FF77A0A4-3F06-49B9-B190-CE61B7B99AB3}" dt="2021-03-02T18:34:23.919" v="122" actId="20577"/>
          <ac:spMkLst>
            <pc:docMk/>
            <pc:sldMk cId="3261075096" sldId="397"/>
            <ac:spMk id="2" creationId="{C43262ED-3DE2-4B1C-9B26-080C63D3A7B7}"/>
          </ac:spMkLst>
        </pc:spChg>
        <pc:spChg chg="del">
          <ac:chgData name="Romain Rachenne" userId="d05ffb5d262588ec" providerId="LiveId" clId="{FF77A0A4-3F06-49B9-B190-CE61B7B99AB3}" dt="2021-03-02T18:34:40.335" v="123" actId="478"/>
          <ac:spMkLst>
            <pc:docMk/>
            <pc:sldMk cId="3261075096" sldId="397"/>
            <ac:spMk id="3" creationId="{73AFB94F-C4A6-41FE-88A8-6479EEDD1ECC}"/>
          </ac:spMkLst>
        </pc:spChg>
        <pc:picChg chg="add mod">
          <ac:chgData name="Romain Rachenne" userId="d05ffb5d262588ec" providerId="LiveId" clId="{FF77A0A4-3F06-49B9-B190-CE61B7B99AB3}" dt="2021-03-02T18:37:26.350" v="315" actId="1076"/>
          <ac:picMkLst>
            <pc:docMk/>
            <pc:sldMk cId="3261075096" sldId="397"/>
            <ac:picMk id="5" creationId="{F32E54EE-89FF-4AE5-9F3A-0EA4EE8FA2CE}"/>
          </ac:picMkLst>
        </pc:picChg>
      </pc:sldChg>
      <pc:sldChg chg="addSp delSp modSp new mod setBg">
        <pc:chgData name="Romain Rachenne" userId="d05ffb5d262588ec" providerId="LiveId" clId="{FF77A0A4-3F06-49B9-B190-CE61B7B99AB3}" dt="2021-03-03T05:31:05.366" v="2341"/>
        <pc:sldMkLst>
          <pc:docMk/>
          <pc:sldMk cId="586227369" sldId="398"/>
        </pc:sldMkLst>
        <pc:spChg chg="mod">
          <ac:chgData name="Romain Rachenne" userId="d05ffb5d262588ec" providerId="LiveId" clId="{FF77A0A4-3F06-49B9-B190-CE61B7B99AB3}" dt="2021-03-02T18:41:46.167" v="329" actId="26606"/>
          <ac:spMkLst>
            <pc:docMk/>
            <pc:sldMk cId="586227369" sldId="398"/>
            <ac:spMk id="2" creationId="{9E33886B-4083-4A58-9FEC-686618AA3707}"/>
          </ac:spMkLst>
        </pc:spChg>
        <pc:spChg chg="del">
          <ac:chgData name="Romain Rachenne" userId="d05ffb5d262588ec" providerId="LiveId" clId="{FF77A0A4-3F06-49B9-B190-CE61B7B99AB3}" dt="2021-03-02T18:37:38.383" v="326" actId="478"/>
          <ac:spMkLst>
            <pc:docMk/>
            <pc:sldMk cId="586227369" sldId="398"/>
            <ac:spMk id="3" creationId="{1FA34C05-C9A4-4991-BB4D-DD6C64A274D7}"/>
          </ac:spMkLst>
        </pc:spChg>
        <pc:spChg chg="add">
          <ac:chgData name="Romain Rachenne" userId="d05ffb5d262588ec" providerId="LiveId" clId="{FF77A0A4-3F06-49B9-B190-CE61B7B99AB3}" dt="2021-03-02T18:41:46.167" v="329" actId="26606"/>
          <ac:spMkLst>
            <pc:docMk/>
            <pc:sldMk cId="586227369" sldId="398"/>
            <ac:spMk id="10" creationId="{4E4490D0-3672-446A-AC12-B4830333BDDD}"/>
          </ac:spMkLst>
        </pc:spChg>
        <pc:spChg chg="add">
          <ac:chgData name="Romain Rachenne" userId="d05ffb5d262588ec" providerId="LiveId" clId="{FF77A0A4-3F06-49B9-B190-CE61B7B99AB3}" dt="2021-03-02T18:41:46.167" v="329" actId="26606"/>
          <ac:spMkLst>
            <pc:docMk/>
            <pc:sldMk cId="586227369" sldId="398"/>
            <ac:spMk id="12" creationId="{39CB82C2-DF65-4EC1-8280-F201D50F570B}"/>
          </ac:spMkLst>
        </pc:spChg>
        <pc:spChg chg="add">
          <ac:chgData name="Romain Rachenne" userId="d05ffb5d262588ec" providerId="LiveId" clId="{FF77A0A4-3F06-49B9-B190-CE61B7B99AB3}" dt="2021-03-02T18:41:46.167" v="329" actId="26606"/>
          <ac:spMkLst>
            <pc:docMk/>
            <pc:sldMk cId="586227369" sldId="398"/>
            <ac:spMk id="16" creationId="{9971ECC5-51D9-4E70-89C1-3DCF3A3725B1}"/>
          </ac:spMkLst>
        </pc:spChg>
        <pc:spChg chg="add">
          <ac:chgData name="Romain Rachenne" userId="d05ffb5d262588ec" providerId="LiveId" clId="{FF77A0A4-3F06-49B9-B190-CE61B7B99AB3}" dt="2021-03-02T18:41:46.167" v="329" actId="26606"/>
          <ac:spMkLst>
            <pc:docMk/>
            <pc:sldMk cId="586227369" sldId="398"/>
            <ac:spMk id="20" creationId="{7E11F890-74C3-40C9-9A8B-A80E38704358}"/>
          </ac:spMkLst>
        </pc:spChg>
        <pc:spChg chg="add">
          <ac:chgData name="Romain Rachenne" userId="d05ffb5d262588ec" providerId="LiveId" clId="{FF77A0A4-3F06-49B9-B190-CE61B7B99AB3}" dt="2021-03-02T18:41:46.167" v="329" actId="26606"/>
          <ac:spMkLst>
            <pc:docMk/>
            <pc:sldMk cId="586227369" sldId="398"/>
            <ac:spMk id="22" creationId="{27874070-078A-470B-9C8C-BD1BCB55A005}"/>
          </ac:spMkLst>
        </pc:spChg>
        <pc:picChg chg="add mod">
          <ac:chgData name="Romain Rachenne" userId="d05ffb5d262588ec" providerId="LiveId" clId="{FF77A0A4-3F06-49B9-B190-CE61B7B99AB3}" dt="2021-03-02T18:41:52.143" v="331" actId="1076"/>
          <ac:picMkLst>
            <pc:docMk/>
            <pc:sldMk cId="586227369" sldId="398"/>
            <ac:picMk id="5" creationId="{B9E15FB9-EDC6-4777-883A-57C5A2B82152}"/>
          </ac:picMkLst>
        </pc:picChg>
        <pc:picChg chg="add mod">
          <ac:chgData name="Romain Rachenne" userId="d05ffb5d262588ec" providerId="LiveId" clId="{FF77A0A4-3F06-49B9-B190-CE61B7B99AB3}" dt="2021-03-03T05:27:37.032" v="2260"/>
          <ac:picMkLst>
            <pc:docMk/>
            <pc:sldMk cId="586227369" sldId="398"/>
            <ac:picMk id="11" creationId="{ED49C68B-F73A-4CBD-9AC0-B03EB555DF17}"/>
          </ac:picMkLst>
        </pc:picChg>
        <pc:picChg chg="add mod">
          <ac:chgData name="Romain Rachenne" userId="d05ffb5d262588ec" providerId="LiveId" clId="{FF77A0A4-3F06-49B9-B190-CE61B7B99AB3}" dt="2021-03-03T05:28:50.777" v="2300"/>
          <ac:picMkLst>
            <pc:docMk/>
            <pc:sldMk cId="586227369" sldId="398"/>
            <ac:picMk id="13" creationId="{4F155361-0C43-4428-BECE-C240F167B059}"/>
          </ac:picMkLst>
        </pc:picChg>
        <pc:picChg chg="add mod">
          <ac:chgData name="Romain Rachenne" userId="d05ffb5d262588ec" providerId="LiveId" clId="{FF77A0A4-3F06-49B9-B190-CE61B7B99AB3}" dt="2021-03-03T05:31:05.366" v="2341"/>
          <ac:picMkLst>
            <pc:docMk/>
            <pc:sldMk cId="586227369" sldId="398"/>
            <ac:picMk id="15" creationId="{4182A905-9F1A-4D97-8353-F2C1272814F5}"/>
          </ac:picMkLst>
        </pc:picChg>
        <pc:cxnChg chg="add">
          <ac:chgData name="Romain Rachenne" userId="d05ffb5d262588ec" providerId="LiveId" clId="{FF77A0A4-3F06-49B9-B190-CE61B7B99AB3}" dt="2021-03-02T18:41:46.167" v="329" actId="26606"/>
          <ac:cxnSpMkLst>
            <pc:docMk/>
            <pc:sldMk cId="586227369" sldId="398"/>
            <ac:cxnSpMk id="14" creationId="{7E1D4427-852B-4B37-8E76-0E9F1810BA2A}"/>
          </ac:cxnSpMkLst>
        </pc:cxnChg>
        <pc:cxnChg chg="add">
          <ac:chgData name="Romain Rachenne" userId="d05ffb5d262588ec" providerId="LiveId" clId="{FF77A0A4-3F06-49B9-B190-CE61B7B99AB3}" dt="2021-03-02T18:41:46.167" v="329" actId="26606"/>
          <ac:cxnSpMkLst>
            <pc:docMk/>
            <pc:sldMk cId="586227369" sldId="398"/>
            <ac:cxnSpMk id="18" creationId="{432529AB-8F99-47FB-91B5-93565E543B50}"/>
          </ac:cxnSpMkLst>
        </pc:cxnChg>
      </pc:sldChg>
      <pc:sldChg chg="addSp delSp modSp add del mod ord">
        <pc:chgData name="Romain Rachenne" userId="d05ffb5d262588ec" providerId="LiveId" clId="{FF77A0A4-3F06-49B9-B190-CE61B7B99AB3}" dt="2021-03-02T22:06:51.640" v="1922" actId="47"/>
        <pc:sldMkLst>
          <pc:docMk/>
          <pc:sldMk cId="3755263117" sldId="399"/>
        </pc:sldMkLst>
        <pc:spChg chg="mod">
          <ac:chgData name="Romain Rachenne" userId="d05ffb5d262588ec" providerId="LiveId" clId="{FF77A0A4-3F06-49B9-B190-CE61B7B99AB3}" dt="2021-03-02T18:35:06.603" v="132" actId="20577"/>
          <ac:spMkLst>
            <pc:docMk/>
            <pc:sldMk cId="3755263117" sldId="399"/>
            <ac:spMk id="2" creationId="{BB0E1512-F607-44DA-B649-3AF76BBE6027}"/>
          </ac:spMkLst>
        </pc:spChg>
        <pc:graphicFrameChg chg="mod modGraphic">
          <ac:chgData name="Romain Rachenne" userId="d05ffb5d262588ec" providerId="LiveId" clId="{FF77A0A4-3F06-49B9-B190-CE61B7B99AB3}" dt="2021-03-02T21:02:40.862" v="1268" actId="20577"/>
          <ac:graphicFrameMkLst>
            <pc:docMk/>
            <pc:sldMk cId="3755263117" sldId="399"/>
            <ac:graphicFrameMk id="46" creationId="{3FF73BD3-1181-47B5-9A78-EF5A57E45484}"/>
          </ac:graphicFrameMkLst>
        </pc:graphicFrameChg>
        <pc:picChg chg="mod">
          <ac:chgData name="Romain Rachenne" userId="d05ffb5d262588ec" providerId="LiveId" clId="{FF77A0A4-3F06-49B9-B190-CE61B7B99AB3}" dt="2021-03-02T18:36:02.314" v="242" actId="1076"/>
          <ac:picMkLst>
            <pc:docMk/>
            <pc:sldMk cId="3755263117" sldId="399"/>
            <ac:picMk id="2052" creationId="{6C9E0310-36E5-45C0-8312-022BD1859C44}"/>
          </ac:picMkLst>
        </pc:picChg>
        <pc:picChg chg="add del">
          <ac:chgData name="Romain Rachenne" userId="d05ffb5d262588ec" providerId="LiveId" clId="{FF77A0A4-3F06-49B9-B190-CE61B7B99AB3}" dt="2021-03-02T18:35:55.503" v="240" actId="478"/>
          <ac:picMkLst>
            <pc:docMk/>
            <pc:sldMk cId="3755263117" sldId="399"/>
            <ac:picMk id="2054" creationId="{3B58E394-7A03-4315-99CB-A6CB008E9E91}"/>
          </ac:picMkLst>
        </pc:picChg>
      </pc:sldChg>
      <pc:sldChg chg="addSp modSp add mod">
        <pc:chgData name="Romain Rachenne" userId="d05ffb5d262588ec" providerId="LiveId" clId="{FF77A0A4-3F06-49B9-B190-CE61B7B99AB3}" dt="2021-03-03T05:29:57.733" v="2332" actId="404"/>
        <pc:sldMkLst>
          <pc:docMk/>
          <pc:sldMk cId="4164544277" sldId="400"/>
        </pc:sldMkLst>
        <pc:spChg chg="mod">
          <ac:chgData name="Romain Rachenne" userId="d05ffb5d262588ec" providerId="LiveId" clId="{FF77A0A4-3F06-49B9-B190-CE61B7B99AB3}" dt="2021-03-03T05:29:57.733" v="2332" actId="404"/>
          <ac:spMkLst>
            <pc:docMk/>
            <pc:sldMk cId="4164544277" sldId="400"/>
            <ac:spMk id="2" creationId="{C43262ED-3DE2-4B1C-9B26-080C63D3A7B7}"/>
          </ac:spMkLst>
        </pc:spChg>
        <pc:picChg chg="add mod">
          <ac:chgData name="Romain Rachenne" userId="d05ffb5d262588ec" providerId="LiveId" clId="{FF77A0A4-3F06-49B9-B190-CE61B7B99AB3}" dt="2021-03-03T05:27:32.142" v="2255"/>
          <ac:picMkLst>
            <pc:docMk/>
            <pc:sldMk cId="4164544277" sldId="400"/>
            <ac:picMk id="4" creationId="{B524AA83-F93D-46EA-8E07-D3C8060A7C6D}"/>
          </ac:picMkLst>
        </pc:picChg>
        <pc:picChg chg="mod">
          <ac:chgData name="Romain Rachenne" userId="d05ffb5d262588ec" providerId="LiveId" clId="{FF77A0A4-3F06-49B9-B190-CE61B7B99AB3}" dt="2021-03-02T18:37:23.787" v="314" actId="1076"/>
          <ac:picMkLst>
            <pc:docMk/>
            <pc:sldMk cId="4164544277" sldId="400"/>
            <ac:picMk id="5" creationId="{F32E54EE-89FF-4AE5-9F3A-0EA4EE8FA2CE}"/>
          </ac:picMkLst>
        </pc:picChg>
        <pc:picChg chg="add mod">
          <ac:chgData name="Romain Rachenne" userId="d05ffb5d262588ec" providerId="LiveId" clId="{FF77A0A4-3F06-49B9-B190-CE61B7B99AB3}" dt="2021-03-03T05:28:58.222" v="2305"/>
          <ac:picMkLst>
            <pc:docMk/>
            <pc:sldMk cId="4164544277" sldId="400"/>
            <ac:picMk id="6" creationId="{B98CF024-9C6C-4D98-AE39-A73D22AAF71C}"/>
          </ac:picMkLst>
        </pc:picChg>
        <pc:picChg chg="add mod">
          <ac:chgData name="Romain Rachenne" userId="d05ffb5d262588ec" providerId="LiveId" clId="{FF77A0A4-3F06-49B9-B190-CE61B7B99AB3}" dt="2021-03-03T05:29:54.406" v="2328"/>
          <ac:picMkLst>
            <pc:docMk/>
            <pc:sldMk cId="4164544277" sldId="400"/>
            <ac:picMk id="7" creationId="{E11E2C27-7867-4FFA-B9CF-343D695BE1DC}"/>
          </ac:picMkLst>
        </pc:picChg>
      </pc:sldChg>
      <pc:sldChg chg="modSp add del mod ord setBg">
        <pc:chgData name="Romain Rachenne" userId="d05ffb5d262588ec" providerId="LiveId" clId="{FF77A0A4-3F06-49B9-B190-CE61B7B99AB3}" dt="2021-03-02T22:06:17.293" v="1875" actId="47"/>
        <pc:sldMkLst>
          <pc:docMk/>
          <pc:sldMk cId="2238939673" sldId="401"/>
        </pc:sldMkLst>
        <pc:spChg chg="mod">
          <ac:chgData name="Romain Rachenne" userId="d05ffb5d262588ec" providerId="LiveId" clId="{FF77A0A4-3F06-49B9-B190-CE61B7B99AB3}" dt="2021-03-02T18:37:12.231" v="311" actId="20577"/>
          <ac:spMkLst>
            <pc:docMk/>
            <pc:sldMk cId="2238939673" sldId="401"/>
            <ac:spMk id="2" creationId="{BB0E1512-F607-44DA-B649-3AF76BBE6027}"/>
          </ac:spMkLst>
        </pc:spChg>
        <pc:graphicFrameChg chg="mod">
          <ac:chgData name="Romain Rachenne" userId="d05ffb5d262588ec" providerId="LiveId" clId="{FF77A0A4-3F06-49B9-B190-CE61B7B99AB3}" dt="2021-03-02T18:37:10.239" v="309" actId="20577"/>
          <ac:graphicFrameMkLst>
            <pc:docMk/>
            <pc:sldMk cId="2238939673" sldId="401"/>
            <ac:graphicFrameMk id="46" creationId="{3FF73BD3-1181-47B5-9A78-EF5A57E45484}"/>
          </ac:graphicFrameMkLst>
        </pc:graphicFrameChg>
      </pc:sldChg>
      <pc:sldChg chg="new del">
        <pc:chgData name="Romain Rachenne" userId="d05ffb5d262588ec" providerId="LiveId" clId="{FF77A0A4-3F06-49B9-B190-CE61B7B99AB3}" dt="2021-03-02T18:42:57.190" v="335" actId="47"/>
        <pc:sldMkLst>
          <pc:docMk/>
          <pc:sldMk cId="762295712" sldId="402"/>
        </pc:sldMkLst>
      </pc:sldChg>
      <pc:sldChg chg="modSp add del mod">
        <pc:chgData name="Romain Rachenne" userId="d05ffb5d262588ec" providerId="LiveId" clId="{FF77A0A4-3F06-49B9-B190-CE61B7B99AB3}" dt="2021-03-02T18:44:39.214" v="533" actId="47"/>
        <pc:sldMkLst>
          <pc:docMk/>
          <pc:sldMk cId="3948395062" sldId="403"/>
        </pc:sldMkLst>
        <pc:spChg chg="mod">
          <ac:chgData name="Romain Rachenne" userId="d05ffb5d262588ec" providerId="LiveId" clId="{FF77A0A4-3F06-49B9-B190-CE61B7B99AB3}" dt="2021-03-02T18:43:22.568" v="437" actId="20577"/>
          <ac:spMkLst>
            <pc:docMk/>
            <pc:sldMk cId="3948395062" sldId="403"/>
            <ac:spMk id="2" creationId="{EE93C781-0F31-4290-8305-8A53F1636256}"/>
          </ac:spMkLst>
        </pc:spChg>
      </pc:sldChg>
      <pc:sldChg chg="new del">
        <pc:chgData name="Romain Rachenne" userId="d05ffb5d262588ec" providerId="LiveId" clId="{FF77A0A4-3F06-49B9-B190-CE61B7B99AB3}" dt="2021-03-02T18:43:26.958" v="439" actId="47"/>
        <pc:sldMkLst>
          <pc:docMk/>
          <pc:sldMk cId="344560427" sldId="404"/>
        </pc:sldMkLst>
      </pc:sldChg>
      <pc:sldChg chg="addSp modSp add mod">
        <pc:chgData name="Romain Rachenne" userId="d05ffb5d262588ec" providerId="LiveId" clId="{FF77A0A4-3F06-49B9-B190-CE61B7B99AB3}" dt="2021-03-03T05:29:44.224" v="2322" actId="404"/>
        <pc:sldMkLst>
          <pc:docMk/>
          <pc:sldMk cId="3683291470" sldId="404"/>
        </pc:sldMkLst>
        <pc:spChg chg="mod">
          <ac:chgData name="Romain Rachenne" userId="d05ffb5d262588ec" providerId="LiveId" clId="{FF77A0A4-3F06-49B9-B190-CE61B7B99AB3}" dt="2021-03-03T05:29:44.224" v="2322" actId="404"/>
          <ac:spMkLst>
            <pc:docMk/>
            <pc:sldMk cId="3683291470" sldId="404"/>
            <ac:spMk id="2" creationId="{EE93C781-0F31-4290-8305-8A53F1636256}"/>
          </ac:spMkLst>
        </pc:spChg>
        <pc:spChg chg="mod">
          <ac:chgData name="Romain Rachenne" userId="d05ffb5d262588ec" providerId="LiveId" clId="{FF77A0A4-3F06-49B9-B190-CE61B7B99AB3}" dt="2021-03-02T18:45:08.320" v="607" actId="1076"/>
          <ac:spMkLst>
            <pc:docMk/>
            <pc:sldMk cId="3683291470" sldId="404"/>
            <ac:spMk id="3" creationId="{7DC3508B-CD58-439D-BE58-97BFAE883DE6}"/>
          </ac:spMkLst>
        </pc:spChg>
        <pc:picChg chg="add mod">
          <ac:chgData name="Romain Rachenne" userId="d05ffb5d262588ec" providerId="LiveId" clId="{FF77A0A4-3F06-49B9-B190-CE61B7B99AB3}" dt="2021-03-03T05:27:27.062" v="2250"/>
          <ac:picMkLst>
            <pc:docMk/>
            <pc:sldMk cId="3683291470" sldId="404"/>
            <ac:picMk id="6" creationId="{20D8C4B9-4F49-4EE3-9101-656E3F9629EE}"/>
          </ac:picMkLst>
        </pc:picChg>
        <pc:picChg chg="add mod">
          <ac:chgData name="Romain Rachenne" userId="d05ffb5d262588ec" providerId="LiveId" clId="{FF77A0A4-3F06-49B9-B190-CE61B7B99AB3}" dt="2021-03-03T05:29:06.383" v="2310"/>
          <ac:picMkLst>
            <pc:docMk/>
            <pc:sldMk cId="3683291470" sldId="404"/>
            <ac:picMk id="7" creationId="{23B307A6-C034-4D43-B8BB-5FFEFF700B99}"/>
          </ac:picMkLst>
        </pc:picChg>
        <pc:picChg chg="add mod">
          <ac:chgData name="Romain Rachenne" userId="d05ffb5d262588ec" providerId="LiveId" clId="{FF77A0A4-3F06-49B9-B190-CE61B7B99AB3}" dt="2021-03-03T05:29:41.478" v="2321"/>
          <ac:picMkLst>
            <pc:docMk/>
            <pc:sldMk cId="3683291470" sldId="404"/>
            <ac:picMk id="8" creationId="{48CD428F-59C3-4CC9-97BA-0D4EF2472605}"/>
          </ac:picMkLst>
        </pc:picChg>
      </pc:sldChg>
      <pc:sldChg chg="addSp delSp modSp add mod ord">
        <pc:chgData name="Romain Rachenne" userId="d05ffb5d262588ec" providerId="LiveId" clId="{FF77A0A4-3F06-49B9-B190-CE61B7B99AB3}" dt="2021-03-03T05:31:28.671" v="2358"/>
        <pc:sldMkLst>
          <pc:docMk/>
          <pc:sldMk cId="2721406813" sldId="405"/>
        </pc:sldMkLst>
        <pc:spChg chg="mod">
          <ac:chgData name="Romain Rachenne" userId="d05ffb5d262588ec" providerId="LiveId" clId="{FF77A0A4-3F06-49B9-B190-CE61B7B99AB3}" dt="2021-03-02T21:01:41.261" v="1180" actId="20577"/>
          <ac:spMkLst>
            <pc:docMk/>
            <pc:sldMk cId="2721406813" sldId="405"/>
            <ac:spMk id="2" creationId="{32FDE881-F651-48F4-AAD4-80759D55B491}"/>
          </ac:spMkLst>
        </pc:spChg>
        <pc:picChg chg="add mod">
          <ac:chgData name="Romain Rachenne" userId="d05ffb5d262588ec" providerId="LiveId" clId="{FF77A0A4-3F06-49B9-B190-CE61B7B99AB3}" dt="2021-03-03T05:27:43.425" v="2264"/>
          <ac:picMkLst>
            <pc:docMk/>
            <pc:sldMk cId="2721406813" sldId="405"/>
            <ac:picMk id="4" creationId="{B16943EF-F314-4B97-9B48-B5C5A05BAD60}"/>
          </ac:picMkLst>
        </pc:picChg>
        <pc:picChg chg="add mod">
          <ac:chgData name="Romain Rachenne" userId="d05ffb5d262588ec" providerId="LiveId" clId="{FF77A0A4-3F06-49B9-B190-CE61B7B99AB3}" dt="2021-03-03T05:28:45.338" v="2296"/>
          <ac:picMkLst>
            <pc:docMk/>
            <pc:sldMk cId="2721406813" sldId="405"/>
            <ac:picMk id="5" creationId="{E48D6263-D774-46A5-9EFE-EF431CC28CA5}"/>
          </ac:picMkLst>
        </pc:picChg>
        <pc:picChg chg="add mod">
          <ac:chgData name="Romain Rachenne" userId="d05ffb5d262588ec" providerId="LiveId" clId="{FF77A0A4-3F06-49B9-B190-CE61B7B99AB3}" dt="2021-03-03T05:31:28.671" v="2358"/>
          <ac:picMkLst>
            <pc:docMk/>
            <pc:sldMk cId="2721406813" sldId="405"/>
            <ac:picMk id="6" creationId="{5E62E5E4-9B0C-4BD9-9FDF-1F8AB7DE216C}"/>
          </ac:picMkLst>
        </pc:picChg>
        <pc:picChg chg="del">
          <ac:chgData name="Romain Rachenne" userId="d05ffb5d262588ec" providerId="LiveId" clId="{FF77A0A4-3F06-49B9-B190-CE61B7B99AB3}" dt="2021-03-02T20:52:48.451" v="706" actId="478"/>
          <ac:picMkLst>
            <pc:docMk/>
            <pc:sldMk cId="2721406813" sldId="405"/>
            <ac:picMk id="10" creationId="{B5B4E70F-0C87-41DC-BCAB-67BFF42E17D2}"/>
          </ac:picMkLst>
        </pc:picChg>
        <pc:picChg chg="mod">
          <ac:chgData name="Romain Rachenne" userId="d05ffb5d262588ec" providerId="LiveId" clId="{FF77A0A4-3F06-49B9-B190-CE61B7B99AB3}" dt="2021-03-02T21:07:40.975" v="1479" actId="1076"/>
          <ac:picMkLst>
            <pc:docMk/>
            <pc:sldMk cId="2721406813" sldId="405"/>
            <ac:picMk id="14" creationId="{05DFD162-5117-496A-8796-4EE7B5936159}"/>
          </ac:picMkLst>
        </pc:picChg>
        <pc:picChg chg="del">
          <ac:chgData name="Romain Rachenne" userId="d05ffb5d262588ec" providerId="LiveId" clId="{FF77A0A4-3F06-49B9-B190-CE61B7B99AB3}" dt="2021-03-02T20:52:49.004" v="707" actId="478"/>
          <ac:picMkLst>
            <pc:docMk/>
            <pc:sldMk cId="2721406813" sldId="405"/>
            <ac:picMk id="16" creationId="{FB7DEE2B-B102-48B3-A325-41934ACE02F0}"/>
          </ac:picMkLst>
        </pc:picChg>
      </pc:sldChg>
      <pc:sldChg chg="addSp delSp modSp new mod ord setBg">
        <pc:chgData name="Romain Rachenne" userId="d05ffb5d262588ec" providerId="LiveId" clId="{FF77A0A4-3F06-49B9-B190-CE61B7B99AB3}" dt="2021-03-03T05:29:53.463" v="2327"/>
        <pc:sldMkLst>
          <pc:docMk/>
          <pc:sldMk cId="1014836943" sldId="406"/>
        </pc:sldMkLst>
        <pc:spChg chg="mod">
          <ac:chgData name="Romain Rachenne" userId="d05ffb5d262588ec" providerId="LiveId" clId="{FF77A0A4-3F06-49B9-B190-CE61B7B99AB3}" dt="2021-03-02T20:54:26.983" v="740" actId="26606"/>
          <ac:spMkLst>
            <pc:docMk/>
            <pc:sldMk cId="1014836943" sldId="406"/>
            <ac:spMk id="2" creationId="{0F08D4BC-7522-43C7-9E9A-E50F894378A7}"/>
          </ac:spMkLst>
        </pc:spChg>
        <pc:spChg chg="del">
          <ac:chgData name="Romain Rachenne" userId="d05ffb5d262588ec" providerId="LiveId" clId="{FF77A0A4-3F06-49B9-B190-CE61B7B99AB3}" dt="2021-03-02T20:54:17.885" v="714" actId="22"/>
          <ac:spMkLst>
            <pc:docMk/>
            <pc:sldMk cId="1014836943" sldId="406"/>
            <ac:spMk id="3" creationId="{17B8FC55-FAB8-4EE2-ABB2-E8BA4EFF50BB}"/>
          </ac:spMkLst>
        </pc:spChg>
        <pc:spChg chg="add del">
          <ac:chgData name="Romain Rachenne" userId="d05ffb5d262588ec" providerId="LiveId" clId="{FF77A0A4-3F06-49B9-B190-CE61B7B99AB3}" dt="2021-03-02T20:54:26.975" v="739" actId="26606"/>
          <ac:spMkLst>
            <pc:docMk/>
            <pc:sldMk cId="1014836943" sldId="406"/>
            <ac:spMk id="10" creationId="{4E4490D0-3672-446A-AC12-B4830333BDDD}"/>
          </ac:spMkLst>
        </pc:spChg>
        <pc:spChg chg="add del">
          <ac:chgData name="Romain Rachenne" userId="d05ffb5d262588ec" providerId="LiveId" clId="{FF77A0A4-3F06-49B9-B190-CE61B7B99AB3}" dt="2021-03-02T20:54:26.975" v="739" actId="26606"/>
          <ac:spMkLst>
            <pc:docMk/>
            <pc:sldMk cId="1014836943" sldId="406"/>
            <ac:spMk id="12" creationId="{39CB82C2-DF65-4EC1-8280-F201D50F570B}"/>
          </ac:spMkLst>
        </pc:spChg>
        <pc:spChg chg="add del">
          <ac:chgData name="Romain Rachenne" userId="d05ffb5d262588ec" providerId="LiveId" clId="{FF77A0A4-3F06-49B9-B190-CE61B7B99AB3}" dt="2021-03-02T20:54:26.975" v="739" actId="26606"/>
          <ac:spMkLst>
            <pc:docMk/>
            <pc:sldMk cId="1014836943" sldId="406"/>
            <ac:spMk id="16" creationId="{9971ECC5-51D9-4E70-89C1-3DCF3A3725B1}"/>
          </ac:spMkLst>
        </pc:spChg>
        <pc:spChg chg="add del">
          <ac:chgData name="Romain Rachenne" userId="d05ffb5d262588ec" providerId="LiveId" clId="{FF77A0A4-3F06-49B9-B190-CE61B7B99AB3}" dt="2021-03-02T20:54:26.975" v="739" actId="26606"/>
          <ac:spMkLst>
            <pc:docMk/>
            <pc:sldMk cId="1014836943" sldId="406"/>
            <ac:spMk id="20" creationId="{7E11F890-74C3-40C9-9A8B-A80E38704358}"/>
          </ac:spMkLst>
        </pc:spChg>
        <pc:spChg chg="add del">
          <ac:chgData name="Romain Rachenne" userId="d05ffb5d262588ec" providerId="LiveId" clId="{FF77A0A4-3F06-49B9-B190-CE61B7B99AB3}" dt="2021-03-02T20:54:26.975" v="739" actId="26606"/>
          <ac:spMkLst>
            <pc:docMk/>
            <pc:sldMk cId="1014836943" sldId="406"/>
            <ac:spMk id="22" creationId="{27874070-078A-470B-9C8C-BD1BCB55A005}"/>
          </ac:spMkLst>
        </pc:spChg>
        <pc:spChg chg="add">
          <ac:chgData name="Romain Rachenne" userId="d05ffb5d262588ec" providerId="LiveId" clId="{FF77A0A4-3F06-49B9-B190-CE61B7B99AB3}" dt="2021-03-02T20:54:26.983" v="740" actId="26606"/>
          <ac:spMkLst>
            <pc:docMk/>
            <pc:sldMk cId="1014836943" sldId="406"/>
            <ac:spMk id="24" creationId="{4E4490D0-3672-446A-AC12-B4830333BDDD}"/>
          </ac:spMkLst>
        </pc:spChg>
        <pc:spChg chg="add">
          <ac:chgData name="Romain Rachenne" userId="d05ffb5d262588ec" providerId="LiveId" clId="{FF77A0A4-3F06-49B9-B190-CE61B7B99AB3}" dt="2021-03-02T20:54:26.983" v="740" actId="26606"/>
          <ac:spMkLst>
            <pc:docMk/>
            <pc:sldMk cId="1014836943" sldId="406"/>
            <ac:spMk id="25" creationId="{39CB82C2-DF65-4EC1-8280-F201D50F570B}"/>
          </ac:spMkLst>
        </pc:spChg>
        <pc:spChg chg="add">
          <ac:chgData name="Romain Rachenne" userId="d05ffb5d262588ec" providerId="LiveId" clId="{FF77A0A4-3F06-49B9-B190-CE61B7B99AB3}" dt="2021-03-02T20:54:26.983" v="740" actId="26606"/>
          <ac:spMkLst>
            <pc:docMk/>
            <pc:sldMk cId="1014836943" sldId="406"/>
            <ac:spMk id="27" creationId="{C4AAA502-5435-489E-9538-3A40E6C71461}"/>
          </ac:spMkLst>
        </pc:spChg>
        <pc:spChg chg="add">
          <ac:chgData name="Romain Rachenne" userId="d05ffb5d262588ec" providerId="LiveId" clId="{FF77A0A4-3F06-49B9-B190-CE61B7B99AB3}" dt="2021-03-02T20:54:26.983" v="740" actId="26606"/>
          <ac:spMkLst>
            <pc:docMk/>
            <pc:sldMk cId="1014836943" sldId="406"/>
            <ac:spMk id="29" creationId="{DE42378B-2E28-4810-8421-7A473A40E376}"/>
          </ac:spMkLst>
        </pc:spChg>
        <pc:spChg chg="add">
          <ac:chgData name="Romain Rachenne" userId="d05ffb5d262588ec" providerId="LiveId" clId="{FF77A0A4-3F06-49B9-B190-CE61B7B99AB3}" dt="2021-03-02T20:54:26.983" v="740" actId="26606"/>
          <ac:spMkLst>
            <pc:docMk/>
            <pc:sldMk cId="1014836943" sldId="406"/>
            <ac:spMk id="30" creationId="{0D91DD17-237F-4811-BC0E-128EB1BD7CFE}"/>
          </ac:spMkLst>
        </pc:spChg>
        <pc:picChg chg="add mod ord">
          <ac:chgData name="Romain Rachenne" userId="d05ffb5d262588ec" providerId="LiveId" clId="{FF77A0A4-3F06-49B9-B190-CE61B7B99AB3}" dt="2021-03-02T20:54:26.983" v="740" actId="26606"/>
          <ac:picMkLst>
            <pc:docMk/>
            <pc:sldMk cId="1014836943" sldId="406"/>
            <ac:picMk id="5" creationId="{E60407C0-12D5-4CB9-A48D-E21AED01D503}"/>
          </ac:picMkLst>
        </pc:picChg>
        <pc:picChg chg="add mod">
          <ac:chgData name="Romain Rachenne" userId="d05ffb5d262588ec" providerId="LiveId" clId="{FF77A0A4-3F06-49B9-B190-CE61B7B99AB3}" dt="2021-03-03T05:27:31.335" v="2254"/>
          <ac:picMkLst>
            <pc:docMk/>
            <pc:sldMk cId="1014836943" sldId="406"/>
            <ac:picMk id="11" creationId="{2A738FAB-5BA9-4EEC-BF36-D70B98B2E7BD}"/>
          </ac:picMkLst>
        </pc:picChg>
        <pc:picChg chg="add mod">
          <ac:chgData name="Romain Rachenne" userId="d05ffb5d262588ec" providerId="LiveId" clId="{FF77A0A4-3F06-49B9-B190-CE61B7B99AB3}" dt="2021-03-03T05:29:00.142" v="2306"/>
          <ac:picMkLst>
            <pc:docMk/>
            <pc:sldMk cId="1014836943" sldId="406"/>
            <ac:picMk id="12" creationId="{E899D1C9-7F30-4FB6-91F6-1066E6643C5D}"/>
          </ac:picMkLst>
        </pc:picChg>
        <pc:picChg chg="add mod">
          <ac:chgData name="Romain Rachenne" userId="d05ffb5d262588ec" providerId="LiveId" clId="{FF77A0A4-3F06-49B9-B190-CE61B7B99AB3}" dt="2021-03-03T05:29:53.463" v="2327"/>
          <ac:picMkLst>
            <pc:docMk/>
            <pc:sldMk cId="1014836943" sldId="406"/>
            <ac:picMk id="13" creationId="{A12CC5D0-D8AA-45A4-94C1-48FBD937B86E}"/>
          </ac:picMkLst>
        </pc:picChg>
        <pc:cxnChg chg="add del">
          <ac:chgData name="Romain Rachenne" userId="d05ffb5d262588ec" providerId="LiveId" clId="{FF77A0A4-3F06-49B9-B190-CE61B7B99AB3}" dt="2021-03-02T20:54:26.975" v="739" actId="26606"/>
          <ac:cxnSpMkLst>
            <pc:docMk/>
            <pc:sldMk cId="1014836943" sldId="406"/>
            <ac:cxnSpMk id="14" creationId="{7E1D4427-852B-4B37-8E76-0E9F1810BA2A}"/>
          </ac:cxnSpMkLst>
        </pc:cxnChg>
        <pc:cxnChg chg="add del">
          <ac:chgData name="Romain Rachenne" userId="d05ffb5d262588ec" providerId="LiveId" clId="{FF77A0A4-3F06-49B9-B190-CE61B7B99AB3}" dt="2021-03-02T20:54:26.975" v="739" actId="26606"/>
          <ac:cxnSpMkLst>
            <pc:docMk/>
            <pc:sldMk cId="1014836943" sldId="406"/>
            <ac:cxnSpMk id="18" creationId="{432529AB-8F99-47FB-91B5-93565E543B50}"/>
          </ac:cxnSpMkLst>
        </pc:cxnChg>
        <pc:cxnChg chg="add">
          <ac:chgData name="Romain Rachenne" userId="d05ffb5d262588ec" providerId="LiveId" clId="{FF77A0A4-3F06-49B9-B190-CE61B7B99AB3}" dt="2021-03-02T20:54:26.983" v="740" actId="26606"/>
          <ac:cxnSpMkLst>
            <pc:docMk/>
            <pc:sldMk cId="1014836943" sldId="406"/>
            <ac:cxnSpMk id="26" creationId="{7E1D4427-852B-4B37-8E76-0E9F1810BA2A}"/>
          </ac:cxnSpMkLst>
        </pc:cxnChg>
        <pc:cxnChg chg="add">
          <ac:chgData name="Romain Rachenne" userId="d05ffb5d262588ec" providerId="LiveId" clId="{FF77A0A4-3F06-49B9-B190-CE61B7B99AB3}" dt="2021-03-02T20:54:26.983" v="740" actId="26606"/>
          <ac:cxnSpMkLst>
            <pc:docMk/>
            <pc:sldMk cId="1014836943" sldId="406"/>
            <ac:cxnSpMk id="28" creationId="{C9AC0290-4702-4519-B0F4-C2A46880997B}"/>
          </ac:cxnSpMkLst>
        </pc:cxnChg>
      </pc:sldChg>
      <pc:sldChg chg="addSp delSp modSp new mod">
        <pc:chgData name="Romain Rachenne" userId="d05ffb5d262588ec" providerId="LiveId" clId="{FF77A0A4-3F06-49B9-B190-CE61B7B99AB3}" dt="2021-03-03T05:30:55.577" v="2340" actId="404"/>
        <pc:sldMkLst>
          <pc:docMk/>
          <pc:sldMk cId="4260257819" sldId="407"/>
        </pc:sldMkLst>
        <pc:spChg chg="mod">
          <ac:chgData name="Romain Rachenne" userId="d05ffb5d262588ec" providerId="LiveId" clId="{FF77A0A4-3F06-49B9-B190-CE61B7B99AB3}" dt="2021-03-03T05:30:55.577" v="2340" actId="404"/>
          <ac:spMkLst>
            <pc:docMk/>
            <pc:sldMk cId="4260257819" sldId="407"/>
            <ac:spMk id="2" creationId="{8BEEB5DF-2C43-4B16-A047-876519D9AB8C}"/>
          </ac:spMkLst>
        </pc:spChg>
        <pc:spChg chg="del">
          <ac:chgData name="Romain Rachenne" userId="d05ffb5d262588ec" providerId="LiveId" clId="{FF77A0A4-3F06-49B9-B190-CE61B7B99AB3}" dt="2021-03-02T21:00:43.317" v="1150" actId="478"/>
          <ac:spMkLst>
            <pc:docMk/>
            <pc:sldMk cId="4260257819" sldId="407"/>
            <ac:spMk id="3" creationId="{2A74FBA3-0FB0-45EB-BEC1-765C4F1C495B}"/>
          </ac:spMkLst>
        </pc:spChg>
        <pc:graphicFrameChg chg="add mod">
          <ac:chgData name="Romain Rachenne" userId="d05ffb5d262588ec" providerId="LiveId" clId="{FF77A0A4-3F06-49B9-B190-CE61B7B99AB3}" dt="2021-03-02T21:00:46.623" v="1152" actId="1076"/>
          <ac:graphicFrameMkLst>
            <pc:docMk/>
            <pc:sldMk cId="4260257819" sldId="407"/>
            <ac:graphicFrameMk id="4" creationId="{88C5C42F-DA9E-42F1-8772-3991F70F8E58}"/>
          </ac:graphicFrameMkLst>
        </pc:graphicFrameChg>
        <pc:picChg chg="add mod">
          <ac:chgData name="Romain Rachenne" userId="d05ffb5d262588ec" providerId="LiveId" clId="{FF77A0A4-3F06-49B9-B190-CE61B7B99AB3}" dt="2021-03-03T05:27:36.158" v="2259"/>
          <ac:picMkLst>
            <pc:docMk/>
            <pc:sldMk cId="4260257819" sldId="407"/>
            <ac:picMk id="5" creationId="{5C82F2A2-6FD8-4A6A-9277-98249087F27A}"/>
          </ac:picMkLst>
        </pc:picChg>
        <pc:picChg chg="add mod">
          <ac:chgData name="Romain Rachenne" userId="d05ffb5d262588ec" providerId="LiveId" clId="{FF77A0A4-3F06-49B9-B190-CE61B7B99AB3}" dt="2021-03-03T05:28:51.982" v="2301"/>
          <ac:picMkLst>
            <pc:docMk/>
            <pc:sldMk cId="4260257819" sldId="407"/>
            <ac:picMk id="6" creationId="{59905E94-817B-43F3-ACDB-E4875831F632}"/>
          </ac:picMkLst>
        </pc:picChg>
        <pc:picChg chg="add mod">
          <ac:chgData name="Romain Rachenne" userId="d05ffb5d262588ec" providerId="LiveId" clId="{FF77A0A4-3F06-49B9-B190-CE61B7B99AB3}" dt="2021-03-03T05:30:05.006" v="2336"/>
          <ac:picMkLst>
            <pc:docMk/>
            <pc:sldMk cId="4260257819" sldId="407"/>
            <ac:picMk id="7" creationId="{EE621958-F27A-4773-B770-D7C37FCFDA91}"/>
          </ac:picMkLst>
        </pc:picChg>
      </pc:sldChg>
      <pc:sldChg chg="addSp delSp modSp new del mod">
        <pc:chgData name="Romain Rachenne" userId="d05ffb5d262588ec" providerId="LiveId" clId="{FF77A0A4-3F06-49B9-B190-CE61B7B99AB3}" dt="2021-03-02T21:00:48.474" v="1153" actId="47"/>
        <pc:sldMkLst>
          <pc:docMk/>
          <pc:sldMk cId="915522692" sldId="408"/>
        </pc:sldMkLst>
        <pc:spChg chg="add del mod">
          <ac:chgData name="Romain Rachenne" userId="d05ffb5d262588ec" providerId="LiveId" clId="{FF77A0A4-3F06-49B9-B190-CE61B7B99AB3}" dt="2021-03-02T21:00:20.791" v="1145" actId="478"/>
          <ac:spMkLst>
            <pc:docMk/>
            <pc:sldMk cId="915522692" sldId="408"/>
            <ac:spMk id="3" creationId="{94C4609B-72CD-4635-B4B4-0D87BAD843C9}"/>
          </ac:spMkLst>
        </pc:spChg>
        <pc:spChg chg="add del mod">
          <ac:chgData name="Romain Rachenne" userId="d05ffb5d262588ec" providerId="LiveId" clId="{FF77A0A4-3F06-49B9-B190-CE61B7B99AB3}" dt="2021-03-02T21:00:28.013" v="1146" actId="478"/>
          <ac:spMkLst>
            <pc:docMk/>
            <pc:sldMk cId="915522692" sldId="408"/>
            <ac:spMk id="9" creationId="{0708A933-6CD2-47CA-B423-6A79605A26AB}"/>
          </ac:spMkLst>
        </pc:spChg>
        <pc:graphicFrameChg chg="add del mod modGraphic">
          <ac:chgData name="Romain Rachenne" userId="d05ffb5d262588ec" providerId="LiveId" clId="{FF77A0A4-3F06-49B9-B190-CE61B7B99AB3}" dt="2021-03-02T21:00:41.369" v="1149" actId="21"/>
          <ac:graphicFrameMkLst>
            <pc:docMk/>
            <pc:sldMk cId="915522692" sldId="408"/>
            <ac:graphicFrameMk id="7" creationId="{6B14790B-E9B4-48AE-B6EB-68148F303756}"/>
          </ac:graphicFrameMkLst>
        </pc:graphicFrameChg>
        <pc:picChg chg="add del mod">
          <ac:chgData name="Romain Rachenne" userId="d05ffb5d262588ec" providerId="LiveId" clId="{FF77A0A4-3F06-49B9-B190-CE61B7B99AB3}" dt="2021-03-02T20:56:30.359" v="775"/>
          <ac:picMkLst>
            <pc:docMk/>
            <pc:sldMk cId="915522692" sldId="408"/>
            <ac:picMk id="4" creationId="{75E23DC6-0CE4-4A95-A120-C06A8B5B502D}"/>
          </ac:picMkLst>
        </pc:picChg>
        <pc:cxnChg chg="add">
          <ac:chgData name="Romain Rachenne" userId="d05ffb5d262588ec" providerId="LiveId" clId="{FF77A0A4-3F06-49B9-B190-CE61B7B99AB3}" dt="2021-03-02T20:56:56.832" v="841" actId="11529"/>
          <ac:cxnSpMkLst>
            <pc:docMk/>
            <pc:sldMk cId="915522692" sldId="408"/>
            <ac:cxnSpMk id="6" creationId="{F81FDBB2-5E04-4844-AC8E-4D9194BCADEA}"/>
          </ac:cxnSpMkLst>
        </pc:cxnChg>
      </pc:sldChg>
      <pc:sldChg chg="addSp modSp add ord">
        <pc:chgData name="Romain Rachenne" userId="d05ffb5d262588ec" providerId="LiveId" clId="{FF77A0A4-3F06-49B9-B190-CE61B7B99AB3}" dt="2021-03-03T05:30:02.150" v="2334"/>
        <pc:sldMkLst>
          <pc:docMk/>
          <pc:sldMk cId="3113619936" sldId="408"/>
        </pc:sldMkLst>
        <pc:picChg chg="add mod">
          <ac:chgData name="Romain Rachenne" userId="d05ffb5d262588ec" providerId="LiveId" clId="{FF77A0A4-3F06-49B9-B190-CE61B7B99AB3}" dt="2021-03-03T05:27:34.254" v="2257"/>
          <ac:picMkLst>
            <pc:docMk/>
            <pc:sldMk cId="3113619936" sldId="408"/>
            <ac:picMk id="4" creationId="{8DC13253-96AA-439B-A65E-1B9E323B4BED}"/>
          </ac:picMkLst>
        </pc:picChg>
        <pc:picChg chg="add mod">
          <ac:chgData name="Romain Rachenne" userId="d05ffb5d262588ec" providerId="LiveId" clId="{FF77A0A4-3F06-49B9-B190-CE61B7B99AB3}" dt="2021-03-03T05:28:55.422" v="2303"/>
          <ac:picMkLst>
            <pc:docMk/>
            <pc:sldMk cId="3113619936" sldId="408"/>
            <ac:picMk id="6" creationId="{BC16630B-8B54-4CEC-8750-FE3F67C26D85}"/>
          </ac:picMkLst>
        </pc:picChg>
        <pc:picChg chg="add mod">
          <ac:chgData name="Romain Rachenne" userId="d05ffb5d262588ec" providerId="LiveId" clId="{FF77A0A4-3F06-49B9-B190-CE61B7B99AB3}" dt="2021-03-03T05:30:02.150" v="2334"/>
          <ac:picMkLst>
            <pc:docMk/>
            <pc:sldMk cId="3113619936" sldId="408"/>
            <ac:picMk id="7" creationId="{A648C828-8269-4F27-8C94-7A1898368436}"/>
          </ac:picMkLst>
        </pc:picChg>
      </pc:sldChg>
      <pc:sldChg chg="new del ord">
        <pc:chgData name="Romain Rachenne" userId="d05ffb5d262588ec" providerId="LiveId" clId="{FF77A0A4-3F06-49B9-B190-CE61B7B99AB3}" dt="2021-03-02T21:03:25.477" v="1322" actId="47"/>
        <pc:sldMkLst>
          <pc:docMk/>
          <pc:sldMk cId="564134376" sldId="409"/>
        </pc:sldMkLst>
      </pc:sldChg>
      <pc:sldChg chg="addSp delSp modSp new mod setBg">
        <pc:chgData name="Romain Rachenne" userId="d05ffb5d262588ec" providerId="LiveId" clId="{FF77A0A4-3F06-49B9-B190-CE61B7B99AB3}" dt="2021-03-03T05:29:52.161" v="2326"/>
        <pc:sldMkLst>
          <pc:docMk/>
          <pc:sldMk cId="2271538676" sldId="410"/>
        </pc:sldMkLst>
        <pc:spChg chg="mod">
          <ac:chgData name="Romain Rachenne" userId="d05ffb5d262588ec" providerId="LiveId" clId="{FF77A0A4-3F06-49B9-B190-CE61B7B99AB3}" dt="2021-03-02T21:03:49.815" v="1368" actId="404"/>
          <ac:spMkLst>
            <pc:docMk/>
            <pc:sldMk cId="2271538676" sldId="410"/>
            <ac:spMk id="2" creationId="{4D8667EE-B801-4C43-A6B1-B287688059ED}"/>
          </ac:spMkLst>
        </pc:spChg>
        <pc:spChg chg="del">
          <ac:chgData name="Romain Rachenne" userId="d05ffb5d262588ec" providerId="LiveId" clId="{FF77A0A4-3F06-49B9-B190-CE61B7B99AB3}" dt="2021-03-02T21:02:59.190" v="1273" actId="478"/>
          <ac:spMkLst>
            <pc:docMk/>
            <pc:sldMk cId="2271538676" sldId="410"/>
            <ac:spMk id="3" creationId="{56323CD9-3941-43E9-A56C-698C068811A2}"/>
          </ac:spMkLst>
        </pc:spChg>
        <pc:spChg chg="add">
          <ac:chgData name="Romain Rachenne" userId="d05ffb5d262588ec" providerId="LiveId" clId="{FF77A0A4-3F06-49B9-B190-CE61B7B99AB3}" dt="2021-03-02T21:03:08.680" v="1308" actId="26606"/>
          <ac:spMkLst>
            <pc:docMk/>
            <pc:sldMk cId="2271538676" sldId="410"/>
            <ac:spMk id="8" creationId="{25C8D2C1-DA83-420D-9635-D52CE066B5DA}"/>
          </ac:spMkLst>
        </pc:spChg>
        <pc:spChg chg="add">
          <ac:chgData name="Romain Rachenne" userId="d05ffb5d262588ec" providerId="LiveId" clId="{FF77A0A4-3F06-49B9-B190-CE61B7B99AB3}" dt="2021-03-02T21:03:08.680" v="1308" actId="26606"/>
          <ac:spMkLst>
            <pc:docMk/>
            <pc:sldMk cId="2271538676" sldId="410"/>
            <ac:spMk id="10" creationId="{434F74C9-6A0B-409E-AD1C-45B58BE91BB8}"/>
          </ac:spMkLst>
        </pc:spChg>
        <pc:spChg chg="add">
          <ac:chgData name="Romain Rachenne" userId="d05ffb5d262588ec" providerId="LiveId" clId="{FF77A0A4-3F06-49B9-B190-CE61B7B99AB3}" dt="2021-03-02T21:03:08.680" v="1308" actId="26606"/>
          <ac:spMkLst>
            <pc:docMk/>
            <pc:sldMk cId="2271538676" sldId="410"/>
            <ac:spMk id="16" creationId="{1C520CBD-F82E-44E4-BDA5-128716AD79C8}"/>
          </ac:spMkLst>
        </pc:spChg>
        <pc:spChg chg="add">
          <ac:chgData name="Romain Rachenne" userId="d05ffb5d262588ec" providerId="LiveId" clId="{FF77A0A4-3F06-49B9-B190-CE61B7B99AB3}" dt="2021-03-02T21:03:08.680" v="1308" actId="26606"/>
          <ac:spMkLst>
            <pc:docMk/>
            <pc:sldMk cId="2271538676" sldId="410"/>
            <ac:spMk id="18" creationId="{4618AE32-A526-42FC-A854-732740BD38DA}"/>
          </ac:spMkLst>
        </pc:spChg>
        <pc:picChg chg="add">
          <ac:chgData name="Romain Rachenne" userId="d05ffb5d262588ec" providerId="LiveId" clId="{FF77A0A4-3F06-49B9-B190-CE61B7B99AB3}" dt="2021-03-02T21:03:08.680" v="1308" actId="26606"/>
          <ac:picMkLst>
            <pc:docMk/>
            <pc:sldMk cId="2271538676" sldId="410"/>
            <ac:picMk id="4" creationId="{60E9C02A-2D60-4C9C-B402-1C3D388EE2EC}"/>
          </ac:picMkLst>
        </pc:picChg>
        <pc:picChg chg="add mod">
          <ac:chgData name="Romain Rachenne" userId="d05ffb5d262588ec" providerId="LiveId" clId="{FF77A0A4-3F06-49B9-B190-CE61B7B99AB3}" dt="2021-03-03T05:27:30.261" v="2253"/>
          <ac:picMkLst>
            <pc:docMk/>
            <pc:sldMk cId="2271538676" sldId="410"/>
            <ac:picMk id="11" creationId="{CA430D27-003F-4BDB-9D23-578FE08DBB30}"/>
          </ac:picMkLst>
        </pc:picChg>
        <pc:picChg chg="add mod">
          <ac:chgData name="Romain Rachenne" userId="d05ffb5d262588ec" providerId="LiveId" clId="{FF77A0A4-3F06-49B9-B190-CE61B7B99AB3}" dt="2021-03-03T05:29:01.862" v="2307"/>
          <ac:picMkLst>
            <pc:docMk/>
            <pc:sldMk cId="2271538676" sldId="410"/>
            <ac:picMk id="13" creationId="{3CB4C39A-0A90-4340-B1C5-7AB17445AC58}"/>
          </ac:picMkLst>
        </pc:picChg>
        <pc:picChg chg="add mod">
          <ac:chgData name="Romain Rachenne" userId="d05ffb5d262588ec" providerId="LiveId" clId="{FF77A0A4-3F06-49B9-B190-CE61B7B99AB3}" dt="2021-03-03T05:29:52.161" v="2326"/>
          <ac:picMkLst>
            <pc:docMk/>
            <pc:sldMk cId="2271538676" sldId="410"/>
            <ac:picMk id="15" creationId="{FC54C4AC-A18F-444A-B214-DD2DC51B7C21}"/>
          </ac:picMkLst>
        </pc:picChg>
        <pc:cxnChg chg="add">
          <ac:chgData name="Romain Rachenne" userId="d05ffb5d262588ec" providerId="LiveId" clId="{FF77A0A4-3F06-49B9-B190-CE61B7B99AB3}" dt="2021-03-02T21:03:08.680" v="1308" actId="26606"/>
          <ac:cxnSpMkLst>
            <pc:docMk/>
            <pc:sldMk cId="2271538676" sldId="410"/>
            <ac:cxnSpMk id="12" creationId="{F5486A9D-1265-4B57-91E6-68E666B978BC}"/>
          </ac:cxnSpMkLst>
        </pc:cxnChg>
        <pc:cxnChg chg="add">
          <ac:chgData name="Romain Rachenne" userId="d05ffb5d262588ec" providerId="LiveId" clId="{FF77A0A4-3F06-49B9-B190-CE61B7B99AB3}" dt="2021-03-02T21:03:08.680" v="1308" actId="26606"/>
          <ac:cxnSpMkLst>
            <pc:docMk/>
            <pc:sldMk cId="2271538676" sldId="410"/>
            <ac:cxnSpMk id="14" creationId="{77AB95BF-57D0-4E49-9EF2-408B47C8D40D}"/>
          </ac:cxnSpMkLst>
        </pc:cxnChg>
      </pc:sldChg>
      <pc:sldChg chg="addSp delSp modSp add mod ord setBg delDesignElem">
        <pc:chgData name="Romain Rachenne" userId="d05ffb5d262588ec" providerId="LiveId" clId="{FF77A0A4-3F06-49B9-B190-CE61B7B99AB3}" dt="2021-03-03T05:31:07.504" v="2343"/>
        <pc:sldMkLst>
          <pc:docMk/>
          <pc:sldMk cId="1097415183" sldId="411"/>
        </pc:sldMkLst>
        <pc:spChg chg="mod">
          <ac:chgData name="Romain Rachenne" userId="d05ffb5d262588ec" providerId="LiveId" clId="{FF77A0A4-3F06-49B9-B190-CE61B7B99AB3}" dt="2021-03-02T21:03:41.582" v="1367" actId="404"/>
          <ac:spMkLst>
            <pc:docMk/>
            <pc:sldMk cId="1097415183" sldId="411"/>
            <ac:spMk id="2" creationId="{4D8667EE-B801-4C43-A6B1-B287688059ED}"/>
          </ac:spMkLst>
        </pc:spChg>
        <pc:spChg chg="del">
          <ac:chgData name="Romain Rachenne" userId="d05ffb5d262588ec" providerId="LiveId" clId="{FF77A0A4-3F06-49B9-B190-CE61B7B99AB3}" dt="2021-03-02T21:03:19.914" v="1317"/>
          <ac:spMkLst>
            <pc:docMk/>
            <pc:sldMk cId="1097415183" sldId="411"/>
            <ac:spMk id="8" creationId="{25C8D2C1-DA83-420D-9635-D52CE066B5DA}"/>
          </ac:spMkLst>
        </pc:spChg>
        <pc:spChg chg="del">
          <ac:chgData name="Romain Rachenne" userId="d05ffb5d262588ec" providerId="LiveId" clId="{FF77A0A4-3F06-49B9-B190-CE61B7B99AB3}" dt="2021-03-02T21:03:19.914" v="1317"/>
          <ac:spMkLst>
            <pc:docMk/>
            <pc:sldMk cId="1097415183" sldId="411"/>
            <ac:spMk id="10" creationId="{434F74C9-6A0B-409E-AD1C-45B58BE91BB8}"/>
          </ac:spMkLst>
        </pc:spChg>
        <pc:spChg chg="del">
          <ac:chgData name="Romain Rachenne" userId="d05ffb5d262588ec" providerId="LiveId" clId="{FF77A0A4-3F06-49B9-B190-CE61B7B99AB3}" dt="2021-03-02T21:03:19.914" v="1317"/>
          <ac:spMkLst>
            <pc:docMk/>
            <pc:sldMk cId="1097415183" sldId="411"/>
            <ac:spMk id="16" creationId="{1C520CBD-F82E-44E4-BDA5-128716AD79C8}"/>
          </ac:spMkLst>
        </pc:spChg>
        <pc:spChg chg="del">
          <ac:chgData name="Romain Rachenne" userId="d05ffb5d262588ec" providerId="LiveId" clId="{FF77A0A4-3F06-49B9-B190-CE61B7B99AB3}" dt="2021-03-02T21:03:19.914" v="1317"/>
          <ac:spMkLst>
            <pc:docMk/>
            <pc:sldMk cId="1097415183" sldId="411"/>
            <ac:spMk id="18" creationId="{4618AE32-A526-42FC-A854-732740BD38DA}"/>
          </ac:spMkLst>
        </pc:spChg>
        <pc:picChg chg="add mod">
          <ac:chgData name="Romain Rachenne" userId="d05ffb5d262588ec" providerId="LiveId" clId="{FF77A0A4-3F06-49B9-B190-CE61B7B99AB3}" dt="2021-03-03T05:27:39.123" v="2262"/>
          <ac:picMkLst>
            <pc:docMk/>
            <pc:sldMk cId="1097415183" sldId="411"/>
            <ac:picMk id="5" creationId="{63074730-EFC3-4DA6-8E6C-16295AB07D33}"/>
          </ac:picMkLst>
        </pc:picChg>
        <pc:picChg chg="add mod">
          <ac:chgData name="Romain Rachenne" userId="d05ffb5d262588ec" providerId="LiveId" clId="{FF77A0A4-3F06-49B9-B190-CE61B7B99AB3}" dt="2021-03-03T05:28:48.534" v="2298"/>
          <ac:picMkLst>
            <pc:docMk/>
            <pc:sldMk cId="1097415183" sldId="411"/>
            <ac:picMk id="6" creationId="{55965775-DD9A-43BB-A4E6-9F676A28DA0E}"/>
          </ac:picMkLst>
        </pc:picChg>
        <pc:picChg chg="add mod">
          <ac:chgData name="Romain Rachenne" userId="d05ffb5d262588ec" providerId="LiveId" clId="{FF77A0A4-3F06-49B9-B190-CE61B7B99AB3}" dt="2021-03-03T05:31:07.504" v="2343"/>
          <ac:picMkLst>
            <pc:docMk/>
            <pc:sldMk cId="1097415183" sldId="411"/>
            <ac:picMk id="7" creationId="{94CF5D14-FCA9-432F-925D-36F75DB0EAE9}"/>
          </ac:picMkLst>
        </pc:picChg>
        <pc:cxnChg chg="del">
          <ac:chgData name="Romain Rachenne" userId="d05ffb5d262588ec" providerId="LiveId" clId="{FF77A0A4-3F06-49B9-B190-CE61B7B99AB3}" dt="2021-03-02T21:03:19.914" v="1317"/>
          <ac:cxnSpMkLst>
            <pc:docMk/>
            <pc:sldMk cId="1097415183" sldId="411"/>
            <ac:cxnSpMk id="12" creationId="{F5486A9D-1265-4B57-91E6-68E666B978BC}"/>
          </ac:cxnSpMkLst>
        </pc:cxnChg>
        <pc:cxnChg chg="del">
          <ac:chgData name="Romain Rachenne" userId="d05ffb5d262588ec" providerId="LiveId" clId="{FF77A0A4-3F06-49B9-B190-CE61B7B99AB3}" dt="2021-03-02T21:03:19.914" v="1317"/>
          <ac:cxnSpMkLst>
            <pc:docMk/>
            <pc:sldMk cId="1097415183" sldId="411"/>
            <ac:cxnSpMk id="14" creationId="{77AB95BF-57D0-4E49-9EF2-408B47C8D40D}"/>
          </ac:cxnSpMkLst>
        </pc:cxnChg>
      </pc:sldChg>
      <pc:sldChg chg="modSp new del mod">
        <pc:chgData name="Romain Rachenne" userId="d05ffb5d262588ec" providerId="LiveId" clId="{FF77A0A4-3F06-49B9-B190-CE61B7B99AB3}" dt="2021-03-02T21:20:09.382" v="1507" actId="47"/>
        <pc:sldMkLst>
          <pc:docMk/>
          <pc:sldMk cId="613961412" sldId="412"/>
        </pc:sldMkLst>
        <pc:spChg chg="mod">
          <ac:chgData name="Romain Rachenne" userId="d05ffb5d262588ec" providerId="LiveId" clId="{FF77A0A4-3F06-49B9-B190-CE61B7B99AB3}" dt="2021-03-02T21:19:59.289" v="1504" actId="20577"/>
          <ac:spMkLst>
            <pc:docMk/>
            <pc:sldMk cId="613961412" sldId="412"/>
            <ac:spMk id="2" creationId="{2C364CE7-6FDB-4597-8329-C6A8E71C1DA1}"/>
          </ac:spMkLst>
        </pc:spChg>
      </pc:sldChg>
      <pc:sldChg chg="new del">
        <pc:chgData name="Romain Rachenne" userId="d05ffb5d262588ec" providerId="LiveId" clId="{FF77A0A4-3F06-49B9-B190-CE61B7B99AB3}" dt="2021-03-02T21:20:10.582" v="1508" actId="47"/>
        <pc:sldMkLst>
          <pc:docMk/>
          <pc:sldMk cId="973937917" sldId="413"/>
        </pc:sldMkLst>
      </pc:sldChg>
      <pc:sldChg chg="addSp delSp modSp new mod">
        <pc:chgData name="Romain Rachenne" userId="d05ffb5d262588ec" providerId="LiveId" clId="{FF77A0A4-3F06-49B9-B190-CE61B7B99AB3}" dt="2021-03-03T05:31:29.839" v="2359"/>
        <pc:sldMkLst>
          <pc:docMk/>
          <pc:sldMk cId="1021568258" sldId="414"/>
        </pc:sldMkLst>
        <pc:spChg chg="mod">
          <ac:chgData name="Romain Rachenne" userId="d05ffb5d262588ec" providerId="LiveId" clId="{FF77A0A4-3F06-49B9-B190-CE61B7B99AB3}" dt="2021-03-02T21:24:17.321" v="1571" actId="20577"/>
          <ac:spMkLst>
            <pc:docMk/>
            <pc:sldMk cId="1021568258" sldId="414"/>
            <ac:spMk id="2" creationId="{55F9BD96-8650-456F-97FD-2F4AF6BB2E6F}"/>
          </ac:spMkLst>
        </pc:spChg>
        <pc:spChg chg="del">
          <ac:chgData name="Romain Rachenne" userId="d05ffb5d262588ec" providerId="LiveId" clId="{FF77A0A4-3F06-49B9-B190-CE61B7B99AB3}" dt="2021-03-02T21:23:29.610" v="1509" actId="22"/>
          <ac:spMkLst>
            <pc:docMk/>
            <pc:sldMk cId="1021568258" sldId="414"/>
            <ac:spMk id="3" creationId="{26159B05-1F9E-49E9-8F6C-639E86EC3C36}"/>
          </ac:spMkLst>
        </pc:spChg>
        <pc:spChg chg="add del mod">
          <ac:chgData name="Romain Rachenne" userId="d05ffb5d262588ec" providerId="LiveId" clId="{FF77A0A4-3F06-49B9-B190-CE61B7B99AB3}" dt="2021-03-02T21:24:06.233" v="1512" actId="478"/>
          <ac:spMkLst>
            <pc:docMk/>
            <pc:sldMk cId="1021568258" sldId="414"/>
            <ac:spMk id="7" creationId="{88FEC40C-6D4B-4B31-9BED-85B6365F9F7C}"/>
          </ac:spMkLst>
        </pc:spChg>
        <pc:picChg chg="add mod">
          <ac:chgData name="Romain Rachenne" userId="d05ffb5d262588ec" providerId="LiveId" clId="{FF77A0A4-3F06-49B9-B190-CE61B7B99AB3}" dt="2021-03-03T05:27:44.278" v="2265"/>
          <ac:picMkLst>
            <pc:docMk/>
            <pc:sldMk cId="1021568258" sldId="414"/>
            <ac:picMk id="4" creationId="{0871C0A7-3D51-45D9-B59E-070FACF130D9}"/>
          </ac:picMkLst>
        </pc:picChg>
        <pc:picChg chg="add mod">
          <ac:chgData name="Romain Rachenne" userId="d05ffb5d262588ec" providerId="LiveId" clId="{FF77A0A4-3F06-49B9-B190-CE61B7B99AB3}" dt="2021-03-03T05:28:44.070" v="2295"/>
          <ac:picMkLst>
            <pc:docMk/>
            <pc:sldMk cId="1021568258" sldId="414"/>
            <ac:picMk id="5" creationId="{9130C7E0-4CFE-43D1-8437-290C47543DE8}"/>
          </ac:picMkLst>
        </pc:picChg>
        <pc:picChg chg="add del mod ord">
          <ac:chgData name="Romain Rachenne" userId="d05ffb5d262588ec" providerId="LiveId" clId="{FF77A0A4-3F06-49B9-B190-CE61B7B99AB3}" dt="2021-03-02T21:24:04.244" v="1510" actId="478"/>
          <ac:picMkLst>
            <pc:docMk/>
            <pc:sldMk cId="1021568258" sldId="414"/>
            <ac:picMk id="5" creationId="{E6163940-6EC3-4F09-A837-D209FC95D349}"/>
          </ac:picMkLst>
        </pc:picChg>
        <pc:picChg chg="add mod">
          <ac:chgData name="Romain Rachenne" userId="d05ffb5d262588ec" providerId="LiveId" clId="{FF77A0A4-3F06-49B9-B190-CE61B7B99AB3}" dt="2021-03-03T05:31:29.839" v="2359"/>
          <ac:picMkLst>
            <pc:docMk/>
            <pc:sldMk cId="1021568258" sldId="414"/>
            <ac:picMk id="6" creationId="{E2ADDEBE-45D3-46AA-AE67-B2BEC2A5C54E}"/>
          </ac:picMkLst>
        </pc:picChg>
        <pc:picChg chg="add mod">
          <ac:chgData name="Romain Rachenne" userId="d05ffb5d262588ec" providerId="LiveId" clId="{FF77A0A4-3F06-49B9-B190-CE61B7B99AB3}" dt="2021-03-02T21:24:25.138" v="1574" actId="1076"/>
          <ac:picMkLst>
            <pc:docMk/>
            <pc:sldMk cId="1021568258" sldId="414"/>
            <ac:picMk id="9" creationId="{47287723-A768-4E00-9C70-0E2F8ABEB903}"/>
          </ac:picMkLst>
        </pc:picChg>
      </pc:sldChg>
      <pc:sldChg chg="addSp delSp modSp new mod">
        <pc:chgData name="Romain Rachenne" userId="d05ffb5d262588ec" providerId="LiveId" clId="{FF77A0A4-3F06-49B9-B190-CE61B7B99AB3}" dt="2021-03-03T05:31:31.663" v="2360"/>
        <pc:sldMkLst>
          <pc:docMk/>
          <pc:sldMk cId="926219172" sldId="415"/>
        </pc:sldMkLst>
        <pc:spChg chg="mod">
          <ac:chgData name="Romain Rachenne" userId="d05ffb5d262588ec" providerId="LiveId" clId="{FF77A0A4-3F06-49B9-B190-CE61B7B99AB3}" dt="2021-03-02T21:59:46.320" v="1597" actId="20577"/>
          <ac:spMkLst>
            <pc:docMk/>
            <pc:sldMk cId="926219172" sldId="415"/>
            <ac:spMk id="2" creationId="{E6384C2E-BF7B-4982-801C-6DA03F2B1139}"/>
          </ac:spMkLst>
        </pc:spChg>
        <pc:spChg chg="del">
          <ac:chgData name="Romain Rachenne" userId="d05ffb5d262588ec" providerId="LiveId" clId="{FF77A0A4-3F06-49B9-B190-CE61B7B99AB3}" dt="2021-03-02T21:59:39.704" v="1577" actId="478"/>
          <ac:spMkLst>
            <pc:docMk/>
            <pc:sldMk cId="926219172" sldId="415"/>
            <ac:spMk id="3" creationId="{F51F40B1-DBD4-4A11-8F31-65F298392FD1}"/>
          </ac:spMkLst>
        </pc:spChg>
        <pc:picChg chg="add mod">
          <ac:chgData name="Romain Rachenne" userId="d05ffb5d262588ec" providerId="LiveId" clId="{FF77A0A4-3F06-49B9-B190-CE61B7B99AB3}" dt="2021-03-02T21:59:58.569" v="1599" actId="1076"/>
          <ac:picMkLst>
            <pc:docMk/>
            <pc:sldMk cId="926219172" sldId="415"/>
            <ac:picMk id="5" creationId="{17A62FE2-9C92-4A1D-BB89-AD2A5543F01D}"/>
          </ac:picMkLst>
        </pc:picChg>
        <pc:picChg chg="add mod">
          <ac:chgData name="Romain Rachenne" userId="d05ffb5d262588ec" providerId="LiveId" clId="{FF77A0A4-3F06-49B9-B190-CE61B7B99AB3}" dt="2021-03-02T21:59:54.213" v="1598" actId="1076"/>
          <ac:picMkLst>
            <pc:docMk/>
            <pc:sldMk cId="926219172" sldId="415"/>
            <ac:picMk id="6" creationId="{2E206534-648F-4EB5-B59D-2E5CBB6FA091}"/>
          </ac:picMkLst>
        </pc:picChg>
        <pc:picChg chg="add mod">
          <ac:chgData name="Romain Rachenne" userId="d05ffb5d262588ec" providerId="LiveId" clId="{FF77A0A4-3F06-49B9-B190-CE61B7B99AB3}" dt="2021-03-03T05:27:45.269" v="2266"/>
          <ac:picMkLst>
            <pc:docMk/>
            <pc:sldMk cId="926219172" sldId="415"/>
            <ac:picMk id="7" creationId="{14B88ADF-539B-44E7-8996-367725BFCA94}"/>
          </ac:picMkLst>
        </pc:picChg>
        <pc:picChg chg="add mod">
          <ac:chgData name="Romain Rachenne" userId="d05ffb5d262588ec" providerId="LiveId" clId="{FF77A0A4-3F06-49B9-B190-CE61B7B99AB3}" dt="2021-03-03T05:28:43.239" v="2294"/>
          <ac:picMkLst>
            <pc:docMk/>
            <pc:sldMk cId="926219172" sldId="415"/>
            <ac:picMk id="8" creationId="{2ED980B3-0791-4DD3-8877-4390270283F0}"/>
          </ac:picMkLst>
        </pc:picChg>
        <pc:picChg chg="add mod">
          <ac:chgData name="Romain Rachenne" userId="d05ffb5d262588ec" providerId="LiveId" clId="{FF77A0A4-3F06-49B9-B190-CE61B7B99AB3}" dt="2021-03-03T05:31:31.663" v="2360"/>
          <ac:picMkLst>
            <pc:docMk/>
            <pc:sldMk cId="926219172" sldId="415"/>
            <ac:picMk id="9" creationId="{50CE29CB-4B43-4CCA-A8FF-5277E73BB2C5}"/>
          </ac:picMkLst>
        </pc:picChg>
      </pc:sldChg>
      <pc:sldChg chg="addSp delSp modSp new mod">
        <pc:chgData name="Romain Rachenne" userId="d05ffb5d262588ec" providerId="LiveId" clId="{FF77A0A4-3F06-49B9-B190-CE61B7B99AB3}" dt="2021-03-03T05:31:32.894" v="2361"/>
        <pc:sldMkLst>
          <pc:docMk/>
          <pc:sldMk cId="3562446602" sldId="416"/>
        </pc:sldMkLst>
        <pc:spChg chg="mod">
          <ac:chgData name="Romain Rachenne" userId="d05ffb5d262588ec" providerId="LiveId" clId="{FF77A0A4-3F06-49B9-B190-CE61B7B99AB3}" dt="2021-03-02T22:00:48.960" v="1629" actId="20577"/>
          <ac:spMkLst>
            <pc:docMk/>
            <pc:sldMk cId="3562446602" sldId="416"/>
            <ac:spMk id="2" creationId="{833BC522-9EA3-43AD-A32B-7955F48E64DA}"/>
          </ac:spMkLst>
        </pc:spChg>
        <pc:spChg chg="del">
          <ac:chgData name="Romain Rachenne" userId="d05ffb5d262588ec" providerId="LiveId" clId="{FF77A0A4-3F06-49B9-B190-CE61B7B99AB3}" dt="2021-03-02T22:00:35.576" v="1602" actId="478"/>
          <ac:spMkLst>
            <pc:docMk/>
            <pc:sldMk cId="3562446602" sldId="416"/>
            <ac:spMk id="3" creationId="{253D6A7C-7CCA-4ED2-BCB4-8256DFC2D8FD}"/>
          </ac:spMkLst>
        </pc:spChg>
        <pc:picChg chg="add mod">
          <ac:chgData name="Romain Rachenne" userId="d05ffb5d262588ec" providerId="LiveId" clId="{FF77A0A4-3F06-49B9-B190-CE61B7B99AB3}" dt="2021-03-03T05:27:46.477" v="2267"/>
          <ac:picMkLst>
            <pc:docMk/>
            <pc:sldMk cId="3562446602" sldId="416"/>
            <ac:picMk id="4" creationId="{1380BEBE-36DA-4576-BE56-5E06B34DF43C}"/>
          </ac:picMkLst>
        </pc:picChg>
        <pc:picChg chg="add mod">
          <ac:chgData name="Romain Rachenne" userId="d05ffb5d262588ec" providerId="LiveId" clId="{FF77A0A4-3F06-49B9-B190-CE61B7B99AB3}" dt="2021-03-02T22:00:39.362" v="1604" actId="1076"/>
          <ac:picMkLst>
            <pc:docMk/>
            <pc:sldMk cId="3562446602" sldId="416"/>
            <ac:picMk id="5" creationId="{A4A7AA90-ECD6-4281-85BD-34E828A05F83}"/>
          </ac:picMkLst>
        </pc:picChg>
        <pc:picChg chg="add mod">
          <ac:chgData name="Romain Rachenne" userId="d05ffb5d262588ec" providerId="LiveId" clId="{FF77A0A4-3F06-49B9-B190-CE61B7B99AB3}" dt="2021-03-03T05:28:41.813" v="2293"/>
          <ac:picMkLst>
            <pc:docMk/>
            <pc:sldMk cId="3562446602" sldId="416"/>
            <ac:picMk id="6" creationId="{A4A886A5-CE54-47B2-B576-C52E7598C8C9}"/>
          </ac:picMkLst>
        </pc:picChg>
        <pc:picChg chg="add mod">
          <ac:chgData name="Romain Rachenne" userId="d05ffb5d262588ec" providerId="LiveId" clId="{FF77A0A4-3F06-49B9-B190-CE61B7B99AB3}" dt="2021-03-03T05:31:32.894" v="2361"/>
          <ac:picMkLst>
            <pc:docMk/>
            <pc:sldMk cId="3562446602" sldId="416"/>
            <ac:picMk id="7" creationId="{574795A0-8FD1-4141-9887-45AD4CF1F832}"/>
          </ac:picMkLst>
        </pc:picChg>
      </pc:sldChg>
      <pc:sldChg chg="new del">
        <pc:chgData name="Romain Rachenne" userId="d05ffb5d262588ec" providerId="LiveId" clId="{FF77A0A4-3F06-49B9-B190-CE61B7B99AB3}" dt="2021-03-02T22:03:36.165" v="1780" actId="47"/>
        <pc:sldMkLst>
          <pc:docMk/>
          <pc:sldMk cId="2910431466" sldId="417"/>
        </pc:sldMkLst>
      </pc:sldChg>
      <pc:sldChg chg="addSp delSp modSp add mod ord">
        <pc:chgData name="Romain Rachenne" userId="d05ffb5d262588ec" providerId="LiveId" clId="{FF77A0A4-3F06-49B9-B190-CE61B7B99AB3}" dt="2021-03-03T05:30:00.703" v="2333"/>
        <pc:sldMkLst>
          <pc:docMk/>
          <pc:sldMk cId="3932310854" sldId="417"/>
        </pc:sldMkLst>
        <pc:spChg chg="mod">
          <ac:chgData name="Romain Rachenne" userId="d05ffb5d262588ec" providerId="LiveId" clId="{FF77A0A4-3F06-49B9-B190-CE61B7B99AB3}" dt="2021-03-02T22:06:10.769" v="1869" actId="20577"/>
          <ac:spMkLst>
            <pc:docMk/>
            <pc:sldMk cId="3932310854" sldId="417"/>
            <ac:spMk id="2" creationId="{17420C68-16B9-49C7-B77F-DAF8504AF20C}"/>
          </ac:spMkLst>
        </pc:spChg>
        <pc:spChg chg="mod">
          <ac:chgData name="Romain Rachenne" userId="d05ffb5d262588ec" providerId="LiveId" clId="{FF77A0A4-3F06-49B9-B190-CE61B7B99AB3}" dt="2021-03-02T22:06:14.020" v="1872" actId="20577"/>
          <ac:spMkLst>
            <pc:docMk/>
            <pc:sldMk cId="3932310854" sldId="417"/>
            <ac:spMk id="3" creationId="{CB7A3A9F-ABAE-4B16-AEEA-58B514D83E4D}"/>
          </ac:spMkLst>
        </pc:spChg>
        <pc:spChg chg="del">
          <ac:chgData name="Romain Rachenne" userId="d05ffb5d262588ec" providerId="LiveId" clId="{FF77A0A4-3F06-49B9-B190-CE61B7B99AB3}" dt="2021-03-02T22:06:15.409" v="1873" actId="478"/>
          <ac:spMkLst>
            <pc:docMk/>
            <pc:sldMk cId="3932310854" sldId="417"/>
            <ac:spMk id="11" creationId="{45304336-5740-4C2E-B6B8-42B6A83B5CCF}"/>
          </ac:spMkLst>
        </pc:spChg>
        <pc:picChg chg="add mod">
          <ac:chgData name="Romain Rachenne" userId="d05ffb5d262588ec" providerId="LiveId" clId="{FF77A0A4-3F06-49B9-B190-CE61B7B99AB3}" dt="2021-03-03T05:27:34.949" v="2258"/>
          <ac:picMkLst>
            <pc:docMk/>
            <pc:sldMk cId="3932310854" sldId="417"/>
            <ac:picMk id="6" creationId="{FDF81AA6-A500-409D-B8EF-69F20F2F4AA2}"/>
          </ac:picMkLst>
        </pc:picChg>
        <pc:picChg chg="add mod">
          <ac:chgData name="Romain Rachenne" userId="d05ffb5d262588ec" providerId="LiveId" clId="{FF77A0A4-3F06-49B9-B190-CE61B7B99AB3}" dt="2021-03-03T05:28:53.718" v="2302"/>
          <ac:picMkLst>
            <pc:docMk/>
            <pc:sldMk cId="3932310854" sldId="417"/>
            <ac:picMk id="7" creationId="{929629D2-B413-45EE-8B47-6EDA323E7471}"/>
          </ac:picMkLst>
        </pc:picChg>
        <pc:picChg chg="add mod">
          <ac:chgData name="Romain Rachenne" userId="d05ffb5d262588ec" providerId="LiveId" clId="{FF77A0A4-3F06-49B9-B190-CE61B7B99AB3}" dt="2021-03-03T05:30:00.703" v="2333"/>
          <ac:picMkLst>
            <pc:docMk/>
            <pc:sldMk cId="3932310854" sldId="417"/>
            <ac:picMk id="9" creationId="{B04BB26E-05B8-4871-903D-51ECF2CC1E2E}"/>
          </ac:picMkLst>
        </pc:picChg>
        <pc:picChg chg="del">
          <ac:chgData name="Romain Rachenne" userId="d05ffb5d262588ec" providerId="LiveId" clId="{FF77A0A4-3F06-49B9-B190-CE61B7B99AB3}" dt="2021-03-02T22:06:15.848" v="1874" actId="478"/>
          <ac:picMkLst>
            <pc:docMk/>
            <pc:sldMk cId="3932310854" sldId="417"/>
            <ac:picMk id="3076" creationId="{EB531B4D-5F07-4A1E-8C57-BAB620A2F891}"/>
          </ac:picMkLst>
        </pc:picChg>
      </pc:sldChg>
      <pc:sldChg chg="addSp modSp add mod ord">
        <pc:chgData name="Romain Rachenne" userId="d05ffb5d262588ec" providerId="LiveId" clId="{FF77A0A4-3F06-49B9-B190-CE61B7B99AB3}" dt="2021-03-03T05:30:02.952" v="2335"/>
        <pc:sldMkLst>
          <pc:docMk/>
          <pc:sldMk cId="4267643501" sldId="418"/>
        </pc:sldMkLst>
        <pc:spChg chg="mod">
          <ac:chgData name="Romain Rachenne" userId="d05ffb5d262588ec" providerId="LiveId" clId="{FF77A0A4-3F06-49B9-B190-CE61B7B99AB3}" dt="2021-03-02T22:06:24.001" v="1880" actId="20577"/>
          <ac:spMkLst>
            <pc:docMk/>
            <pc:sldMk cId="4267643501" sldId="418"/>
            <ac:spMk id="2" creationId="{17420C68-16B9-49C7-B77F-DAF8504AF20C}"/>
          </ac:spMkLst>
        </pc:spChg>
        <pc:spChg chg="mod">
          <ac:chgData name="Romain Rachenne" userId="d05ffb5d262588ec" providerId="LiveId" clId="{FF77A0A4-3F06-49B9-B190-CE61B7B99AB3}" dt="2021-03-02T22:06:47.153" v="1921" actId="20577"/>
          <ac:spMkLst>
            <pc:docMk/>
            <pc:sldMk cId="4267643501" sldId="418"/>
            <ac:spMk id="3" creationId="{CB7A3A9F-ABAE-4B16-AEEA-58B514D83E4D}"/>
          </ac:spMkLst>
        </pc:spChg>
        <pc:picChg chg="add mod">
          <ac:chgData name="Romain Rachenne" userId="d05ffb5d262588ec" providerId="LiveId" clId="{FF77A0A4-3F06-49B9-B190-CE61B7B99AB3}" dt="2021-03-03T05:27:33.213" v="2256"/>
          <ac:picMkLst>
            <pc:docMk/>
            <pc:sldMk cId="4267643501" sldId="418"/>
            <ac:picMk id="6" creationId="{6F3210D4-EC49-4677-B5E2-6634252977FC}"/>
          </ac:picMkLst>
        </pc:picChg>
        <pc:picChg chg="add mod">
          <ac:chgData name="Romain Rachenne" userId="d05ffb5d262588ec" providerId="LiveId" clId="{FF77A0A4-3F06-49B9-B190-CE61B7B99AB3}" dt="2021-03-03T05:28:57.214" v="2304"/>
          <ac:picMkLst>
            <pc:docMk/>
            <pc:sldMk cId="4267643501" sldId="418"/>
            <ac:picMk id="7" creationId="{32CD763F-0775-412D-BF24-76E8266D43C9}"/>
          </ac:picMkLst>
        </pc:picChg>
        <pc:picChg chg="add mod">
          <ac:chgData name="Romain Rachenne" userId="d05ffb5d262588ec" providerId="LiveId" clId="{FF77A0A4-3F06-49B9-B190-CE61B7B99AB3}" dt="2021-03-03T05:30:02.952" v="2335"/>
          <ac:picMkLst>
            <pc:docMk/>
            <pc:sldMk cId="4267643501" sldId="418"/>
            <ac:picMk id="9" creationId="{47044EC0-2CEF-4B4C-97CD-C1EEF8AC06BA}"/>
          </ac:picMkLst>
        </pc:picChg>
      </pc:sldChg>
      <pc:sldChg chg="addSp modSp add mod ord">
        <pc:chgData name="Romain Rachenne" userId="d05ffb5d262588ec" providerId="LiveId" clId="{FF77A0A4-3F06-49B9-B190-CE61B7B99AB3}" dt="2021-03-03T05:31:34.367" v="2362"/>
        <pc:sldMkLst>
          <pc:docMk/>
          <pc:sldMk cId="34592936" sldId="419"/>
        </pc:sldMkLst>
        <pc:spChg chg="mod">
          <ac:chgData name="Romain Rachenne" userId="d05ffb5d262588ec" providerId="LiveId" clId="{FF77A0A4-3F06-49B9-B190-CE61B7B99AB3}" dt="2021-03-02T22:08:17.937" v="1927" actId="20577"/>
          <ac:spMkLst>
            <pc:docMk/>
            <pc:sldMk cId="34592936" sldId="419"/>
            <ac:spMk id="2" creationId="{17420C68-16B9-49C7-B77F-DAF8504AF20C}"/>
          </ac:spMkLst>
        </pc:spChg>
        <pc:spChg chg="mod">
          <ac:chgData name="Romain Rachenne" userId="d05ffb5d262588ec" providerId="LiveId" clId="{FF77A0A4-3F06-49B9-B190-CE61B7B99AB3}" dt="2021-03-02T22:11:18.915" v="2204" actId="20577"/>
          <ac:spMkLst>
            <pc:docMk/>
            <pc:sldMk cId="34592936" sldId="419"/>
            <ac:spMk id="3" creationId="{CB7A3A9F-ABAE-4B16-AEEA-58B514D83E4D}"/>
          </ac:spMkLst>
        </pc:spChg>
        <pc:picChg chg="add mod">
          <ac:chgData name="Romain Rachenne" userId="d05ffb5d262588ec" providerId="LiveId" clId="{FF77A0A4-3F06-49B9-B190-CE61B7B99AB3}" dt="2021-03-03T05:27:47.309" v="2268"/>
          <ac:picMkLst>
            <pc:docMk/>
            <pc:sldMk cId="34592936" sldId="419"/>
            <ac:picMk id="9" creationId="{F4ABF6C4-F2B1-40E7-8053-52D18FCF7CCE}"/>
          </ac:picMkLst>
        </pc:picChg>
        <pc:picChg chg="add mod">
          <ac:chgData name="Romain Rachenne" userId="d05ffb5d262588ec" providerId="LiveId" clId="{FF77A0A4-3F06-49B9-B190-CE61B7B99AB3}" dt="2021-03-03T05:27:53.293" v="2271"/>
          <ac:picMkLst>
            <pc:docMk/>
            <pc:sldMk cId="34592936" sldId="419"/>
            <ac:picMk id="10" creationId="{2F3C1A35-519D-40E6-8546-AB5CD43CEE3B}"/>
          </ac:picMkLst>
        </pc:picChg>
        <pc:picChg chg="add mod">
          <ac:chgData name="Romain Rachenne" userId="d05ffb5d262588ec" providerId="LiveId" clId="{FF77A0A4-3F06-49B9-B190-CE61B7B99AB3}" dt="2021-03-03T05:31:34.367" v="2362"/>
          <ac:picMkLst>
            <pc:docMk/>
            <pc:sldMk cId="34592936" sldId="419"/>
            <ac:picMk id="12" creationId="{A0B9B7CE-9149-4E73-A4B7-9591AF11C1D3}"/>
          </ac:picMkLst>
        </pc:picChg>
      </pc:sldChg>
      <pc:sldChg chg="addSp delSp modSp new mod setBg">
        <pc:chgData name="Romain Rachenne" userId="d05ffb5d262588ec" providerId="LiveId" clId="{FF77A0A4-3F06-49B9-B190-CE61B7B99AB3}" dt="2021-03-03T05:32:19.367" v="2376"/>
        <pc:sldMkLst>
          <pc:docMk/>
          <pc:sldMk cId="1209425027" sldId="420"/>
        </pc:sldMkLst>
        <pc:spChg chg="mod">
          <ac:chgData name="Romain Rachenne" userId="d05ffb5d262588ec" providerId="LiveId" clId="{FF77A0A4-3F06-49B9-B190-CE61B7B99AB3}" dt="2021-03-03T05:32:09.371" v="2373" actId="207"/>
          <ac:spMkLst>
            <pc:docMk/>
            <pc:sldMk cId="1209425027" sldId="420"/>
            <ac:spMk id="2" creationId="{4EEC43F7-62BB-4D24-A858-81B322CD1857}"/>
          </ac:spMkLst>
        </pc:spChg>
        <pc:spChg chg="del">
          <ac:chgData name="Romain Rachenne" userId="d05ffb5d262588ec" providerId="LiveId" clId="{FF77A0A4-3F06-49B9-B190-CE61B7B99AB3}" dt="2021-03-02T22:16:04.678" v="2216"/>
          <ac:spMkLst>
            <pc:docMk/>
            <pc:sldMk cId="1209425027" sldId="420"/>
            <ac:spMk id="3" creationId="{68F62924-9D87-4F3F-AC21-9EFC395B17EF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12" creationId="{5F54226A-15A5-4F46-926F-81F3EC4664A8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14" creationId="{CFCF670F-3E94-4C8F-95AE-035FB459B9D2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18" creationId="{36D50BAE-2B1C-44EA-98D3-FF227A6942F3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20" creationId="{A0354A3E-8646-42D8-BBA1-296667346E2E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22" creationId="{8D8F64D4-85B6-4B50-8267-A34225759265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24" creationId="{982E57E1-FBFC-4937-B6B9-C381D1C95225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28" creationId="{A08B6943-0110-4993-B7F6-7A6A1EC667AE}"/>
          </ac:spMkLst>
        </pc:spChg>
        <pc:spChg chg="add del">
          <ac:chgData name="Romain Rachenne" userId="d05ffb5d262588ec" providerId="LiveId" clId="{FF77A0A4-3F06-49B9-B190-CE61B7B99AB3}" dt="2021-03-03T05:28:09.151" v="2274" actId="26606"/>
          <ac:spMkLst>
            <pc:docMk/>
            <pc:sldMk cId="1209425027" sldId="420"/>
            <ac:spMk id="30" creationId="{011BBFEE-907A-4DF1-9F7B-C5211B637BE9}"/>
          </ac:spMkLst>
        </pc:spChg>
        <pc:spChg chg="add del">
          <ac:chgData name="Romain Rachenne" userId="d05ffb5d262588ec" providerId="LiveId" clId="{FF77A0A4-3F06-49B9-B190-CE61B7B99AB3}" dt="2021-03-03T05:28:10.658" v="2275" actId="478"/>
          <ac:spMkLst>
            <pc:docMk/>
            <pc:sldMk cId="1209425027" sldId="420"/>
            <ac:spMk id="34" creationId="{FECCA894-C995-44A5-A00E-09729ABF9B78}"/>
          </ac:spMkLst>
        </pc:spChg>
        <pc:spChg chg="add del">
          <ac:chgData name="Romain Rachenne" userId="d05ffb5d262588ec" providerId="LiveId" clId="{FF77A0A4-3F06-49B9-B190-CE61B7B99AB3}" dt="2021-03-03T05:28:19.851" v="2278" actId="26606"/>
          <ac:spMkLst>
            <pc:docMk/>
            <pc:sldMk cId="1209425027" sldId="420"/>
            <ac:spMk id="37" creationId="{EB46D928-20CF-4C1C-8208-DDCC72244586}"/>
          </ac:spMkLst>
        </pc:spChg>
        <pc:spChg chg="add del">
          <ac:chgData name="Romain Rachenne" userId="d05ffb5d262588ec" providerId="LiveId" clId="{FF77A0A4-3F06-49B9-B190-CE61B7B99AB3}" dt="2021-03-03T05:28:19.851" v="2278" actId="26606"/>
          <ac:spMkLst>
            <pc:docMk/>
            <pc:sldMk cId="1209425027" sldId="420"/>
            <ac:spMk id="39" creationId="{5C2DE013-7AB0-443B-97C3-22890570C3CC}"/>
          </ac:spMkLst>
        </pc:spChg>
        <pc:spChg chg="add del">
          <ac:chgData name="Romain Rachenne" userId="d05ffb5d262588ec" providerId="LiveId" clId="{FF77A0A4-3F06-49B9-B190-CE61B7B99AB3}" dt="2021-03-03T05:28:19.851" v="2278" actId="26606"/>
          <ac:spMkLst>
            <pc:docMk/>
            <pc:sldMk cId="1209425027" sldId="420"/>
            <ac:spMk id="41" creationId="{7E83AE91-F8F2-46F6-88F8-CAD52520EF0D}"/>
          </ac:spMkLst>
        </pc:spChg>
        <pc:spChg chg="add del">
          <ac:chgData name="Romain Rachenne" userId="d05ffb5d262588ec" providerId="LiveId" clId="{FF77A0A4-3F06-49B9-B190-CE61B7B99AB3}" dt="2021-03-03T05:28:19.851" v="2278" actId="26606"/>
          <ac:spMkLst>
            <pc:docMk/>
            <pc:sldMk cId="1209425027" sldId="420"/>
            <ac:spMk id="43" creationId="{EE9DCA04-0209-4A89-9CA1-8C95D074EC90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48" creationId="{5F54226A-15A5-4F46-926F-81F3EC4664A8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50" creationId="{CFCF670F-3E94-4C8F-95AE-035FB459B9D2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54" creationId="{36D50BAE-2B1C-44EA-98D3-FF227A6942F3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56" creationId="{A0354A3E-8646-42D8-BBA1-296667346E2E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58" creationId="{8D8F64D4-85B6-4B50-8267-A34225759265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60" creationId="{982E57E1-FBFC-4937-B6B9-C381D1C95225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64" creationId="{A08B6943-0110-4993-B7F6-7A6A1EC667AE}"/>
          </ac:spMkLst>
        </pc:spChg>
        <pc:spChg chg="add del">
          <ac:chgData name="Romain Rachenne" userId="d05ffb5d262588ec" providerId="LiveId" clId="{FF77A0A4-3F06-49B9-B190-CE61B7B99AB3}" dt="2021-03-03T05:28:19.841" v="2277" actId="26606"/>
          <ac:spMkLst>
            <pc:docMk/>
            <pc:sldMk cId="1209425027" sldId="420"/>
            <ac:spMk id="66" creationId="{011BBFEE-907A-4DF1-9F7B-C5211B637BE9}"/>
          </ac:spMkLst>
        </pc:spChg>
        <pc:spChg chg="add del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68" creationId="{5F54226A-15A5-4F46-926F-81F3EC4664A8}"/>
          </ac:spMkLst>
        </pc:spChg>
        <pc:spChg chg="add del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69" creationId="{CFCF670F-3E94-4C8F-95AE-035FB459B9D2}"/>
          </ac:spMkLst>
        </pc:spChg>
        <pc:spChg chg="add del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71" creationId="{66A0275D-AB90-4F18-B96F-29347C6FD221}"/>
          </ac:spMkLst>
        </pc:spChg>
        <pc:spChg chg="add del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72" creationId="{DA49FE80-9847-4394-8088-3E078F5F7D53}"/>
          </ac:spMkLst>
        </pc:spChg>
        <pc:spChg chg="add del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73" creationId="{90179FFC-1388-497A-85C0-1DCACA293878}"/>
          </ac:spMkLst>
        </pc:spChg>
        <pc:spChg chg="add del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74" creationId="{F5225942-BA85-41D8-AC24-FEDEC06E8388}"/>
          </ac:spMkLst>
        </pc:spChg>
        <pc:spChg chg="add del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75" creationId="{EE7724E7-BC27-477D-AEA0-3CD708929DBA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81" creationId="{5F54226A-15A5-4F46-926F-81F3EC4664A8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83" creationId="{CFCF670F-3E94-4C8F-95AE-035FB459B9D2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87" creationId="{EBE45A86-783B-4F2C-BE47-70B28B98AEC4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89" creationId="{C309993B-ED13-4A38-A24F-95A8070F207C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91" creationId="{251543AF-FABF-4B9B-A51F-6E32B09AD633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93" creationId="{B448F9F0-74F6-4FA2-97EA-D1CEA818C6B9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95" creationId="{4D5AE9DE-ADA2-4F40-8C1D-E5A094FBBBD5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99" creationId="{19DBA7B9-E378-45BB-8AE8-9C06D887A1E4}"/>
          </ac:spMkLst>
        </pc:spChg>
        <pc:spChg chg="add">
          <ac:chgData name="Romain Rachenne" userId="d05ffb5d262588ec" providerId="LiveId" clId="{FF77A0A4-3F06-49B9-B190-CE61B7B99AB3}" dt="2021-03-03T05:31:43.116" v="2367" actId="26606"/>
          <ac:spMkLst>
            <pc:docMk/>
            <pc:sldMk cId="1209425027" sldId="420"/>
            <ac:spMk id="101" creationId="{DD2B0DFB-948D-4DE0-A2B7-C79ED4A060BA}"/>
          </ac:spMkLst>
        </pc:spChg>
        <pc:picChg chg="add mod ord">
          <ac:chgData name="Romain Rachenne" userId="d05ffb5d262588ec" providerId="LiveId" clId="{FF77A0A4-3F06-49B9-B190-CE61B7B99AB3}" dt="2021-03-03T05:31:43.116" v="2367" actId="26606"/>
          <ac:picMkLst>
            <pc:docMk/>
            <pc:sldMk cId="1209425027" sldId="420"/>
            <ac:picMk id="4" creationId="{FEF7D2F6-82C3-4703-AA15-94BC98BB0982}"/>
          </ac:picMkLst>
        </pc:picChg>
        <pc:picChg chg="add mod ord">
          <ac:chgData name="Romain Rachenne" userId="d05ffb5d262588ec" providerId="LiveId" clId="{FF77A0A4-3F06-49B9-B190-CE61B7B99AB3}" dt="2021-03-03T05:31:43.116" v="2367" actId="26606"/>
          <ac:picMkLst>
            <pc:docMk/>
            <pc:sldMk cId="1209425027" sldId="420"/>
            <ac:picMk id="5" creationId="{A40B8915-08D2-4D6F-8094-96D7714935DD}"/>
          </ac:picMkLst>
        </pc:picChg>
        <pc:picChg chg="add mod ord">
          <ac:chgData name="Romain Rachenne" userId="d05ffb5d262588ec" providerId="LiveId" clId="{FF77A0A4-3F06-49B9-B190-CE61B7B99AB3}" dt="2021-03-03T05:31:43.116" v="2367" actId="26606"/>
          <ac:picMkLst>
            <pc:docMk/>
            <pc:sldMk cId="1209425027" sldId="420"/>
            <ac:picMk id="6" creationId="{C5B413FE-95A8-4FED-A263-6AEC03805939}"/>
          </ac:picMkLst>
        </pc:picChg>
        <pc:picChg chg="add mod ord modCrop">
          <ac:chgData name="Romain Rachenne" userId="d05ffb5d262588ec" providerId="LiveId" clId="{FF77A0A4-3F06-49B9-B190-CE61B7B99AB3}" dt="2021-03-03T05:31:43.116" v="2367" actId="26606"/>
          <ac:picMkLst>
            <pc:docMk/>
            <pc:sldMk cId="1209425027" sldId="420"/>
            <ac:picMk id="7" creationId="{39D58FD2-A1DF-42CF-A76A-27267B9F11FA}"/>
          </ac:picMkLst>
        </pc:picChg>
        <pc:picChg chg="add del mod">
          <ac:chgData name="Romain Rachenne" userId="d05ffb5d262588ec" providerId="LiveId" clId="{FF77A0A4-3F06-49B9-B190-CE61B7B99AB3}" dt="2021-03-03T05:28:01.971" v="2273" actId="478"/>
          <ac:picMkLst>
            <pc:docMk/>
            <pc:sldMk cId="1209425027" sldId="420"/>
            <ac:picMk id="17" creationId="{F45DC0F1-8A8D-4515-98C3-BF8F566E1595}"/>
          </ac:picMkLst>
        </pc:picChg>
        <pc:picChg chg="add del mod">
          <ac:chgData name="Romain Rachenne" userId="d05ffb5d262588ec" providerId="LiveId" clId="{FF77A0A4-3F06-49B9-B190-CE61B7B99AB3}" dt="2021-03-03T05:28:01.549" v="2272" actId="478"/>
          <ac:picMkLst>
            <pc:docMk/>
            <pc:sldMk cId="1209425027" sldId="420"/>
            <ac:picMk id="19" creationId="{D607AACA-93E1-4662-8924-25C62A6E91B0}"/>
          </ac:picMkLst>
        </pc:picChg>
        <pc:picChg chg="add del mod">
          <ac:chgData name="Romain Rachenne" userId="d05ffb5d262588ec" providerId="LiveId" clId="{FF77A0A4-3F06-49B9-B190-CE61B7B99AB3}" dt="2021-03-03T05:31:40.449" v="2366" actId="478"/>
          <ac:picMkLst>
            <pc:docMk/>
            <pc:sldMk cId="1209425027" sldId="420"/>
            <ac:picMk id="44" creationId="{1B8CF6CC-5AC9-4F47-B51C-C1E960FE2129}"/>
          </ac:picMkLst>
        </pc:picChg>
        <pc:picChg chg="add del mod">
          <ac:chgData name="Romain Rachenne" userId="d05ffb5d262588ec" providerId="LiveId" clId="{FF77A0A4-3F06-49B9-B190-CE61B7B99AB3}" dt="2021-03-03T05:31:39.987" v="2365" actId="478"/>
          <ac:picMkLst>
            <pc:docMk/>
            <pc:sldMk cId="1209425027" sldId="420"/>
            <ac:picMk id="45" creationId="{C2157CD9-CA7A-4BC9-B7CB-E2F5838C5EA7}"/>
          </ac:picMkLst>
        </pc:picChg>
        <pc:picChg chg="add del mod">
          <ac:chgData name="Romain Rachenne" userId="d05ffb5d262588ec" providerId="LiveId" clId="{FF77A0A4-3F06-49B9-B190-CE61B7B99AB3}" dt="2021-03-03T05:31:39.571" v="2364" actId="478"/>
          <ac:picMkLst>
            <pc:docMk/>
            <pc:sldMk cId="1209425027" sldId="420"/>
            <ac:picMk id="46" creationId="{86F6475A-2B39-4A1D-9438-E9E460993428}"/>
          </ac:picMkLst>
        </pc:picChg>
        <pc:picChg chg="add mod">
          <ac:chgData name="Romain Rachenne" userId="d05ffb5d262588ec" providerId="LiveId" clId="{FF77A0A4-3F06-49B9-B190-CE61B7B99AB3}" dt="2021-03-03T05:32:13.448" v="2374"/>
          <ac:picMkLst>
            <pc:docMk/>
            <pc:sldMk cId="1209425027" sldId="420"/>
            <ac:picMk id="57" creationId="{DC923FCF-2B0C-488E-8F10-F627C95C5283}"/>
          </ac:picMkLst>
        </pc:picChg>
        <pc:picChg chg="add mod">
          <ac:chgData name="Romain Rachenne" userId="d05ffb5d262588ec" providerId="LiveId" clId="{FF77A0A4-3F06-49B9-B190-CE61B7B99AB3}" dt="2021-03-03T05:32:17.367" v="2375"/>
          <ac:picMkLst>
            <pc:docMk/>
            <pc:sldMk cId="1209425027" sldId="420"/>
            <ac:picMk id="59" creationId="{60A498A3-FAE9-4BC8-BB9E-CBF8D000BF5B}"/>
          </ac:picMkLst>
        </pc:picChg>
        <pc:picChg chg="add mod">
          <ac:chgData name="Romain Rachenne" userId="d05ffb5d262588ec" providerId="LiveId" clId="{FF77A0A4-3F06-49B9-B190-CE61B7B99AB3}" dt="2021-03-03T05:32:19.367" v="2376"/>
          <ac:picMkLst>
            <pc:docMk/>
            <pc:sldMk cId="1209425027" sldId="420"/>
            <ac:picMk id="61" creationId="{9EF772C5-A40A-4DE7-8817-704DE0096819}"/>
          </ac:picMkLst>
        </pc:picChg>
        <pc:cxnChg chg="add del">
          <ac:chgData name="Romain Rachenne" userId="d05ffb5d262588ec" providerId="LiveId" clId="{FF77A0A4-3F06-49B9-B190-CE61B7B99AB3}" dt="2021-03-03T05:28:09.151" v="2274" actId="26606"/>
          <ac:cxnSpMkLst>
            <pc:docMk/>
            <pc:sldMk cId="1209425027" sldId="420"/>
            <ac:cxnSpMk id="16" creationId="{90479AEA-6C87-4786-A668-54BF815A73D7}"/>
          </ac:cxnSpMkLst>
        </pc:cxnChg>
        <pc:cxnChg chg="add del">
          <ac:chgData name="Romain Rachenne" userId="d05ffb5d262588ec" providerId="LiveId" clId="{FF77A0A4-3F06-49B9-B190-CE61B7B99AB3}" dt="2021-03-03T05:28:09.151" v="2274" actId="26606"/>
          <ac:cxnSpMkLst>
            <pc:docMk/>
            <pc:sldMk cId="1209425027" sldId="420"/>
            <ac:cxnSpMk id="26" creationId="{7105A204-F287-4494-909D-5FD20667E7D1}"/>
          </ac:cxnSpMkLst>
        </pc:cxnChg>
        <pc:cxnChg chg="add del">
          <ac:chgData name="Romain Rachenne" userId="d05ffb5d262588ec" providerId="LiveId" clId="{FF77A0A4-3F06-49B9-B190-CE61B7B99AB3}" dt="2021-03-03T05:28:19.841" v="2277" actId="26606"/>
          <ac:cxnSpMkLst>
            <pc:docMk/>
            <pc:sldMk cId="1209425027" sldId="420"/>
            <ac:cxnSpMk id="52" creationId="{90479AEA-6C87-4786-A668-54BF815A73D7}"/>
          </ac:cxnSpMkLst>
        </pc:cxnChg>
        <pc:cxnChg chg="add del">
          <ac:chgData name="Romain Rachenne" userId="d05ffb5d262588ec" providerId="LiveId" clId="{FF77A0A4-3F06-49B9-B190-CE61B7B99AB3}" dt="2021-03-03T05:28:19.841" v="2277" actId="26606"/>
          <ac:cxnSpMkLst>
            <pc:docMk/>
            <pc:sldMk cId="1209425027" sldId="420"/>
            <ac:cxnSpMk id="62" creationId="{7105A204-F287-4494-909D-5FD20667E7D1}"/>
          </ac:cxnSpMkLst>
        </pc:cxnChg>
        <pc:cxnChg chg="add del">
          <ac:chgData name="Romain Rachenne" userId="d05ffb5d262588ec" providerId="LiveId" clId="{FF77A0A4-3F06-49B9-B190-CE61B7B99AB3}" dt="2021-03-03T05:31:43.116" v="2367" actId="26606"/>
          <ac:cxnSpMkLst>
            <pc:docMk/>
            <pc:sldMk cId="1209425027" sldId="420"/>
            <ac:cxnSpMk id="70" creationId="{90479AEA-6C87-4786-A668-54BF815A73D7}"/>
          </ac:cxnSpMkLst>
        </pc:cxnChg>
        <pc:cxnChg chg="add del">
          <ac:chgData name="Romain Rachenne" userId="d05ffb5d262588ec" providerId="LiveId" clId="{FF77A0A4-3F06-49B9-B190-CE61B7B99AB3}" dt="2021-03-03T05:31:43.116" v="2367" actId="26606"/>
          <ac:cxnSpMkLst>
            <pc:docMk/>
            <pc:sldMk cId="1209425027" sldId="420"/>
            <ac:cxnSpMk id="76" creationId="{99BB19A0-FB54-4D95-90F2-1C2FC71B5A51}"/>
          </ac:cxnSpMkLst>
        </pc:cxnChg>
        <pc:cxnChg chg="add">
          <ac:chgData name="Romain Rachenne" userId="d05ffb5d262588ec" providerId="LiveId" clId="{FF77A0A4-3F06-49B9-B190-CE61B7B99AB3}" dt="2021-03-03T05:31:43.116" v="2367" actId="26606"/>
          <ac:cxnSpMkLst>
            <pc:docMk/>
            <pc:sldMk cId="1209425027" sldId="420"/>
            <ac:cxnSpMk id="85" creationId="{90479AEA-6C87-4786-A668-54BF815A73D7}"/>
          </ac:cxnSpMkLst>
        </pc:cxnChg>
        <pc:cxnChg chg="add">
          <ac:chgData name="Romain Rachenne" userId="d05ffb5d262588ec" providerId="LiveId" clId="{FF77A0A4-3F06-49B9-B190-CE61B7B99AB3}" dt="2021-03-03T05:31:43.116" v="2367" actId="26606"/>
          <ac:cxnSpMkLst>
            <pc:docMk/>
            <pc:sldMk cId="1209425027" sldId="420"/>
            <ac:cxnSpMk id="97" creationId="{2643966D-84D0-49C3-9412-0C410587FFB1}"/>
          </ac:cxnSpMkLst>
        </pc:cxnChg>
      </pc:sldChg>
    </pc:docChg>
  </pc:docChgLst>
  <pc:docChgLst>
    <pc:chgData name="Romain Rachenne" userId="d05ffb5d262588ec" providerId="LiveId" clId="{952E9F63-8DE0-489A-A1B2-32A308F9E609}"/>
    <pc:docChg chg="custSel mod addSld delSld modSld sldOrd">
      <pc:chgData name="Romain Rachenne" userId="d05ffb5d262588ec" providerId="LiveId" clId="{952E9F63-8DE0-489A-A1B2-32A308F9E609}" dt="2021-01-27T14:06:48.748" v="104" actId="403"/>
      <pc:docMkLst>
        <pc:docMk/>
      </pc:docMkLst>
      <pc:sldChg chg="modSp mod">
        <pc:chgData name="Romain Rachenne" userId="d05ffb5d262588ec" providerId="LiveId" clId="{952E9F63-8DE0-489A-A1B2-32A308F9E609}" dt="2021-01-27T13:43:17.919" v="0" actId="20577"/>
        <pc:sldMkLst>
          <pc:docMk/>
          <pc:sldMk cId="1990881570" sldId="257"/>
        </pc:sldMkLst>
        <pc:spChg chg="mod">
          <ac:chgData name="Romain Rachenne" userId="d05ffb5d262588ec" providerId="LiveId" clId="{952E9F63-8DE0-489A-A1B2-32A308F9E609}" dt="2021-01-27T13:43:17.919" v="0" actId="20577"/>
          <ac:spMkLst>
            <pc:docMk/>
            <pc:sldMk cId="1990881570" sldId="257"/>
            <ac:spMk id="3" creationId="{00000000-0000-0000-0000-000000000000}"/>
          </ac:spMkLst>
        </pc:spChg>
      </pc:sldChg>
      <pc:sldChg chg="ord">
        <pc:chgData name="Romain Rachenne" userId="d05ffb5d262588ec" providerId="LiveId" clId="{952E9F63-8DE0-489A-A1B2-32A308F9E609}" dt="2021-01-27T14:03:20.371" v="68"/>
        <pc:sldMkLst>
          <pc:docMk/>
          <pc:sldMk cId="21370376" sldId="378"/>
        </pc:sldMkLst>
      </pc:sldChg>
      <pc:sldChg chg="modSp mod">
        <pc:chgData name="Romain Rachenne" userId="d05ffb5d262588ec" providerId="LiveId" clId="{952E9F63-8DE0-489A-A1B2-32A308F9E609}" dt="2021-01-27T14:02:56.451" v="66" actId="20577"/>
        <pc:sldMkLst>
          <pc:docMk/>
          <pc:sldMk cId="3092180924" sldId="386"/>
        </pc:sldMkLst>
        <pc:spChg chg="mod">
          <ac:chgData name="Romain Rachenne" userId="d05ffb5d262588ec" providerId="LiveId" clId="{952E9F63-8DE0-489A-A1B2-32A308F9E609}" dt="2021-01-27T14:02:56.451" v="66" actId="20577"/>
          <ac:spMkLst>
            <pc:docMk/>
            <pc:sldMk cId="3092180924" sldId="386"/>
            <ac:spMk id="2" creationId="{BB0E1512-F607-44DA-B649-3AF76BBE6027}"/>
          </ac:spMkLst>
        </pc:spChg>
      </pc:sldChg>
      <pc:sldChg chg="modSp mod ord">
        <pc:chgData name="Romain Rachenne" userId="d05ffb5d262588ec" providerId="LiveId" clId="{952E9F63-8DE0-489A-A1B2-32A308F9E609}" dt="2021-01-27T14:06:48.748" v="104" actId="403"/>
        <pc:sldMkLst>
          <pc:docMk/>
          <pc:sldMk cId="2116068855" sldId="387"/>
        </pc:sldMkLst>
        <pc:spChg chg="mod">
          <ac:chgData name="Romain Rachenne" userId="d05ffb5d262588ec" providerId="LiveId" clId="{952E9F63-8DE0-489A-A1B2-32A308F9E609}" dt="2021-01-27T14:02:38.275" v="36" actId="20577"/>
          <ac:spMkLst>
            <pc:docMk/>
            <pc:sldMk cId="2116068855" sldId="387"/>
            <ac:spMk id="2" creationId="{BB0E1512-F607-44DA-B649-3AF76BBE6027}"/>
          </ac:spMkLst>
        </pc:spChg>
        <pc:graphicFrameChg chg="mod">
          <ac:chgData name="Romain Rachenne" userId="d05ffb5d262588ec" providerId="LiveId" clId="{952E9F63-8DE0-489A-A1B2-32A308F9E609}" dt="2021-01-27T14:06:48.748" v="104" actId="403"/>
          <ac:graphicFrameMkLst>
            <pc:docMk/>
            <pc:sldMk cId="2116068855" sldId="387"/>
            <ac:graphicFrameMk id="46" creationId="{3FF73BD3-1181-47B5-9A78-EF5A57E45484}"/>
          </ac:graphicFrameMkLst>
        </pc:graphicFrameChg>
        <pc:picChg chg="mod">
          <ac:chgData name="Romain Rachenne" userId="d05ffb5d262588ec" providerId="LiveId" clId="{952E9F63-8DE0-489A-A1B2-32A308F9E609}" dt="2021-01-27T14:06:40.182" v="102" actId="1036"/>
          <ac:picMkLst>
            <pc:docMk/>
            <pc:sldMk cId="2116068855" sldId="387"/>
            <ac:picMk id="8" creationId="{1B0738AF-531C-4B77-B29F-961D7D481325}"/>
          </ac:picMkLst>
        </pc:picChg>
      </pc:sldChg>
      <pc:sldChg chg="modSp mod ord">
        <pc:chgData name="Romain Rachenne" userId="d05ffb5d262588ec" providerId="LiveId" clId="{952E9F63-8DE0-489A-A1B2-32A308F9E609}" dt="2021-01-27T14:02:44.423" v="48" actId="20577"/>
        <pc:sldMkLst>
          <pc:docMk/>
          <pc:sldMk cId="2316451530" sldId="388"/>
        </pc:sldMkLst>
        <pc:spChg chg="mod">
          <ac:chgData name="Romain Rachenne" userId="d05ffb5d262588ec" providerId="LiveId" clId="{952E9F63-8DE0-489A-A1B2-32A308F9E609}" dt="2021-01-27T14:02:44.423" v="48" actId="20577"/>
          <ac:spMkLst>
            <pc:docMk/>
            <pc:sldMk cId="2316451530" sldId="388"/>
            <ac:spMk id="2" creationId="{BB0E1512-F607-44DA-B649-3AF76BBE6027}"/>
          </ac:spMkLst>
        </pc:spChg>
      </pc:sldChg>
      <pc:sldChg chg="new del">
        <pc:chgData name="Romain Rachenne" userId="d05ffb5d262588ec" providerId="LiveId" clId="{952E9F63-8DE0-489A-A1B2-32A308F9E609}" dt="2021-01-27T13:56:24.771" v="24" actId="47"/>
        <pc:sldMkLst>
          <pc:docMk/>
          <pc:sldMk cId="2560673472" sldId="391"/>
        </pc:sldMkLst>
      </pc:sldChg>
      <pc:sldChg chg="delSp modSp add mod ord">
        <pc:chgData name="Romain Rachenne" userId="d05ffb5d262588ec" providerId="LiveId" clId="{952E9F63-8DE0-489A-A1B2-32A308F9E609}" dt="2021-01-27T14:03:48.034" v="79"/>
        <pc:sldMkLst>
          <pc:docMk/>
          <pc:sldMk cId="4017939672" sldId="392"/>
        </pc:sldMkLst>
        <pc:spChg chg="mod">
          <ac:chgData name="Romain Rachenne" userId="d05ffb5d262588ec" providerId="LiveId" clId="{952E9F63-8DE0-489A-A1B2-32A308F9E609}" dt="2021-01-27T13:56:13.523" v="20" actId="20577"/>
          <ac:spMkLst>
            <pc:docMk/>
            <pc:sldMk cId="4017939672" sldId="392"/>
            <ac:spMk id="2" creationId="{BB0E1512-F607-44DA-B649-3AF76BBE6027}"/>
          </ac:spMkLst>
        </pc:spChg>
        <pc:picChg chg="del">
          <ac:chgData name="Romain Rachenne" userId="d05ffb5d262588ec" providerId="LiveId" clId="{952E9F63-8DE0-489A-A1B2-32A308F9E609}" dt="2021-01-27T13:56:15.814" v="21" actId="478"/>
          <ac:picMkLst>
            <pc:docMk/>
            <pc:sldMk cId="4017939672" sldId="392"/>
            <ac:picMk id="8" creationId="{64B3CB63-93CC-4266-AD3A-47FFD3507C64}"/>
          </ac:picMkLst>
        </pc:picChg>
      </pc:sldChg>
      <pc:sldChg chg="addSp delSp modSp new mod setBg setClrOvrMap">
        <pc:chgData name="Romain Rachenne" userId="d05ffb5d262588ec" providerId="LiveId" clId="{952E9F63-8DE0-489A-A1B2-32A308F9E609}" dt="2021-01-27T14:04:32.561" v="81" actId="26606"/>
        <pc:sldMkLst>
          <pc:docMk/>
          <pc:sldMk cId="738154742" sldId="393"/>
        </pc:sldMkLst>
        <pc:spChg chg="mo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2" creationId="{684F3C03-6849-480E-A313-CDC4D9439B56}"/>
          </ac:spMkLst>
        </pc:spChg>
        <pc:spChg chg="del">
          <ac:chgData name="Romain Rachenne" userId="d05ffb5d262588ec" providerId="LiveId" clId="{952E9F63-8DE0-489A-A1B2-32A308F9E609}" dt="2021-01-27T14:03:54.355" v="80" actId="478"/>
          <ac:spMkLst>
            <pc:docMk/>
            <pc:sldMk cId="738154742" sldId="393"/>
            <ac:spMk id="3" creationId="{18FD63C3-B847-4F03-8392-9A795F566646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7" creationId="{52C0B2E1-0268-42EC-ABD3-94F81A05BCBD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9" creationId="{7D2256B4-48EA-40FC-BBC0-AA1EE6E0080C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13" creationId="{FBDCECDC-EEE3-4128-AA5E-82A8C08796E8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15" creationId="{4260EDE0-989C-4E16-AF94-F652294D828E}"/>
          </ac:spMkLst>
        </pc:spChg>
        <pc:spChg chg="add">
          <ac:chgData name="Romain Rachenne" userId="d05ffb5d262588ec" providerId="LiveId" clId="{952E9F63-8DE0-489A-A1B2-32A308F9E609}" dt="2021-01-27T14:04:32.561" v="81" actId="26606"/>
          <ac:spMkLst>
            <pc:docMk/>
            <pc:sldMk cId="738154742" sldId="393"/>
            <ac:spMk id="17" creationId="{1F3985C0-E548-44D2-B30E-F3E42DADE133}"/>
          </ac:spMkLst>
        </pc:spChg>
        <pc:cxnChg chg="add">
          <ac:chgData name="Romain Rachenne" userId="d05ffb5d262588ec" providerId="LiveId" clId="{952E9F63-8DE0-489A-A1B2-32A308F9E609}" dt="2021-01-27T14:04:32.561" v="81" actId="26606"/>
          <ac:cxnSpMkLst>
            <pc:docMk/>
            <pc:sldMk cId="738154742" sldId="393"/>
            <ac:cxnSpMk id="11" creationId="{3D44BCCA-102D-4A9D-B1E4-2450CAF0B05E}"/>
          </ac:cxnSpMkLst>
        </pc:cxnChg>
      </pc:sldChg>
    </pc:docChg>
  </pc:docChgLst>
  <pc:docChgLst>
    <pc:chgData name="Romain Rachenne" userId="d05ffb5d262588ec" providerId="LiveId" clId="{D11DE92B-2652-46CF-9859-74DC33324D2E}"/>
    <pc:docChg chg="undo redo custSel mod addSld delSld modSld sldOrd">
      <pc:chgData name="Romain Rachenne" userId="d05ffb5d262588ec" providerId="LiveId" clId="{D11DE92B-2652-46CF-9859-74DC33324D2E}" dt="2021-02-10T22:08:15.637" v="1555" actId="1076"/>
      <pc:docMkLst>
        <pc:docMk/>
      </pc:docMkLst>
      <pc:sldChg chg="modSp mod">
        <pc:chgData name="Romain Rachenne" userId="d05ffb5d262588ec" providerId="LiveId" clId="{D11DE92B-2652-46CF-9859-74DC33324D2E}" dt="2021-01-17T16:19:16.660" v="951" actId="20577"/>
        <pc:sldMkLst>
          <pc:docMk/>
          <pc:sldMk cId="1990881570" sldId="257"/>
        </pc:sldMkLst>
        <pc:spChg chg="mod">
          <ac:chgData name="Romain Rachenne" userId="d05ffb5d262588ec" providerId="LiveId" clId="{D11DE92B-2652-46CF-9859-74DC33324D2E}" dt="2021-01-17T16:19:16.660" v="951" actId="20577"/>
          <ac:spMkLst>
            <pc:docMk/>
            <pc:sldMk cId="1990881570" sldId="257"/>
            <ac:spMk id="3" creationId="{00000000-0000-0000-0000-000000000000}"/>
          </ac:spMkLst>
        </pc:spChg>
      </pc:sldChg>
      <pc:sldChg chg="del">
        <pc:chgData name="Romain Rachenne" userId="d05ffb5d262588ec" providerId="LiveId" clId="{D11DE92B-2652-46CF-9859-74DC33324D2E}" dt="2021-01-17T12:06:38.102" v="42" actId="47"/>
        <pc:sldMkLst>
          <pc:docMk/>
          <pc:sldMk cId="1557803393" sldId="302"/>
        </pc:sldMkLst>
      </pc:sldChg>
      <pc:sldChg chg="addSp delSp modSp mod">
        <pc:chgData name="Romain Rachenne" userId="d05ffb5d262588ec" providerId="LiveId" clId="{D11DE92B-2652-46CF-9859-74DC33324D2E}" dt="2021-02-10T22:01:39.095" v="1505" actId="404"/>
        <pc:sldMkLst>
          <pc:docMk/>
          <pc:sldMk cId="1689278221" sldId="360"/>
        </pc:sldMkLst>
        <pc:spChg chg="mod">
          <ac:chgData name="Romain Rachenne" userId="d05ffb5d262588ec" providerId="LiveId" clId="{D11DE92B-2652-46CF-9859-74DC33324D2E}" dt="2021-02-10T22:01:39.095" v="1505" actId="404"/>
          <ac:spMkLst>
            <pc:docMk/>
            <pc:sldMk cId="1689278221" sldId="360"/>
            <ac:spMk id="2" creationId="{382B6C5F-6F5B-48E3-B9BD-48D2C248F8E4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29" creationId="{25C8D2C1-DA83-420D-9635-D52CE066B5DA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31" creationId="{434F74C9-6A0B-409E-AD1C-45B58BE91BB8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35" creationId="{F452A527-3631-41ED-858D-3777A7D1496A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39" creationId="{F85B92BC-678C-4E14-97E6-3227DEF86371}"/>
          </ac:spMkLst>
        </pc:spChg>
        <pc:spChg chg="del">
          <ac:chgData name="Romain Rachenne" userId="d05ffb5d262588ec" providerId="LiveId" clId="{D11DE92B-2652-46CF-9859-74DC33324D2E}" dt="2021-01-17T12:06:22.819" v="41" actId="26606"/>
          <ac:spMkLst>
            <pc:docMk/>
            <pc:sldMk cId="1689278221" sldId="360"/>
            <ac:spMk id="41" creationId="{D2644120-A6B9-4D5C-8A60-E2F4CC220E77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46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48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52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56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58" creationId="{593ACC25-C262-417A-8AA9-0641C772BDB6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63" creationId="{4E4490D0-3672-446A-AC12-B4830333BDDD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65" creationId="{39CB82C2-DF65-4EC1-8280-F201D50F570B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69" creationId="{FA4CD5CB-D209-4D70-8CA4-629731C59219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73" creationId="{B4C27B90-DF2B-4D00-BA07-18ED774CD2F1}"/>
          </ac:spMkLst>
        </pc:spChg>
        <pc:spChg chg="add">
          <ac:chgData name="Romain Rachenne" userId="d05ffb5d262588ec" providerId="LiveId" clId="{D11DE92B-2652-46CF-9859-74DC33324D2E}" dt="2021-01-17T12:20:58.981" v="274" actId="26606"/>
          <ac:spMkLst>
            <pc:docMk/>
            <pc:sldMk cId="1689278221" sldId="360"/>
            <ac:spMk id="75" creationId="{593ACC25-C262-417A-8AA9-0641C772BDB6}"/>
          </ac:spMkLst>
        </pc:spChg>
        <pc:picChg chg="del">
          <ac:chgData name="Romain Rachenne" userId="d05ffb5d262588ec" providerId="LiveId" clId="{D11DE92B-2652-46CF-9859-74DC33324D2E}" dt="2021-01-17T12:05:56.006" v="23" actId="478"/>
          <ac:picMkLst>
            <pc:docMk/>
            <pc:sldMk cId="1689278221" sldId="360"/>
            <ac:picMk id="7" creationId="{76EA334C-4ED0-4E22-BC10-0A8F8D0D5E7F}"/>
          </ac:picMkLst>
        </pc:picChg>
        <pc:picChg chg="add mod">
          <ac:chgData name="Romain Rachenne" userId="d05ffb5d262588ec" providerId="LiveId" clId="{D11DE92B-2652-46CF-9859-74DC33324D2E}" dt="2021-01-17T16:24:14.633" v="987"/>
          <ac:picMkLst>
            <pc:docMk/>
            <pc:sldMk cId="1689278221" sldId="360"/>
            <ac:picMk id="11" creationId="{C9C38F26-D2F6-41B9-83AF-1E89464964D5}"/>
          </ac:picMkLst>
        </pc:picChg>
        <pc:picChg chg="add mod">
          <ac:chgData name="Romain Rachenne" userId="d05ffb5d262588ec" providerId="LiveId" clId="{D11DE92B-2652-46CF-9859-74DC33324D2E}" dt="2021-01-17T16:24:29.113" v="1001"/>
          <ac:picMkLst>
            <pc:docMk/>
            <pc:sldMk cId="1689278221" sldId="360"/>
            <ac:picMk id="12" creationId="{8D49B09B-7888-40A7-AE9E-7819E8F9E944}"/>
          </ac:picMkLst>
        </pc:picChg>
        <pc:picChg chg="add mod">
          <ac:chgData name="Romain Rachenne" userId="d05ffb5d262588ec" providerId="LiveId" clId="{D11DE92B-2652-46CF-9859-74DC33324D2E}" dt="2021-01-17T16:24:47.177" v="1015"/>
          <ac:picMkLst>
            <pc:docMk/>
            <pc:sldMk cId="1689278221" sldId="360"/>
            <ac:picMk id="13" creationId="{2CCA6F2D-ECF8-4F5B-BD7E-875F6C7AE4B8}"/>
          </ac:picMkLst>
        </pc:picChg>
        <pc:picChg chg="add mod">
          <ac:chgData name="Romain Rachenne" userId="d05ffb5d262588ec" providerId="LiveId" clId="{D11DE92B-2652-46CF-9859-74DC33324D2E}" dt="2021-01-17T12:06:22.819" v="41" actId="26606"/>
          <ac:picMkLst>
            <pc:docMk/>
            <pc:sldMk cId="1689278221" sldId="360"/>
            <ac:picMk id="14" creationId="{761A5CFC-768D-4476-A665-0940793E260A}"/>
          </ac:picMkLst>
        </pc:picChg>
        <pc:picChg chg="del">
          <ac:chgData name="Romain Rachenne" userId="d05ffb5d262588ec" providerId="LiveId" clId="{D11DE92B-2652-46CF-9859-74DC33324D2E}" dt="2021-01-17T12:06:02.117" v="27" actId="478"/>
          <ac:picMkLst>
            <pc:docMk/>
            <pc:sldMk cId="1689278221" sldId="360"/>
            <ac:picMk id="23" creationId="{0F307E0B-01E3-408C-A3F5-09C6C0D988D7}"/>
          </ac:picMkLst>
        </pc:picChg>
        <pc:picChg chg="del">
          <ac:chgData name="Romain Rachenne" userId="d05ffb5d262588ec" providerId="LiveId" clId="{D11DE92B-2652-46CF-9859-74DC33324D2E}" dt="2021-01-17T12:06:02.640" v="28" actId="478"/>
          <ac:picMkLst>
            <pc:docMk/>
            <pc:sldMk cId="1689278221" sldId="360"/>
            <ac:picMk id="25" creationId="{61CEE80C-EFE8-4A9C-87B3-2704D841F172}"/>
          </ac:picMkLst>
        </pc:picChg>
        <pc:picChg chg="del">
          <ac:chgData name="Romain Rachenne" userId="d05ffb5d262588ec" providerId="LiveId" clId="{D11DE92B-2652-46CF-9859-74DC33324D2E}" dt="2021-01-17T12:06:03.142" v="29" actId="478"/>
          <ac:picMkLst>
            <pc:docMk/>
            <pc:sldMk cId="1689278221" sldId="360"/>
            <ac:picMk id="26" creationId="{D75B398D-0B31-4CE3-9478-E647C7A7983E}"/>
          </ac:picMkLst>
        </pc:picChg>
        <pc:cxnChg chg="del">
          <ac:chgData name="Romain Rachenne" userId="d05ffb5d262588ec" providerId="LiveId" clId="{D11DE92B-2652-46CF-9859-74DC33324D2E}" dt="2021-01-17T12:06:22.819" v="41" actId="26606"/>
          <ac:cxnSpMkLst>
            <pc:docMk/>
            <pc:sldMk cId="1689278221" sldId="360"/>
            <ac:cxnSpMk id="33" creationId="{F5486A9D-1265-4B57-91E6-68E666B978BC}"/>
          </ac:cxnSpMkLst>
        </pc:cxnChg>
        <pc:cxnChg chg="del">
          <ac:chgData name="Romain Rachenne" userId="d05ffb5d262588ec" providerId="LiveId" clId="{D11DE92B-2652-46CF-9859-74DC33324D2E}" dt="2021-01-17T12:06:22.819" v="41" actId="26606"/>
          <ac:cxnSpMkLst>
            <pc:docMk/>
            <pc:sldMk cId="1689278221" sldId="360"/>
            <ac:cxnSpMk id="37" creationId="{D28A9C89-B313-458F-9C85-515930A51A93}"/>
          </ac:cxnSpMkLst>
        </pc:cxnChg>
        <pc:cxnChg chg="add del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50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54" creationId="{5C6A2BAE-B461-4B55-8E1F-0722ABDD1393}"/>
          </ac:cxnSpMkLst>
        </pc:cxnChg>
        <pc:cxnChg chg="add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67" creationId="{7E1D4427-852B-4B37-8E76-0E9F1810BA2A}"/>
          </ac:cxnSpMkLst>
        </pc:cxnChg>
        <pc:cxnChg chg="add">
          <ac:chgData name="Romain Rachenne" userId="d05ffb5d262588ec" providerId="LiveId" clId="{D11DE92B-2652-46CF-9859-74DC33324D2E}" dt="2021-01-17T12:20:58.981" v="274" actId="26606"/>
          <ac:cxnSpMkLst>
            <pc:docMk/>
            <pc:sldMk cId="1689278221" sldId="360"/>
            <ac:cxnSpMk id="71" creationId="{5C6A2BAE-B461-4B55-8E1F-0722ABDD1393}"/>
          </ac:cxnSpMkLst>
        </pc:cxnChg>
      </pc:sldChg>
      <pc:sldChg chg="del">
        <pc:chgData name="Romain Rachenne" userId="d05ffb5d262588ec" providerId="LiveId" clId="{D11DE92B-2652-46CF-9859-74DC33324D2E}" dt="2021-01-17T12:18:33.923" v="216" actId="47"/>
        <pc:sldMkLst>
          <pc:docMk/>
          <pc:sldMk cId="2762460005" sldId="361"/>
        </pc:sldMkLst>
      </pc:sldChg>
      <pc:sldChg chg="addSp delSp modSp mod">
        <pc:chgData name="Romain Rachenne" userId="d05ffb5d262588ec" providerId="LiveId" clId="{D11DE92B-2652-46CF-9859-74DC33324D2E}" dt="2021-02-10T22:03:42.802" v="1529" actId="255"/>
        <pc:sldMkLst>
          <pc:docMk/>
          <pc:sldMk cId="898625174" sldId="362"/>
        </pc:sldMkLst>
        <pc:spChg chg="mod">
          <ac:chgData name="Romain Rachenne" userId="d05ffb5d262588ec" providerId="LiveId" clId="{D11DE92B-2652-46CF-9859-74DC33324D2E}" dt="2021-02-10T22:03:42.802" v="1529" actId="255"/>
          <ac:spMkLst>
            <pc:docMk/>
            <pc:sldMk cId="898625174" sldId="362"/>
            <ac:spMk id="2" creationId="{7645AE51-41D4-4C77-BFAA-6D691F990D7A}"/>
          </ac:spMkLst>
        </pc:spChg>
        <pc:picChg chg="add mod">
          <ac:chgData name="Romain Rachenne" userId="d05ffb5d262588ec" providerId="LiveId" clId="{D11DE92B-2652-46CF-9859-74DC33324D2E}" dt="2021-01-17T12:10:11.608" v="94" actId="1076"/>
          <ac:picMkLst>
            <pc:docMk/>
            <pc:sldMk cId="898625174" sldId="362"/>
            <ac:picMk id="4" creationId="{F441E0B0-4E3E-484F-9C16-792C4C11DBB3}"/>
          </ac:picMkLst>
        </pc:picChg>
        <pc:picChg chg="add mod">
          <ac:chgData name="Romain Rachenne" userId="d05ffb5d262588ec" providerId="LiveId" clId="{D11DE92B-2652-46CF-9859-74DC33324D2E}" dt="2021-01-17T16:24:15.952" v="988"/>
          <ac:picMkLst>
            <pc:docMk/>
            <pc:sldMk cId="898625174" sldId="362"/>
            <ac:picMk id="5" creationId="{1D531C28-7DEE-4EE0-921A-16EC0EEF862C}"/>
          </ac:picMkLst>
        </pc:picChg>
        <pc:picChg chg="del">
          <ac:chgData name="Romain Rachenne" userId="d05ffb5d262588ec" providerId="LiveId" clId="{D11DE92B-2652-46CF-9859-74DC33324D2E}" dt="2021-01-17T12:06:41.623" v="44" actId="478"/>
          <ac:picMkLst>
            <pc:docMk/>
            <pc:sldMk cId="898625174" sldId="362"/>
            <ac:picMk id="5" creationId="{1E7B6DC3-2499-474E-90E3-2147929D35E1}"/>
          </ac:picMkLst>
        </pc:picChg>
        <pc:picChg chg="add mod">
          <ac:chgData name="Romain Rachenne" userId="d05ffb5d262588ec" providerId="LiveId" clId="{D11DE92B-2652-46CF-9859-74DC33324D2E}" dt="2021-01-17T16:24:30.288" v="1002"/>
          <ac:picMkLst>
            <pc:docMk/>
            <pc:sldMk cId="898625174" sldId="362"/>
            <ac:picMk id="6" creationId="{8AF4036E-5287-4BF3-9DFC-13D10B2B574A}"/>
          </ac:picMkLst>
        </pc:picChg>
        <pc:picChg chg="del">
          <ac:chgData name="Romain Rachenne" userId="d05ffb5d262588ec" providerId="LiveId" clId="{D11DE92B-2652-46CF-9859-74DC33324D2E}" dt="2021-01-17T12:21:55.463" v="283" actId="478"/>
          <ac:picMkLst>
            <pc:docMk/>
            <pc:sldMk cId="898625174" sldId="362"/>
            <ac:picMk id="6" creationId="{A6B2B02C-C429-4B83-B0E0-C6DA1AA894CA}"/>
          </ac:picMkLst>
        </pc:picChg>
        <pc:picChg chg="del">
          <ac:chgData name="Romain Rachenne" userId="d05ffb5d262588ec" providerId="LiveId" clId="{D11DE92B-2652-46CF-9859-74DC33324D2E}" dt="2021-01-17T12:21:55.919" v="284" actId="478"/>
          <ac:picMkLst>
            <pc:docMk/>
            <pc:sldMk cId="898625174" sldId="362"/>
            <ac:picMk id="7" creationId="{69DC47F3-14AD-45BC-9B22-C9ECBC5DE16A}"/>
          </ac:picMkLst>
        </pc:picChg>
        <pc:picChg chg="add mod">
          <ac:chgData name="Romain Rachenne" userId="d05ffb5d262588ec" providerId="LiveId" clId="{D11DE92B-2652-46CF-9859-74DC33324D2E}" dt="2021-01-17T16:24:48.056" v="1016"/>
          <ac:picMkLst>
            <pc:docMk/>
            <pc:sldMk cId="898625174" sldId="362"/>
            <ac:picMk id="7" creationId="{ACE977AC-CB6C-4629-AAB2-53A9134C40CF}"/>
          </ac:picMkLst>
        </pc:picChg>
        <pc:picChg chg="del">
          <ac:chgData name="Romain Rachenne" userId="d05ffb5d262588ec" providerId="LiveId" clId="{D11DE92B-2652-46CF-9859-74DC33324D2E}" dt="2021-01-17T12:21:56.383" v="285" actId="478"/>
          <ac:picMkLst>
            <pc:docMk/>
            <pc:sldMk cId="898625174" sldId="362"/>
            <ac:picMk id="8" creationId="{D9BDDD9A-9D62-4180-B089-883DA6E3B8A0}"/>
          </ac:picMkLst>
        </pc:picChg>
      </pc:sldChg>
      <pc:sldChg chg="addSp delSp modSp add del mod">
        <pc:chgData name="Romain Rachenne" userId="d05ffb5d262588ec" providerId="LiveId" clId="{D11DE92B-2652-46CF-9859-74DC33324D2E}" dt="2021-01-17T12:35:04.234" v="864" actId="47"/>
        <pc:sldMkLst>
          <pc:docMk/>
          <pc:sldMk cId="978875007" sldId="363"/>
        </pc:sldMkLst>
        <pc:spChg chg="mod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2" creationId="{BB0E1512-F607-44DA-B649-3AF76BBE6027}"/>
          </ac:spMkLst>
        </pc:spChg>
        <pc:spChg chg="add del mod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3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8" creationId="{CECF0FC6-D57B-48B6-9036-F4FFD91A4B34}"/>
          </ac:spMkLst>
        </pc:spChg>
        <pc:spChg chg="del mod">
          <ac:chgData name="Romain Rachenne" userId="d05ffb5d262588ec" providerId="LiveId" clId="{D11DE92B-2652-46CF-9859-74DC33324D2E}" dt="2021-01-17T12:08:44.624" v="50" actId="478"/>
          <ac:spMkLst>
            <pc:docMk/>
            <pc:sldMk cId="978875007" sldId="363"/>
            <ac:spMk id="9" creationId="{6DA665DB-7E00-4DCB-88F2-0C3A39D6593D}"/>
          </ac:spMkLst>
        </pc:spChg>
        <pc:spChg chg="add del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10" creationId="{717A211C-5863-4303-AC3D-AEBFDF6D6A4C}"/>
          </ac:spMkLst>
        </pc:spChg>
        <pc:spChg chg="add del">
          <ac:chgData name="Romain Rachenne" userId="d05ffb5d262588ec" providerId="LiveId" clId="{D11DE92B-2652-46CF-9859-74DC33324D2E}" dt="2021-01-17T12:28:55.185" v="463" actId="26606"/>
          <ac:spMkLst>
            <pc:docMk/>
            <pc:sldMk cId="978875007" sldId="363"/>
            <ac:spMk id="12" creationId="{087519CD-2FFF-42E3-BB0C-FEAA828BA5DB}"/>
          </ac:spMkLst>
        </pc:spChg>
        <pc:spChg chg="add del">
          <ac:chgData name="Romain Rachenne" userId="d05ffb5d262588ec" providerId="LiveId" clId="{D11DE92B-2652-46CF-9859-74DC33324D2E}" dt="2021-01-17T12:28:40.881" v="452" actId="26606"/>
          <ac:spMkLst>
            <pc:docMk/>
            <pc:sldMk cId="978875007" sldId="363"/>
            <ac:spMk id="18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19" creationId="{C33BF9DD-8A45-4EEE-B231-0A14D322E5F9}"/>
          </ac:spMkLst>
        </pc:spChg>
        <pc:spChg chg="add del">
          <ac:chgData name="Romain Rachenne" userId="d05ffb5d262588ec" providerId="LiveId" clId="{D11DE92B-2652-46CF-9859-74DC33324D2E}" dt="2021-01-17T12:28:40.881" v="452" actId="26606"/>
          <ac:spMkLst>
            <pc:docMk/>
            <pc:sldMk cId="978875007" sldId="363"/>
            <ac:spMk id="20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28:40.881" v="452" actId="26606"/>
          <ac:spMkLst>
            <pc:docMk/>
            <pc:sldMk cId="978875007" sldId="363"/>
            <ac:spMk id="22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23" creationId="{D5FBCAC9-BD8B-4F3B-AD74-EF37D4211349}"/>
          </ac:spMkLst>
        </pc:spChg>
        <pc:spChg chg="add del">
          <ac:chgData name="Romain Rachenne" userId="d05ffb5d262588ec" providerId="LiveId" clId="{D11DE92B-2652-46CF-9859-74DC33324D2E}" dt="2021-01-17T12:28:42.130" v="454" actId="26606"/>
          <ac:spMkLst>
            <pc:docMk/>
            <pc:sldMk cId="978875007" sldId="363"/>
            <ac:spMk id="24" creationId="{311973C2-EB8B-452A-A698-4A252FD3AE28}"/>
          </ac:spMkLst>
        </pc:spChg>
        <pc:spChg chg="add del">
          <ac:chgData name="Romain Rachenne" userId="d05ffb5d262588ec" providerId="LiveId" clId="{D11DE92B-2652-46CF-9859-74DC33324D2E}" dt="2021-01-17T12:28:42.130" v="454" actId="26606"/>
          <ac:spMkLst>
            <pc:docMk/>
            <pc:sldMk cId="978875007" sldId="363"/>
            <ac:spMk id="25" creationId="{10162E77-11AD-44A7-84EC-40C59EEFBD2E}"/>
          </ac:spMkLst>
        </pc:spChg>
        <pc:spChg chg="add del">
          <ac:chgData name="Romain Rachenne" userId="d05ffb5d262588ec" providerId="LiveId" clId="{D11DE92B-2652-46CF-9859-74DC33324D2E}" dt="2021-01-17T12:28:42.130" v="454" actId="26606"/>
          <ac:spMkLst>
            <pc:docMk/>
            <pc:sldMk cId="978875007" sldId="363"/>
            <ac:spMk id="28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1.205" v="458" actId="26606"/>
          <ac:spMkLst>
            <pc:docMk/>
            <pc:sldMk cId="978875007" sldId="363"/>
            <ac:spMk id="32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28:51.205" v="458" actId="26606"/>
          <ac:spMkLst>
            <pc:docMk/>
            <pc:sldMk cId="978875007" sldId="363"/>
            <ac:spMk id="33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28:51.205" v="458" actId="26606"/>
          <ac:spMkLst>
            <pc:docMk/>
            <pc:sldMk cId="978875007" sldId="363"/>
            <ac:spMk id="34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37" creationId="{990D0034-F768-41E7-85D4-F38C4DE85770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38" creationId="{C4F7E42D-8B5A-4FC8-81CD-9E60171F7FA8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39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3.097" v="460" actId="26606"/>
          <ac:spMkLst>
            <pc:docMk/>
            <pc:sldMk cId="978875007" sldId="363"/>
            <ac:spMk id="41" creationId="{8C04651D-B9F4-4935-A02D-364153FBDF54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43" creationId="{E48E0D77-80C9-498E-9733-AFEDFBDF8AA5}"/>
          </ac:spMkLst>
        </pc:spChg>
        <pc:spChg chg="add del">
          <ac:chgData name="Romain Rachenne" userId="d05ffb5d262588ec" providerId="LiveId" clId="{D11DE92B-2652-46CF-9859-74DC33324D2E}" dt="2021-01-17T12:28:55.165" v="462" actId="26606"/>
          <ac:spMkLst>
            <pc:docMk/>
            <pc:sldMk cId="978875007" sldId="363"/>
            <ac:spMk id="44" creationId="{9556C5A8-AD7E-4CE7-87BE-9EA3B5E1786F}"/>
          </ac:spMkLst>
        </pc:spChg>
        <pc:spChg chg="add del">
          <ac:chgData name="Romain Rachenne" userId="d05ffb5d262588ec" providerId="LiveId" clId="{D11DE92B-2652-46CF-9859-74DC33324D2E}" dt="2021-01-17T12:31:43.559" v="740" actId="26606"/>
          <ac:spMkLst>
            <pc:docMk/>
            <pc:sldMk cId="978875007" sldId="363"/>
            <ac:spMk id="51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31:43.559" v="740" actId="26606"/>
          <ac:spMkLst>
            <pc:docMk/>
            <pc:sldMk cId="978875007" sldId="363"/>
            <ac:spMk id="53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31:43.559" v="740" actId="26606"/>
          <ac:spMkLst>
            <pc:docMk/>
            <pc:sldMk cId="978875007" sldId="363"/>
            <ac:spMk id="55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31:50.778" v="742" actId="26606"/>
          <ac:spMkLst>
            <pc:docMk/>
            <pc:sldMk cId="978875007" sldId="363"/>
            <ac:spMk id="57" creationId="{FB5993E2-C02B-4335-ABA5-D8EC465551E3}"/>
          </ac:spMkLst>
        </pc:spChg>
        <pc:spChg chg="add del">
          <ac:chgData name="Romain Rachenne" userId="d05ffb5d262588ec" providerId="LiveId" clId="{D11DE92B-2652-46CF-9859-74DC33324D2E}" dt="2021-01-17T12:31:50.778" v="742" actId="26606"/>
          <ac:spMkLst>
            <pc:docMk/>
            <pc:sldMk cId="978875007" sldId="363"/>
            <ac:spMk id="58" creationId="{C0B801A2-5622-4BE8-9AD2-C337A2CD0022}"/>
          </ac:spMkLst>
        </pc:spChg>
        <pc:spChg chg="add del">
          <ac:chgData name="Romain Rachenne" userId="d05ffb5d262588ec" providerId="LiveId" clId="{D11DE92B-2652-46CF-9859-74DC33324D2E}" dt="2021-01-17T12:31:50.778" v="742" actId="26606"/>
          <ac:spMkLst>
            <pc:docMk/>
            <pc:sldMk cId="978875007" sldId="363"/>
            <ac:spMk id="59" creationId="{B7AF614F-5BC3-4086-99F5-B87C5847A071}"/>
          </ac:spMkLst>
        </pc:spChg>
        <pc:spChg chg="add del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61" creationId="{F9E80720-23E6-4B89-B77E-04A7689F1BA8}"/>
          </ac:spMkLst>
        </pc:spChg>
        <pc:spChg chg="add del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62" creationId="{CD1D3CA1-3EB6-41F3-A419-8424B56BE63A}"/>
          </ac:spMkLst>
        </pc:spChg>
        <pc:spChg chg="add del">
          <ac:chgData name="Romain Rachenne" userId="d05ffb5d262588ec" providerId="LiveId" clId="{D11DE92B-2652-46CF-9859-74DC33324D2E}" dt="2021-01-17T12:31:57.368" v="744" actId="26606"/>
          <ac:spMkLst>
            <pc:docMk/>
            <pc:sldMk cId="978875007" sldId="363"/>
            <ac:spMk id="63" creationId="{4D87F7B2-AA36-4B58-BC2C-1BBA135E8B6B}"/>
          </ac:spMkLst>
        </pc:spChg>
        <pc:graphicFrameChg chg="add del">
          <ac:chgData name="Romain Rachenne" userId="d05ffb5d262588ec" providerId="LiveId" clId="{D11DE92B-2652-46CF-9859-74DC33324D2E}" dt="2021-01-17T12:28:40.881" v="452" actId="26606"/>
          <ac:graphicFrameMkLst>
            <pc:docMk/>
            <pc:sldMk cId="978875007" sldId="363"/>
            <ac:graphicFrameMk id="14" creationId="{2C8AC4FA-14D0-43ED-9BD2-C1781E9C0BFC}"/>
          </ac:graphicFrameMkLst>
        </pc:graphicFrameChg>
        <pc:graphicFrameChg chg="add del">
          <ac:chgData name="Romain Rachenne" userId="d05ffb5d262588ec" providerId="LiveId" clId="{D11DE92B-2652-46CF-9859-74DC33324D2E}" dt="2021-01-17T12:28:43.019" v="456" actId="26606"/>
          <ac:graphicFrameMkLst>
            <pc:docMk/>
            <pc:sldMk cId="978875007" sldId="363"/>
            <ac:graphicFrameMk id="30" creationId="{09B628F8-1C38-409E-9358-62311B0AB6CF}"/>
          </ac:graphicFrameMkLst>
        </pc:graphicFrameChg>
        <pc:graphicFrameChg chg="add del">
          <ac:chgData name="Romain Rachenne" userId="d05ffb5d262588ec" providerId="LiveId" clId="{D11DE92B-2652-46CF-9859-74DC33324D2E}" dt="2021-01-17T12:28:51.205" v="458" actId="26606"/>
          <ac:graphicFrameMkLst>
            <pc:docMk/>
            <pc:sldMk cId="978875007" sldId="363"/>
            <ac:graphicFrameMk id="35" creationId="{DA91ABB2-0FFA-4385-A7DD-89C3B082BE7F}"/>
          </ac:graphicFrameMkLst>
        </pc:graphicFrameChg>
        <pc:graphicFrameChg chg="add mod modGraphic">
          <ac:chgData name="Romain Rachenne" userId="d05ffb5d262588ec" providerId="LiveId" clId="{D11DE92B-2652-46CF-9859-74DC33324D2E}" dt="2021-01-17T12:32:13.913" v="766" actId="20577"/>
          <ac:graphicFrameMkLst>
            <pc:docMk/>
            <pc:sldMk cId="978875007" sldId="363"/>
            <ac:graphicFrameMk id="46" creationId="{3FF73BD3-1181-47B5-9A78-EF5A57E45484}"/>
          </ac:graphicFrameMkLst>
        </pc:graphicFrameChg>
        <pc:picChg chg="add del">
          <ac:chgData name="Romain Rachenne" userId="d05ffb5d262588ec" providerId="LiveId" clId="{D11DE92B-2652-46CF-9859-74DC33324D2E}" dt="2021-01-17T12:28:55.165" v="462" actId="26606"/>
          <ac:picMkLst>
            <pc:docMk/>
            <pc:sldMk cId="978875007" sldId="363"/>
            <ac:picMk id="16" creationId="{41F3B369-7907-48EC-B143-9A377483C899}"/>
          </ac:picMkLst>
        </pc:picChg>
        <pc:picChg chg="add del">
          <ac:chgData name="Romain Rachenne" userId="d05ffb5d262588ec" providerId="LiveId" clId="{D11DE92B-2652-46CF-9859-74DC33324D2E}" dt="2021-01-17T12:28:42.130" v="454" actId="26606"/>
          <ac:picMkLst>
            <pc:docMk/>
            <pc:sldMk cId="978875007" sldId="363"/>
            <ac:picMk id="26" creationId="{3B1B65CF-53AC-4F36-83DF-5D26F2E5AC8F}"/>
          </ac:picMkLst>
        </pc:picChg>
        <pc:picChg chg="add del">
          <ac:chgData name="Romain Rachenne" userId="d05ffb5d262588ec" providerId="LiveId" clId="{D11DE92B-2652-46CF-9859-74DC33324D2E}" dt="2021-01-17T12:28:53.097" v="460" actId="26606"/>
          <ac:picMkLst>
            <pc:docMk/>
            <pc:sldMk cId="978875007" sldId="363"/>
            <ac:picMk id="40" creationId="{BAE03DE8-A9A7-4758-B4CA-400FC0ED059B}"/>
          </ac:picMkLst>
        </pc:picChg>
        <pc:picChg chg="del mod">
          <ac:chgData name="Romain Rachenne" userId="d05ffb5d262588ec" providerId="LiveId" clId="{D11DE92B-2652-46CF-9859-74DC33324D2E}" dt="2021-01-17T12:08:42.672" v="48" actId="478"/>
          <ac:picMkLst>
            <pc:docMk/>
            <pc:sldMk cId="978875007" sldId="363"/>
            <ac:picMk id="1026" creationId="{67641822-9377-4DA0-903E-BEF41EBB59B8}"/>
          </ac:picMkLst>
        </pc:picChg>
        <pc:cxnChg chg="add del">
          <ac:chgData name="Romain Rachenne" userId="d05ffb5d262588ec" providerId="LiveId" clId="{D11DE92B-2652-46CF-9859-74DC33324D2E}" dt="2021-01-17T12:28:55.165" v="462" actId="26606"/>
          <ac:cxnSpMkLst>
            <pc:docMk/>
            <pc:sldMk cId="978875007" sldId="363"/>
            <ac:cxnSpMk id="21" creationId="{9020DCC9-F851-4562-BB20-1AB3C51BFD08}"/>
          </ac:cxnSpMkLst>
        </pc:cxnChg>
        <pc:cxnChg chg="add del">
          <ac:chgData name="Romain Rachenne" userId="d05ffb5d262588ec" providerId="LiveId" clId="{D11DE92B-2652-46CF-9859-74DC33324D2E}" dt="2021-01-17T12:28:42.130" v="454" actId="26606"/>
          <ac:cxnSpMkLst>
            <pc:docMk/>
            <pc:sldMk cId="978875007" sldId="363"/>
            <ac:cxnSpMk id="27" creationId="{5AB158E9-1B40-4CD6-95F0-95CA11DF7B7A}"/>
          </ac:cxnSpMkLst>
        </pc:cxnChg>
      </pc:sldChg>
      <pc:sldChg chg="del">
        <pc:chgData name="Romain Rachenne" userId="d05ffb5d262588ec" providerId="LiveId" clId="{D11DE92B-2652-46CF-9859-74DC33324D2E}" dt="2021-01-17T12:18:36.267" v="217" actId="47"/>
        <pc:sldMkLst>
          <pc:docMk/>
          <pc:sldMk cId="176205819" sldId="364"/>
        </pc:sldMkLst>
      </pc:sldChg>
      <pc:sldChg chg="del">
        <pc:chgData name="Romain Rachenne" userId="d05ffb5d262588ec" providerId="LiveId" clId="{D11DE92B-2652-46CF-9859-74DC33324D2E}" dt="2021-01-17T12:18:37.060" v="219" actId="47"/>
        <pc:sldMkLst>
          <pc:docMk/>
          <pc:sldMk cId="3529238834" sldId="365"/>
        </pc:sldMkLst>
      </pc:sldChg>
      <pc:sldChg chg="del">
        <pc:chgData name="Romain Rachenne" userId="d05ffb5d262588ec" providerId="LiveId" clId="{D11DE92B-2652-46CF-9859-74DC33324D2E}" dt="2021-01-17T12:18:37.524" v="220" actId="47"/>
        <pc:sldMkLst>
          <pc:docMk/>
          <pc:sldMk cId="270520830" sldId="366"/>
        </pc:sldMkLst>
      </pc:sldChg>
      <pc:sldChg chg="del">
        <pc:chgData name="Romain Rachenne" userId="d05ffb5d262588ec" providerId="LiveId" clId="{D11DE92B-2652-46CF-9859-74DC33324D2E}" dt="2021-01-17T12:18:38.189" v="221" actId="47"/>
        <pc:sldMkLst>
          <pc:docMk/>
          <pc:sldMk cId="133846150" sldId="368"/>
        </pc:sldMkLst>
      </pc:sldChg>
      <pc:sldChg chg="del">
        <pc:chgData name="Romain Rachenne" userId="d05ffb5d262588ec" providerId="LiveId" clId="{D11DE92B-2652-46CF-9859-74DC33324D2E}" dt="2021-01-17T12:18:40.620" v="223" actId="47"/>
        <pc:sldMkLst>
          <pc:docMk/>
          <pc:sldMk cId="2926151205" sldId="369"/>
        </pc:sldMkLst>
      </pc:sldChg>
      <pc:sldChg chg="del">
        <pc:chgData name="Romain Rachenne" userId="d05ffb5d262588ec" providerId="LiveId" clId="{D11DE92B-2652-46CF-9859-74DC33324D2E}" dt="2021-01-17T12:18:36.731" v="218" actId="47"/>
        <pc:sldMkLst>
          <pc:docMk/>
          <pc:sldMk cId="127786757" sldId="370"/>
        </pc:sldMkLst>
      </pc:sldChg>
      <pc:sldChg chg="del">
        <pc:chgData name="Romain Rachenne" userId="d05ffb5d262588ec" providerId="LiveId" clId="{D11DE92B-2652-46CF-9859-74DC33324D2E}" dt="2021-01-17T12:18:39.669" v="222" actId="47"/>
        <pc:sldMkLst>
          <pc:docMk/>
          <pc:sldMk cId="2723624683" sldId="373"/>
        </pc:sldMkLst>
      </pc:sldChg>
      <pc:sldChg chg="del">
        <pc:chgData name="Romain Rachenne" userId="d05ffb5d262588ec" providerId="LiveId" clId="{D11DE92B-2652-46CF-9859-74DC33324D2E}" dt="2021-01-17T12:18:45.701" v="226" actId="47"/>
        <pc:sldMkLst>
          <pc:docMk/>
          <pc:sldMk cId="414093608" sldId="374"/>
        </pc:sldMkLst>
      </pc:sldChg>
      <pc:sldChg chg="del">
        <pc:chgData name="Romain Rachenne" userId="d05ffb5d262588ec" providerId="LiveId" clId="{D11DE92B-2652-46CF-9859-74DC33324D2E}" dt="2021-01-17T12:18:41.956" v="224" actId="47"/>
        <pc:sldMkLst>
          <pc:docMk/>
          <pc:sldMk cId="1458452696" sldId="375"/>
        </pc:sldMkLst>
      </pc:sldChg>
      <pc:sldChg chg="del">
        <pc:chgData name="Romain Rachenne" userId="d05ffb5d262588ec" providerId="LiveId" clId="{D11DE92B-2652-46CF-9859-74DC33324D2E}" dt="2021-01-17T12:18:42.821" v="225" actId="47"/>
        <pc:sldMkLst>
          <pc:docMk/>
          <pc:sldMk cId="116491300" sldId="376"/>
        </pc:sldMkLst>
      </pc:sldChg>
      <pc:sldChg chg="del">
        <pc:chgData name="Romain Rachenne" userId="d05ffb5d262588ec" providerId="LiveId" clId="{D11DE92B-2652-46CF-9859-74DC33324D2E}" dt="2021-01-17T12:06:39" v="43" actId="47"/>
        <pc:sldMkLst>
          <pc:docMk/>
          <pc:sldMk cId="416820420" sldId="377"/>
        </pc:sldMkLst>
      </pc:sldChg>
      <pc:sldChg chg="add del ord">
        <pc:chgData name="Romain Rachenne" userId="d05ffb5d262588ec" providerId="LiveId" clId="{D11DE92B-2652-46CF-9859-74DC33324D2E}" dt="2021-01-17T12:36:09.063" v="902" actId="47"/>
        <pc:sldMkLst>
          <pc:docMk/>
          <pc:sldMk cId="3915824240" sldId="377"/>
        </pc:sldMkLst>
      </pc:sldChg>
      <pc:sldChg chg="addSp delSp modSp add mod setBg delDesignElem">
        <pc:chgData name="Romain Rachenne" userId="d05ffb5d262588ec" providerId="LiveId" clId="{D11DE92B-2652-46CF-9859-74DC33324D2E}" dt="2021-02-10T22:03:53.026" v="1531" actId="255"/>
        <pc:sldMkLst>
          <pc:docMk/>
          <pc:sldMk cId="21370376" sldId="378"/>
        </pc:sldMkLst>
        <pc:spChg chg="mod">
          <ac:chgData name="Romain Rachenne" userId="d05ffb5d262588ec" providerId="LiveId" clId="{D11DE92B-2652-46CF-9859-74DC33324D2E}" dt="2021-02-10T22:03:53.026" v="1531" actId="255"/>
          <ac:spMkLst>
            <pc:docMk/>
            <pc:sldMk cId="21370376" sldId="378"/>
            <ac:spMk id="2" creationId="{BB0E1512-F607-44DA-B649-3AF76BBE6027}"/>
          </ac:spMkLst>
        </pc:spChg>
        <pc:spChg chg="del mod">
          <ac:chgData name="Romain Rachenne" userId="d05ffb5d262588ec" providerId="LiveId" clId="{D11DE92B-2652-46CF-9859-74DC33324D2E}" dt="2021-01-26T20:25:01.060" v="1139" actId="478"/>
          <ac:spMkLst>
            <pc:docMk/>
            <pc:sldMk cId="21370376" sldId="378"/>
            <ac:spMk id="3" creationId="{E48E0D77-80C9-498E-9733-AFEDFBDF8AA5}"/>
          </ac:spMkLst>
        </pc:spChg>
        <pc:spChg chg="del">
          <ac:chgData name="Romain Rachenne" userId="d05ffb5d262588ec" providerId="LiveId" clId="{D11DE92B-2652-46CF-9859-74DC33324D2E}" dt="2021-01-17T12:17:21.043" v="97"/>
          <ac:spMkLst>
            <pc:docMk/>
            <pc:sldMk cId="21370376" sldId="378"/>
            <ac:spMk id="8" creationId="{CECF0FC6-D57B-48B6-9036-F4FFD91A4B34}"/>
          </ac:spMkLst>
        </pc:spChg>
        <pc:spChg chg="del">
          <ac:chgData name="Romain Rachenne" userId="d05ffb5d262588ec" providerId="LiveId" clId="{D11DE92B-2652-46CF-9859-74DC33324D2E}" dt="2021-01-17T12:17:21.043" v="97"/>
          <ac:spMkLst>
            <pc:docMk/>
            <pc:sldMk cId="21370376" sldId="378"/>
            <ac:spMk id="10" creationId="{717A211C-5863-4303-AC3D-AEBFDF6D6A4C}"/>
          </ac:spMkLst>
        </pc:spChg>
        <pc:spChg chg="del">
          <ac:chgData name="Romain Rachenne" userId="d05ffb5d262588ec" providerId="LiveId" clId="{D11DE92B-2652-46CF-9859-74DC33324D2E}" dt="2021-01-17T12:17:21.043" v="97"/>
          <ac:spMkLst>
            <pc:docMk/>
            <pc:sldMk cId="21370376" sldId="378"/>
            <ac:spMk id="12" creationId="{087519CD-2FFF-42E3-BB0C-FEAA828BA5DB}"/>
          </ac:spMkLst>
        </pc:spChg>
        <pc:spChg chg="add mod">
          <ac:chgData name="Romain Rachenne" userId="d05ffb5d262588ec" providerId="LiveId" clId="{D11DE92B-2652-46CF-9859-74DC33324D2E}" dt="2021-01-26T20:28:01.874" v="1174" actId="1076"/>
          <ac:spMkLst>
            <pc:docMk/>
            <pc:sldMk cId="21370376" sldId="378"/>
            <ac:spMk id="13" creationId="{0DBB8DC7-9AE1-4609-97D1-00B8351D9A49}"/>
          </ac:spMkLst>
        </pc:spChg>
        <pc:picChg chg="add del mod">
          <ac:chgData name="Romain Rachenne" userId="d05ffb5d262588ec" providerId="LiveId" clId="{D11DE92B-2652-46CF-9859-74DC33324D2E}" dt="2021-01-26T20:25:08.820" v="1141" actId="478"/>
          <ac:picMkLst>
            <pc:docMk/>
            <pc:sldMk cId="21370376" sldId="378"/>
            <ac:picMk id="4" creationId="{A178B917-F860-4406-8C4B-83F3DA96DC46}"/>
          </ac:picMkLst>
        </pc:picChg>
        <pc:picChg chg="add del mod">
          <ac:chgData name="Romain Rachenne" userId="d05ffb5d262588ec" providerId="LiveId" clId="{D11DE92B-2652-46CF-9859-74DC33324D2E}" dt="2021-01-26T20:25:09.524" v="1142" actId="478"/>
          <ac:picMkLst>
            <pc:docMk/>
            <pc:sldMk cId="21370376" sldId="378"/>
            <ac:picMk id="5" creationId="{5F3AFAB8-321C-44C5-B4AF-E7F8FA55A323}"/>
          </ac:picMkLst>
        </pc:picChg>
        <pc:picChg chg="add del mod">
          <ac:chgData name="Romain Rachenne" userId="d05ffb5d262588ec" providerId="LiveId" clId="{D11DE92B-2652-46CF-9859-74DC33324D2E}" dt="2021-01-26T20:25:10.404" v="1144" actId="478"/>
          <ac:picMkLst>
            <pc:docMk/>
            <pc:sldMk cId="21370376" sldId="378"/>
            <ac:picMk id="6" creationId="{4DA22974-AE38-40A3-B4DB-356EB01531AE}"/>
          </ac:picMkLst>
        </pc:picChg>
        <pc:picChg chg="add mod">
          <ac:chgData name="Romain Rachenne" userId="d05ffb5d262588ec" providerId="LiveId" clId="{D11DE92B-2652-46CF-9859-74DC33324D2E}" dt="2021-01-26T21:40:22.853" v="1186"/>
          <ac:picMkLst>
            <pc:docMk/>
            <pc:sldMk cId="21370376" sldId="378"/>
            <ac:picMk id="7" creationId="{126998D9-E234-4011-B392-C4DF936F6A2E}"/>
          </ac:picMkLst>
        </pc:picChg>
        <pc:picChg chg="add mod">
          <ac:chgData name="Romain Rachenne" userId="d05ffb5d262588ec" providerId="LiveId" clId="{D11DE92B-2652-46CF-9859-74DC33324D2E}" dt="2021-01-26T20:28:04.016" v="1175" actId="1076"/>
          <ac:picMkLst>
            <pc:docMk/>
            <pc:sldMk cId="21370376" sldId="378"/>
            <ac:picMk id="8" creationId="{64B3CB63-93CC-4266-AD3A-47FFD3507C64}"/>
          </ac:picMkLst>
        </pc:picChg>
        <pc:picChg chg="add mod">
          <ac:chgData name="Romain Rachenne" userId="d05ffb5d262588ec" providerId="LiveId" clId="{D11DE92B-2652-46CF-9859-74DC33324D2E}" dt="2021-01-26T21:40:26.292" v="1187"/>
          <ac:picMkLst>
            <pc:docMk/>
            <pc:sldMk cId="21370376" sldId="378"/>
            <ac:picMk id="9" creationId="{FA5D4AAD-287E-45B5-9C73-68AB2F7BA0EF}"/>
          </ac:picMkLst>
        </pc:picChg>
        <pc:picChg chg="add mod modCrop">
          <ac:chgData name="Romain Rachenne" userId="d05ffb5d262588ec" providerId="LiveId" clId="{D11DE92B-2652-46CF-9859-74DC33324D2E}" dt="2021-02-10T21:57:38.090" v="1379" actId="1076"/>
          <ac:picMkLst>
            <pc:docMk/>
            <pc:sldMk cId="21370376" sldId="378"/>
            <ac:picMk id="10" creationId="{8BC904A6-4351-48D4-93D9-3E2174158238}"/>
          </ac:picMkLst>
        </pc:picChg>
        <pc:picChg chg="add mod">
          <ac:chgData name="Romain Rachenne" userId="d05ffb5d262588ec" providerId="LiveId" clId="{D11DE92B-2652-46CF-9859-74DC33324D2E}" dt="2021-01-26T21:40:28.269" v="1188"/>
          <ac:picMkLst>
            <pc:docMk/>
            <pc:sldMk cId="21370376" sldId="378"/>
            <ac:picMk id="11" creationId="{DB2DD59E-9EF3-4D38-93EB-3709BAD401EF}"/>
          </ac:picMkLst>
        </pc:picChg>
        <pc:picChg chg="add mod">
          <ac:chgData name="Romain Rachenne" userId="d05ffb5d262588ec" providerId="LiveId" clId="{D11DE92B-2652-46CF-9859-74DC33324D2E}" dt="2021-01-26T20:27:58.930" v="1173" actId="1076"/>
          <ac:picMkLst>
            <pc:docMk/>
            <pc:sldMk cId="21370376" sldId="378"/>
            <ac:picMk id="1026" creationId="{E7E9ED1D-1982-45FC-91AD-971CCC5868C3}"/>
          </ac:picMkLst>
        </pc:picChg>
      </pc:sldChg>
      <pc:sldChg chg="addSp delSp modSp add mod ord">
        <pc:chgData name="Romain Rachenne" userId="d05ffb5d262588ec" providerId="LiveId" clId="{D11DE92B-2652-46CF-9859-74DC33324D2E}" dt="2021-02-10T22:00:44.127" v="1454" actId="1076"/>
        <pc:sldMkLst>
          <pc:docMk/>
          <pc:sldMk cId="3195850267" sldId="379"/>
        </pc:sldMkLst>
        <pc:spChg chg="mod">
          <ac:chgData name="Romain Rachenne" userId="d05ffb5d262588ec" providerId="LiveId" clId="{D11DE92B-2652-46CF-9859-74DC33324D2E}" dt="2021-02-10T22:00:40.481" v="1452" actId="255"/>
          <ac:spMkLst>
            <pc:docMk/>
            <pc:sldMk cId="3195850267" sldId="379"/>
            <ac:spMk id="2" creationId="{382B6C5F-6F5B-48E3-B9BD-48D2C248F8E4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46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48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52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56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58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63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65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69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73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18:56.495" v="235" actId="26606"/>
          <ac:spMkLst>
            <pc:docMk/>
            <pc:sldMk cId="3195850267" sldId="379"/>
            <ac:spMk id="75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77" creationId="{25C8D2C1-DA83-420D-9635-D52CE066B5DA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78" creationId="{434F74C9-6A0B-409E-AD1C-45B58BE91BB8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80" creationId="{F452A527-3631-41ED-858D-3777A7D1496A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82" creationId="{F85B92BC-678C-4E14-97E6-3227DEF86371}"/>
          </ac:spMkLst>
        </pc:spChg>
        <pc:spChg chg="add del">
          <ac:chgData name="Romain Rachenne" userId="d05ffb5d262588ec" providerId="LiveId" clId="{D11DE92B-2652-46CF-9859-74DC33324D2E}" dt="2021-01-17T12:18:57.529" v="237" actId="26606"/>
          <ac:spMkLst>
            <pc:docMk/>
            <pc:sldMk cId="3195850267" sldId="379"/>
            <ac:spMk id="83" creationId="{D2644120-A6B9-4D5C-8A60-E2F4CC220E77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85" creationId="{4E4490D0-3672-446A-AC12-B4830333BDDD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86" creationId="{39CB82C2-DF65-4EC1-8280-F201D50F570B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88" creationId="{FA4CD5CB-D209-4D70-8CA4-629731C59219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90" creationId="{B4C27B90-DF2B-4D00-BA07-18ED774CD2F1}"/>
          </ac:spMkLst>
        </pc:spChg>
        <pc:spChg chg="add">
          <ac:chgData name="Romain Rachenne" userId="d05ffb5d262588ec" providerId="LiveId" clId="{D11DE92B-2652-46CF-9859-74DC33324D2E}" dt="2021-01-17T12:18:57.538" v="238" actId="26606"/>
          <ac:spMkLst>
            <pc:docMk/>
            <pc:sldMk cId="3195850267" sldId="379"/>
            <ac:spMk id="91" creationId="{593ACC25-C262-417A-8AA9-0641C772BDB6}"/>
          </ac:spMkLst>
        </pc:spChg>
        <pc:picChg chg="add mod">
          <ac:chgData name="Romain Rachenne" userId="d05ffb5d262588ec" providerId="LiveId" clId="{D11DE92B-2652-46CF-9859-74DC33324D2E}" dt="2021-02-10T22:00:44.127" v="1454" actId="1076"/>
          <ac:picMkLst>
            <pc:docMk/>
            <pc:sldMk cId="3195850267" sldId="379"/>
            <ac:picMk id="11" creationId="{A1AB35B6-C38A-4C53-94EB-7E078D95C607}"/>
          </ac:picMkLst>
        </pc:picChg>
        <pc:picChg chg="add mod">
          <ac:chgData name="Romain Rachenne" userId="d05ffb5d262588ec" providerId="LiveId" clId="{D11DE92B-2652-46CF-9859-74DC33324D2E}" dt="2021-01-17T16:24:04.209" v="977"/>
          <ac:picMkLst>
            <pc:docMk/>
            <pc:sldMk cId="3195850267" sldId="379"/>
            <ac:picMk id="12" creationId="{E9965141-5494-4ABA-A672-68466467E9F2}"/>
          </ac:picMkLst>
        </pc:picChg>
        <pc:picChg chg="add mod">
          <ac:chgData name="Romain Rachenne" userId="d05ffb5d262588ec" providerId="LiveId" clId="{D11DE92B-2652-46CF-9859-74DC33324D2E}" dt="2021-01-17T16:24:21.003" v="991"/>
          <ac:picMkLst>
            <pc:docMk/>
            <pc:sldMk cId="3195850267" sldId="379"/>
            <ac:picMk id="13" creationId="{0C8C25B2-9128-4619-BAC3-20B995288AB3}"/>
          </ac:picMkLst>
        </pc:picChg>
        <pc:picChg chg="add mod">
          <ac:chgData name="Romain Rachenne" userId="d05ffb5d262588ec" providerId="LiveId" clId="{D11DE92B-2652-46CF-9859-74DC33324D2E}" dt="2021-01-17T16:24:36.265" v="1005"/>
          <ac:picMkLst>
            <pc:docMk/>
            <pc:sldMk cId="3195850267" sldId="379"/>
            <ac:picMk id="14" creationId="{3433152A-1697-4C77-9BA9-6E804B4F17D8}"/>
          </ac:picMkLst>
        </pc:picChg>
        <pc:picChg chg="del">
          <ac:chgData name="Romain Rachenne" userId="d05ffb5d262588ec" providerId="LiveId" clId="{D11DE92B-2652-46CF-9859-74DC33324D2E}" dt="2021-01-17T12:18:47.679" v="227" actId="478"/>
          <ac:picMkLst>
            <pc:docMk/>
            <pc:sldMk cId="3195850267" sldId="379"/>
            <ac:picMk id="14" creationId="{761A5CFC-768D-4476-A665-0940793E260A}"/>
          </ac:picMkLst>
        </pc:picChg>
        <pc:cxnChg chg="add del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50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54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18:56.495" v="235" actId="26606"/>
          <ac:cxnSpMkLst>
            <pc:docMk/>
            <pc:sldMk cId="3195850267" sldId="379"/>
            <ac:cxnSpMk id="67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18:56.495" v="235" actId="26606"/>
          <ac:cxnSpMkLst>
            <pc:docMk/>
            <pc:sldMk cId="3195850267" sldId="379"/>
            <ac:cxnSpMk id="71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18:57.529" v="237" actId="26606"/>
          <ac:cxnSpMkLst>
            <pc:docMk/>
            <pc:sldMk cId="3195850267" sldId="379"/>
            <ac:cxnSpMk id="79" creationId="{F5486A9D-1265-4B57-91E6-68E666B978BC}"/>
          </ac:cxnSpMkLst>
        </pc:cxnChg>
        <pc:cxnChg chg="add del">
          <ac:chgData name="Romain Rachenne" userId="d05ffb5d262588ec" providerId="LiveId" clId="{D11DE92B-2652-46CF-9859-74DC33324D2E}" dt="2021-01-17T12:18:57.529" v="237" actId="26606"/>
          <ac:cxnSpMkLst>
            <pc:docMk/>
            <pc:sldMk cId="3195850267" sldId="379"/>
            <ac:cxnSpMk id="81" creationId="{D28A9C89-B313-458F-9C85-515930A51A93}"/>
          </ac:cxnSpMkLst>
        </pc:cxnChg>
        <pc:cxnChg chg="add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87" creationId="{7E1D4427-852B-4B37-8E76-0E9F1810BA2A}"/>
          </ac:cxnSpMkLst>
        </pc:cxnChg>
        <pc:cxnChg chg="add">
          <ac:chgData name="Romain Rachenne" userId="d05ffb5d262588ec" providerId="LiveId" clId="{D11DE92B-2652-46CF-9859-74DC33324D2E}" dt="2021-01-17T12:18:57.538" v="238" actId="26606"/>
          <ac:cxnSpMkLst>
            <pc:docMk/>
            <pc:sldMk cId="3195850267" sldId="379"/>
            <ac:cxnSpMk id="89" creationId="{5C6A2BAE-B461-4B55-8E1F-0722ABDD1393}"/>
          </ac:cxnSpMkLst>
        </pc:cxnChg>
      </pc:sldChg>
      <pc:sldChg chg="addSp delSp modSp add mod ord">
        <pc:chgData name="Romain Rachenne" userId="d05ffb5d262588ec" providerId="LiveId" clId="{D11DE92B-2652-46CF-9859-74DC33324D2E}" dt="2021-02-10T22:01:06.130" v="1463" actId="255"/>
        <pc:sldMkLst>
          <pc:docMk/>
          <pc:sldMk cId="4057165833" sldId="380"/>
        </pc:sldMkLst>
        <pc:spChg chg="mod ord">
          <ac:chgData name="Romain Rachenne" userId="d05ffb5d262588ec" providerId="LiveId" clId="{D11DE92B-2652-46CF-9859-74DC33324D2E}" dt="2021-02-10T22:01:06.130" v="1463" actId="255"/>
          <ac:spMkLst>
            <pc:docMk/>
            <pc:sldMk cId="4057165833" sldId="380"/>
            <ac:spMk id="2" creationId="{382B6C5F-6F5B-48E3-B9BD-48D2C248F8E4}"/>
          </ac:spMkLst>
        </pc:spChg>
        <pc:spChg chg="add del mod">
          <ac:chgData name="Romain Rachenne" userId="d05ffb5d262588ec" providerId="LiveId" clId="{D11DE92B-2652-46CF-9859-74DC33324D2E}" dt="2021-01-17T12:20:30.135" v="242" actId="478"/>
          <ac:spMkLst>
            <pc:docMk/>
            <pc:sldMk cId="4057165833" sldId="380"/>
            <ac:spMk id="3" creationId="{45BB0849-9CE5-42A1-AFA3-89E3593177AD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78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80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84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85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86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88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90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41.462" v="268" actId="26606"/>
          <ac:spMkLst>
            <pc:docMk/>
            <pc:sldMk cId="4057165833" sldId="380"/>
            <ac:spMk id="91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35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37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41" creationId="{FA4CD5CB-D209-4D70-8CA4-629731C59219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45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41.455" v="267" actId="26606"/>
          <ac:spMkLst>
            <pc:docMk/>
            <pc:sldMk cId="4057165833" sldId="380"/>
            <ac:spMk id="147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28" creationId="{4E4490D0-3672-446A-AC12-B4830333BDDD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29" creationId="{39CB82C2-DF65-4EC1-8280-F201D50F570B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31" creationId="{5A1B47C8-47A0-4A88-8830-6DEA3B5DE392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32" creationId="{984BBFDD-E720-4805-A9C8-129FBBF6DD70}"/>
          </ac:spMkLst>
        </pc:spChg>
        <pc:spChg chg="add del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33" creationId="{5AC4BE46-4A77-42FE-9D15-065CDB2F847C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1036" creationId="{B4C27B90-DF2B-4D00-BA07-18ED774CD2F1}"/>
          </ac:spMkLst>
        </pc:spChg>
        <pc:spChg chg="add del">
          <ac:chgData name="Romain Rachenne" userId="d05ffb5d262588ec" providerId="LiveId" clId="{D11DE92B-2652-46CF-9859-74DC33324D2E}" dt="2021-01-17T12:20:49.226" v="270" actId="26606"/>
          <ac:spMkLst>
            <pc:docMk/>
            <pc:sldMk cId="4057165833" sldId="380"/>
            <ac:spMk id="1037" creationId="{593ACC25-C262-417A-8AA9-0641C772BDB6}"/>
          </ac:spMkLst>
        </pc:spChg>
        <pc:spChg chg="add del">
          <ac:chgData name="Romain Rachenne" userId="d05ffb5d262588ec" providerId="LiveId" clId="{D11DE92B-2652-46CF-9859-74DC33324D2E}" dt="2021-01-17T12:20:50.873" v="272" actId="26606"/>
          <ac:spMkLst>
            <pc:docMk/>
            <pc:sldMk cId="4057165833" sldId="380"/>
            <ac:spMk id="1039" creationId="{25C8D2C1-DA83-420D-9635-D52CE066B5DA}"/>
          </ac:spMkLst>
        </pc:spChg>
        <pc:spChg chg="add del">
          <ac:chgData name="Romain Rachenne" userId="d05ffb5d262588ec" providerId="LiveId" clId="{D11DE92B-2652-46CF-9859-74DC33324D2E}" dt="2021-01-17T12:20:50.873" v="272" actId="26606"/>
          <ac:spMkLst>
            <pc:docMk/>
            <pc:sldMk cId="4057165833" sldId="380"/>
            <ac:spMk id="1040" creationId="{434F74C9-6A0B-409E-AD1C-45B58BE91BB8}"/>
          </ac:spMkLst>
        </pc:spChg>
        <pc:spChg chg="add del">
          <ac:chgData name="Romain Rachenne" userId="d05ffb5d262588ec" providerId="LiveId" clId="{D11DE92B-2652-46CF-9859-74DC33324D2E}" dt="2021-01-17T12:20:50.873" v="272" actId="26606"/>
          <ac:spMkLst>
            <pc:docMk/>
            <pc:sldMk cId="4057165833" sldId="380"/>
            <ac:spMk id="1042" creationId="{F452A527-3631-41ED-858D-3777A7D1496A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45" creationId="{4E4490D0-3672-446A-AC12-B4830333BDDD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46" creationId="{39CB82C2-DF65-4EC1-8280-F201D50F570B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48" creationId="{FA4CD5CB-D209-4D70-8CA4-629731C59219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50" creationId="{B4C27B90-DF2B-4D00-BA07-18ED774CD2F1}"/>
          </ac:spMkLst>
        </pc:spChg>
        <pc:spChg chg="add">
          <ac:chgData name="Romain Rachenne" userId="d05ffb5d262588ec" providerId="LiveId" clId="{D11DE92B-2652-46CF-9859-74DC33324D2E}" dt="2021-01-17T12:20:50.881" v="273" actId="26606"/>
          <ac:spMkLst>
            <pc:docMk/>
            <pc:sldMk cId="4057165833" sldId="380"/>
            <ac:spMk id="1051" creationId="{593ACC25-C262-417A-8AA9-0641C772BDB6}"/>
          </ac:spMkLst>
        </pc:spChg>
        <pc:picChg chg="del">
          <ac:chgData name="Romain Rachenne" userId="d05ffb5d262588ec" providerId="LiveId" clId="{D11DE92B-2652-46CF-9859-74DC33324D2E}" dt="2021-01-17T12:20:28.007" v="240" actId="478"/>
          <ac:picMkLst>
            <pc:docMk/>
            <pc:sldMk cId="4057165833" sldId="380"/>
            <ac:picMk id="11" creationId="{A1AB35B6-C38A-4C53-94EB-7E078D95C607}"/>
          </ac:picMkLst>
        </pc:picChg>
        <pc:picChg chg="add mod">
          <ac:chgData name="Romain Rachenne" userId="d05ffb5d262588ec" providerId="LiveId" clId="{D11DE92B-2652-46CF-9859-74DC33324D2E}" dt="2021-01-17T16:24:11.993" v="984"/>
          <ac:picMkLst>
            <pc:docMk/>
            <pc:sldMk cId="4057165833" sldId="380"/>
            <ac:picMk id="11" creationId="{C648BD8A-8576-45D5-8844-6B06FA97FD99}"/>
          </ac:picMkLst>
        </pc:picChg>
        <pc:picChg chg="add mod">
          <ac:chgData name="Romain Rachenne" userId="d05ffb5d262588ec" providerId="LiveId" clId="{D11DE92B-2652-46CF-9859-74DC33324D2E}" dt="2021-01-17T16:24:26.472" v="998"/>
          <ac:picMkLst>
            <pc:docMk/>
            <pc:sldMk cId="4057165833" sldId="380"/>
            <ac:picMk id="12" creationId="{F832B8B6-320C-43EF-BEAB-663E4DE66247}"/>
          </ac:picMkLst>
        </pc:picChg>
        <pc:picChg chg="add mod">
          <ac:chgData name="Romain Rachenne" userId="d05ffb5d262588ec" providerId="LiveId" clId="{D11DE92B-2652-46CF-9859-74DC33324D2E}" dt="2021-01-17T16:24:43.952" v="1012"/>
          <ac:picMkLst>
            <pc:docMk/>
            <pc:sldMk cId="4057165833" sldId="380"/>
            <ac:picMk id="13" creationId="{E34418F9-A673-4AEE-8C59-2B1141BC5387}"/>
          </ac:picMkLst>
        </pc:picChg>
        <pc:picChg chg="add mod ord">
          <ac:chgData name="Romain Rachenne" userId="d05ffb5d262588ec" providerId="LiveId" clId="{D11DE92B-2652-46CF-9859-74DC33324D2E}" dt="2021-01-17T12:20:50.881" v="273" actId="26606"/>
          <ac:picMkLst>
            <pc:docMk/>
            <pc:sldMk cId="4057165833" sldId="380"/>
            <ac:picMk id="1026" creationId="{D24EF9EA-2797-4F75-809F-4417350C1906}"/>
          </ac:picMkLst>
        </pc:picChg>
        <pc:cxnChg chg="add del">
          <ac:chgData name="Romain Rachenne" userId="d05ffb5d262588ec" providerId="LiveId" clId="{D11DE92B-2652-46CF-9859-74DC33324D2E}" dt="2021-01-17T12:20:49.226" v="270" actId="26606"/>
          <ac:cxnSpMkLst>
            <pc:docMk/>
            <pc:sldMk cId="4057165833" sldId="380"/>
            <ac:cxnSpMk id="82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1.462" v="268" actId="26606"/>
          <ac:cxnSpMkLst>
            <pc:docMk/>
            <pc:sldMk cId="4057165833" sldId="380"/>
            <ac:cxnSpMk id="87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1.462" v="268" actId="26606"/>
          <ac:cxnSpMkLst>
            <pc:docMk/>
            <pc:sldMk cId="4057165833" sldId="380"/>
            <ac:cxnSpMk id="89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20:41.455" v="267" actId="26606"/>
          <ac:cxnSpMkLst>
            <pc:docMk/>
            <pc:sldMk cId="4057165833" sldId="380"/>
            <ac:cxnSpMk id="139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1.455" v="267" actId="26606"/>
          <ac:cxnSpMkLst>
            <pc:docMk/>
            <pc:sldMk cId="4057165833" sldId="380"/>
            <ac:cxnSpMk id="143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20:50.881" v="273" actId="26606"/>
          <ac:cxnSpMkLst>
            <pc:docMk/>
            <pc:sldMk cId="4057165833" sldId="380"/>
            <ac:cxnSpMk id="1030" creationId="{7E1D4427-852B-4B37-8E76-0E9F1810BA2A}"/>
          </ac:cxnSpMkLst>
        </pc:cxnChg>
        <pc:cxnChg chg="add del">
          <ac:chgData name="Romain Rachenne" userId="d05ffb5d262588ec" providerId="LiveId" clId="{D11DE92B-2652-46CF-9859-74DC33324D2E}" dt="2021-01-17T12:20:49.226" v="270" actId="26606"/>
          <ac:cxnSpMkLst>
            <pc:docMk/>
            <pc:sldMk cId="4057165833" sldId="380"/>
            <ac:cxnSpMk id="1035" creationId="{5C6A2BAE-B461-4B55-8E1F-0722ABDD1393}"/>
          </ac:cxnSpMkLst>
        </pc:cxnChg>
        <pc:cxnChg chg="add del">
          <ac:chgData name="Romain Rachenne" userId="d05ffb5d262588ec" providerId="LiveId" clId="{D11DE92B-2652-46CF-9859-74DC33324D2E}" dt="2021-01-17T12:20:50.873" v="272" actId="26606"/>
          <ac:cxnSpMkLst>
            <pc:docMk/>
            <pc:sldMk cId="4057165833" sldId="380"/>
            <ac:cxnSpMk id="1041" creationId="{F5486A9D-1265-4B57-91E6-68E666B978BC}"/>
          </ac:cxnSpMkLst>
        </pc:cxnChg>
        <pc:cxnChg chg="add del">
          <ac:chgData name="Romain Rachenne" userId="d05ffb5d262588ec" providerId="LiveId" clId="{D11DE92B-2652-46CF-9859-74DC33324D2E}" dt="2021-01-17T12:20:50.873" v="272" actId="26606"/>
          <ac:cxnSpMkLst>
            <pc:docMk/>
            <pc:sldMk cId="4057165833" sldId="380"/>
            <ac:cxnSpMk id="1043" creationId="{D28A9C89-B313-458F-9C85-515930A51A93}"/>
          </ac:cxnSpMkLst>
        </pc:cxnChg>
        <pc:cxnChg chg="add">
          <ac:chgData name="Romain Rachenne" userId="d05ffb5d262588ec" providerId="LiveId" clId="{D11DE92B-2652-46CF-9859-74DC33324D2E}" dt="2021-01-17T12:20:50.881" v="273" actId="26606"/>
          <ac:cxnSpMkLst>
            <pc:docMk/>
            <pc:sldMk cId="4057165833" sldId="380"/>
            <ac:cxnSpMk id="1047" creationId="{7E1D4427-852B-4B37-8E76-0E9F1810BA2A}"/>
          </ac:cxnSpMkLst>
        </pc:cxnChg>
        <pc:cxnChg chg="add">
          <ac:chgData name="Romain Rachenne" userId="d05ffb5d262588ec" providerId="LiveId" clId="{D11DE92B-2652-46CF-9859-74DC33324D2E}" dt="2021-01-17T12:20:50.881" v="273" actId="26606"/>
          <ac:cxnSpMkLst>
            <pc:docMk/>
            <pc:sldMk cId="4057165833" sldId="380"/>
            <ac:cxnSpMk id="1049" creationId="{5C6A2BAE-B461-4B55-8E1F-0722ABDD1393}"/>
          </ac:cxnSpMkLst>
        </pc:cxnChg>
      </pc:sldChg>
      <pc:sldChg chg="addSp delSp modSp add mod ord">
        <pc:chgData name="Romain Rachenne" userId="d05ffb5d262588ec" providerId="LiveId" clId="{D11DE92B-2652-46CF-9859-74DC33324D2E}" dt="2021-02-10T22:02:24.415" v="1511" actId="404"/>
        <pc:sldMkLst>
          <pc:docMk/>
          <pc:sldMk cId="2086493958" sldId="381"/>
        </pc:sldMkLst>
        <pc:spChg chg="mod">
          <ac:chgData name="Romain Rachenne" userId="d05ffb5d262588ec" providerId="LiveId" clId="{D11DE92B-2652-46CF-9859-74DC33324D2E}" dt="2021-02-10T22:02:24.415" v="1511" actId="404"/>
          <ac:spMkLst>
            <pc:docMk/>
            <pc:sldMk cId="2086493958" sldId="381"/>
            <ac:spMk id="2" creationId="{7645AE51-41D4-4C77-BFAA-6D691F990D7A}"/>
          </ac:spMkLst>
        </pc:spChg>
        <pc:picChg chg="add mod">
          <ac:chgData name="Romain Rachenne" userId="d05ffb5d262588ec" providerId="LiveId" clId="{D11DE92B-2652-46CF-9859-74DC33324D2E}" dt="2021-01-17T16:24:13.129" v="985"/>
          <ac:picMkLst>
            <pc:docMk/>
            <pc:sldMk cId="2086493958" sldId="381"/>
            <ac:picMk id="4" creationId="{7FFE7619-B484-4C24-865E-F60EE9FA84B9}"/>
          </ac:picMkLst>
        </pc:picChg>
        <pc:picChg chg="del">
          <ac:chgData name="Romain Rachenne" userId="d05ffb5d262588ec" providerId="LiveId" clId="{D11DE92B-2652-46CF-9859-74DC33324D2E}" dt="2021-01-17T12:21:47.046" v="278" actId="478"/>
          <ac:picMkLst>
            <pc:docMk/>
            <pc:sldMk cId="2086493958" sldId="381"/>
            <ac:picMk id="4" creationId="{F441E0B0-4E3E-484F-9C16-792C4C11DBB3}"/>
          </ac:picMkLst>
        </pc:picChg>
        <pc:picChg chg="add mod">
          <ac:chgData name="Romain Rachenne" userId="d05ffb5d262588ec" providerId="LiveId" clId="{D11DE92B-2652-46CF-9859-74DC33324D2E}" dt="2021-01-17T12:22:09.381" v="287" actId="1076"/>
          <ac:picMkLst>
            <pc:docMk/>
            <pc:sldMk cId="2086493958" sldId="381"/>
            <ac:picMk id="5" creationId="{02396E07-F5D5-4676-BF12-B988C225459F}"/>
          </ac:picMkLst>
        </pc:picChg>
        <pc:picChg chg="del">
          <ac:chgData name="Romain Rachenne" userId="d05ffb5d262588ec" providerId="LiveId" clId="{D11DE92B-2652-46CF-9859-74DC33324D2E}" dt="2021-01-17T12:21:50.567" v="280" actId="478"/>
          <ac:picMkLst>
            <pc:docMk/>
            <pc:sldMk cId="2086493958" sldId="381"/>
            <ac:picMk id="6" creationId="{A6B2B02C-C429-4B83-B0E0-C6DA1AA894CA}"/>
          </ac:picMkLst>
        </pc:picChg>
        <pc:picChg chg="add mod">
          <ac:chgData name="Romain Rachenne" userId="d05ffb5d262588ec" providerId="LiveId" clId="{D11DE92B-2652-46CF-9859-74DC33324D2E}" dt="2021-01-17T16:24:27.120" v="999"/>
          <ac:picMkLst>
            <pc:docMk/>
            <pc:sldMk cId="2086493958" sldId="381"/>
            <ac:picMk id="6" creationId="{D16B29DF-28AD-47C1-9169-8061BEBCF5DF}"/>
          </ac:picMkLst>
        </pc:picChg>
        <pc:picChg chg="del">
          <ac:chgData name="Romain Rachenne" userId="d05ffb5d262588ec" providerId="LiveId" clId="{D11DE92B-2652-46CF-9859-74DC33324D2E}" dt="2021-01-17T12:21:52.503" v="281" actId="478"/>
          <ac:picMkLst>
            <pc:docMk/>
            <pc:sldMk cId="2086493958" sldId="381"/>
            <ac:picMk id="7" creationId="{69DC47F3-14AD-45BC-9B22-C9ECBC5DE16A}"/>
          </ac:picMkLst>
        </pc:picChg>
        <pc:picChg chg="add mod">
          <ac:chgData name="Romain Rachenne" userId="d05ffb5d262588ec" providerId="LiveId" clId="{D11DE92B-2652-46CF-9859-74DC33324D2E}" dt="2021-01-17T16:24:45.520" v="1013"/>
          <ac:picMkLst>
            <pc:docMk/>
            <pc:sldMk cId="2086493958" sldId="381"/>
            <ac:picMk id="7" creationId="{80E99523-AD84-4707-9046-4699A960B8C6}"/>
          </ac:picMkLst>
        </pc:picChg>
        <pc:picChg chg="del">
          <ac:chgData name="Romain Rachenne" userId="d05ffb5d262588ec" providerId="LiveId" clId="{D11DE92B-2652-46CF-9859-74DC33324D2E}" dt="2021-01-17T12:21:53.014" v="282" actId="478"/>
          <ac:picMkLst>
            <pc:docMk/>
            <pc:sldMk cId="2086493958" sldId="381"/>
            <ac:picMk id="8" creationId="{D9BDDD9A-9D62-4180-B089-883DA6E3B8A0}"/>
          </ac:picMkLst>
        </pc:picChg>
      </pc:sldChg>
      <pc:sldChg chg="addSp delSp modSp add mod ord">
        <pc:chgData name="Romain Rachenne" userId="d05ffb5d262588ec" providerId="LiveId" clId="{D11DE92B-2652-46CF-9859-74DC33324D2E}" dt="2021-02-10T22:02:56.836" v="1523" actId="404"/>
        <pc:sldMkLst>
          <pc:docMk/>
          <pc:sldMk cId="1268697176" sldId="382"/>
        </pc:sldMkLst>
        <pc:spChg chg="mod">
          <ac:chgData name="Romain Rachenne" userId="d05ffb5d262588ec" providerId="LiveId" clId="{D11DE92B-2652-46CF-9859-74DC33324D2E}" dt="2021-02-10T22:02:56.836" v="1523" actId="404"/>
          <ac:spMkLst>
            <pc:docMk/>
            <pc:sldMk cId="1268697176" sldId="382"/>
            <ac:spMk id="2" creationId="{7645AE51-41D4-4C77-BFAA-6D691F990D7A}"/>
          </ac:spMkLst>
        </pc:spChg>
        <pc:picChg chg="add mod">
          <ac:chgData name="Romain Rachenne" userId="d05ffb5d262588ec" providerId="LiveId" clId="{D11DE92B-2652-46CF-9859-74DC33324D2E}" dt="2021-01-17T12:23:11.113" v="317" actId="1076"/>
          <ac:picMkLst>
            <pc:docMk/>
            <pc:sldMk cId="1268697176" sldId="382"/>
            <ac:picMk id="4" creationId="{1266386F-F129-4793-85B8-EA200D71DD30}"/>
          </ac:picMkLst>
        </pc:picChg>
        <pc:picChg chg="del">
          <ac:chgData name="Romain Rachenne" userId="d05ffb5d262588ec" providerId="LiveId" clId="{D11DE92B-2652-46CF-9859-74DC33324D2E}" dt="2021-01-17T12:23:02.855" v="314" actId="478"/>
          <ac:picMkLst>
            <pc:docMk/>
            <pc:sldMk cId="1268697176" sldId="382"/>
            <ac:picMk id="5" creationId="{02396E07-F5D5-4676-BF12-B988C225459F}"/>
          </ac:picMkLst>
        </pc:picChg>
        <pc:picChg chg="add mod">
          <ac:chgData name="Romain Rachenne" userId="d05ffb5d262588ec" providerId="LiveId" clId="{D11DE92B-2652-46CF-9859-74DC33324D2E}" dt="2021-01-17T16:24:06.129" v="979"/>
          <ac:picMkLst>
            <pc:docMk/>
            <pc:sldMk cId="1268697176" sldId="382"/>
            <ac:picMk id="5" creationId="{93C4EB7C-4DA1-47DA-A426-98F21544E18F}"/>
          </ac:picMkLst>
        </pc:picChg>
        <pc:picChg chg="add mod">
          <ac:chgData name="Romain Rachenne" userId="d05ffb5d262588ec" providerId="LiveId" clId="{D11DE92B-2652-46CF-9859-74DC33324D2E}" dt="2021-01-17T16:24:22.618" v="993"/>
          <ac:picMkLst>
            <pc:docMk/>
            <pc:sldMk cId="1268697176" sldId="382"/>
            <ac:picMk id="6" creationId="{955430B9-1CB3-4574-B752-19BCF46752F4}"/>
          </ac:picMkLst>
        </pc:picChg>
        <pc:picChg chg="add mod">
          <ac:chgData name="Romain Rachenne" userId="d05ffb5d262588ec" providerId="LiveId" clId="{D11DE92B-2652-46CF-9859-74DC33324D2E}" dt="2021-01-17T16:24:37.968" v="1007"/>
          <ac:picMkLst>
            <pc:docMk/>
            <pc:sldMk cId="1268697176" sldId="382"/>
            <ac:picMk id="7" creationId="{09AB762E-FD97-410A-B570-F7C38C68C1D8}"/>
          </ac:picMkLst>
        </pc:picChg>
      </pc:sldChg>
      <pc:sldChg chg="addSp delSp modSp new mod ord">
        <pc:chgData name="Romain Rachenne" userId="d05ffb5d262588ec" providerId="LiveId" clId="{D11DE92B-2652-46CF-9859-74DC33324D2E}" dt="2021-02-10T22:03:04.034" v="1524" actId="255"/>
        <pc:sldMkLst>
          <pc:docMk/>
          <pc:sldMk cId="4066209132" sldId="383"/>
        </pc:sldMkLst>
        <pc:spChg chg="mod">
          <ac:chgData name="Romain Rachenne" userId="d05ffb5d262588ec" providerId="LiveId" clId="{D11DE92B-2652-46CF-9859-74DC33324D2E}" dt="2021-02-10T22:03:04.034" v="1524" actId="255"/>
          <ac:spMkLst>
            <pc:docMk/>
            <pc:sldMk cId="4066209132" sldId="383"/>
            <ac:spMk id="2" creationId="{E17A7D9B-ECEE-4938-B487-7AF61E61021F}"/>
          </ac:spMkLst>
        </pc:spChg>
        <pc:spChg chg="del">
          <ac:chgData name="Romain Rachenne" userId="d05ffb5d262588ec" providerId="LiveId" clId="{D11DE92B-2652-46CF-9859-74DC33324D2E}" dt="2021-01-17T12:23:51.199" v="318" actId="478"/>
          <ac:spMkLst>
            <pc:docMk/>
            <pc:sldMk cId="4066209132" sldId="383"/>
            <ac:spMk id="3" creationId="{5EE22B93-829C-450A-A609-77EDF34D8DC8}"/>
          </ac:spMkLst>
        </pc:spChg>
        <pc:picChg chg="add mod">
          <ac:chgData name="Romain Rachenne" userId="d05ffb5d262588ec" providerId="LiveId" clId="{D11DE92B-2652-46CF-9859-74DC33324D2E}" dt="2021-01-17T16:24:06.977" v="980"/>
          <ac:picMkLst>
            <pc:docMk/>
            <pc:sldMk cId="4066209132" sldId="383"/>
            <ac:picMk id="4" creationId="{F97C41E6-FA5F-4D3E-B2C9-37B4966DFA30}"/>
          </ac:picMkLst>
        </pc:picChg>
        <pc:picChg chg="add mod">
          <ac:chgData name="Romain Rachenne" userId="d05ffb5d262588ec" providerId="LiveId" clId="{D11DE92B-2652-46CF-9859-74DC33324D2E}" dt="2021-01-17T12:23:59.807" v="323" actId="1076"/>
          <ac:picMkLst>
            <pc:docMk/>
            <pc:sldMk cId="4066209132" sldId="383"/>
            <ac:picMk id="5" creationId="{6A63E36A-E3A4-4246-B419-CA3DC1D2BC69}"/>
          </ac:picMkLst>
        </pc:picChg>
        <pc:picChg chg="add mod">
          <ac:chgData name="Romain Rachenne" userId="d05ffb5d262588ec" providerId="LiveId" clId="{D11DE92B-2652-46CF-9859-74DC33324D2E}" dt="2021-01-17T16:24:23.259" v="994"/>
          <ac:picMkLst>
            <pc:docMk/>
            <pc:sldMk cId="4066209132" sldId="383"/>
            <ac:picMk id="6" creationId="{B5A743AD-E18B-4F1D-9B1E-CA96F26FCE86}"/>
          </ac:picMkLst>
        </pc:picChg>
        <pc:picChg chg="add mod">
          <ac:chgData name="Romain Rachenne" userId="d05ffb5d262588ec" providerId="LiveId" clId="{D11DE92B-2652-46CF-9859-74DC33324D2E}" dt="2021-01-17T16:24:38.857" v="1008"/>
          <ac:picMkLst>
            <pc:docMk/>
            <pc:sldMk cId="4066209132" sldId="383"/>
            <ac:picMk id="7" creationId="{7872F24E-965D-424F-AB0A-C8D98C440F76}"/>
          </ac:picMkLst>
        </pc:picChg>
      </pc:sldChg>
      <pc:sldChg chg="addSp delSp modSp new mod ord">
        <pc:chgData name="Romain Rachenne" userId="d05ffb5d262588ec" providerId="LiveId" clId="{D11DE92B-2652-46CF-9859-74DC33324D2E}" dt="2021-02-10T22:03:12.394" v="1526" actId="255"/>
        <pc:sldMkLst>
          <pc:docMk/>
          <pc:sldMk cId="2761114740" sldId="384"/>
        </pc:sldMkLst>
        <pc:spChg chg="mod">
          <ac:chgData name="Romain Rachenne" userId="d05ffb5d262588ec" providerId="LiveId" clId="{D11DE92B-2652-46CF-9859-74DC33324D2E}" dt="2021-02-10T22:03:12.394" v="1526" actId="255"/>
          <ac:spMkLst>
            <pc:docMk/>
            <pc:sldMk cId="2761114740" sldId="384"/>
            <ac:spMk id="2" creationId="{5D6DE6AB-6534-4B1D-A496-A4C9E5FF37CE}"/>
          </ac:spMkLst>
        </pc:spChg>
        <pc:spChg chg="mod">
          <ac:chgData name="Romain Rachenne" userId="d05ffb5d262588ec" providerId="LiveId" clId="{D11DE92B-2652-46CF-9859-74DC33324D2E}" dt="2021-01-26T20:59:11.547" v="1185" actId="13926"/>
          <ac:spMkLst>
            <pc:docMk/>
            <pc:sldMk cId="2761114740" sldId="384"/>
            <ac:spMk id="3" creationId="{C343B00E-E95E-4F66-8D42-49BE4012F3B2}"/>
          </ac:spMkLst>
        </pc:spChg>
        <pc:picChg chg="add del mod">
          <ac:chgData name="Romain Rachenne" userId="d05ffb5d262588ec" providerId="LiveId" clId="{D11DE92B-2652-46CF-9859-74DC33324D2E}" dt="2021-01-26T20:57:41.786" v="1179" actId="478"/>
          <ac:picMkLst>
            <pc:docMk/>
            <pc:sldMk cId="2761114740" sldId="384"/>
            <ac:picMk id="5" creationId="{0633B5AA-6DE1-477B-9993-4D0DF6D38D56}"/>
          </ac:picMkLst>
        </pc:picChg>
        <pc:picChg chg="add mod">
          <ac:chgData name="Romain Rachenne" userId="d05ffb5d262588ec" providerId="LiveId" clId="{D11DE92B-2652-46CF-9859-74DC33324D2E}" dt="2021-01-17T16:24:09.409" v="982"/>
          <ac:picMkLst>
            <pc:docMk/>
            <pc:sldMk cId="2761114740" sldId="384"/>
            <ac:picMk id="6" creationId="{B9DE5860-ED48-4C4F-A4CF-A3EC1AEE3A3A}"/>
          </ac:picMkLst>
        </pc:picChg>
        <pc:picChg chg="add del mod">
          <ac:chgData name="Romain Rachenne" userId="d05ffb5d262588ec" providerId="LiveId" clId="{D11DE92B-2652-46CF-9859-74DC33324D2E}" dt="2021-01-26T20:57:41.395" v="1178" actId="478"/>
          <ac:picMkLst>
            <pc:docMk/>
            <pc:sldMk cId="2761114740" sldId="384"/>
            <ac:picMk id="7" creationId="{3109D463-8D49-4436-84E8-779FD3767597}"/>
          </ac:picMkLst>
        </pc:picChg>
        <pc:picChg chg="add mod">
          <ac:chgData name="Romain Rachenne" userId="d05ffb5d262588ec" providerId="LiveId" clId="{D11DE92B-2652-46CF-9859-74DC33324D2E}" dt="2021-01-17T16:24:24.552" v="996"/>
          <ac:picMkLst>
            <pc:docMk/>
            <pc:sldMk cId="2761114740" sldId="384"/>
            <ac:picMk id="8" creationId="{65AD12F5-1D0C-4250-B62E-90162FFF0573}"/>
          </ac:picMkLst>
        </pc:picChg>
        <pc:picChg chg="add mod">
          <ac:chgData name="Romain Rachenne" userId="d05ffb5d262588ec" providerId="LiveId" clId="{D11DE92B-2652-46CF-9859-74DC33324D2E}" dt="2021-01-17T16:24:41.489" v="1010"/>
          <ac:picMkLst>
            <pc:docMk/>
            <pc:sldMk cId="2761114740" sldId="384"/>
            <ac:picMk id="9" creationId="{5AB018B8-5055-4B34-A775-6FC4838C0DC2}"/>
          </ac:picMkLst>
        </pc:picChg>
        <pc:picChg chg="add mod">
          <ac:chgData name="Romain Rachenne" userId="d05ffb5d262588ec" providerId="LiveId" clId="{D11DE92B-2652-46CF-9859-74DC33324D2E}" dt="2021-01-26T20:58:29.152" v="1182" actId="1076"/>
          <ac:picMkLst>
            <pc:docMk/>
            <pc:sldMk cId="2761114740" sldId="384"/>
            <ac:picMk id="10" creationId="{2FD2C0DE-2027-4526-B2BD-9E26D0306CD6}"/>
          </ac:picMkLst>
        </pc:picChg>
        <pc:picChg chg="add mod">
          <ac:chgData name="Romain Rachenne" userId="d05ffb5d262588ec" providerId="LiveId" clId="{D11DE92B-2652-46CF-9859-74DC33324D2E}" dt="2021-01-26T20:59:05.834" v="1184" actId="1076"/>
          <ac:picMkLst>
            <pc:docMk/>
            <pc:sldMk cId="2761114740" sldId="384"/>
            <ac:picMk id="12" creationId="{022208D5-4484-4E3B-BA01-872150D033DC}"/>
          </ac:picMkLst>
        </pc:picChg>
      </pc:sldChg>
      <pc:sldChg chg="modSp add del mod ord">
        <pc:chgData name="Romain Rachenne" userId="d05ffb5d262588ec" providerId="LiveId" clId="{D11DE92B-2652-46CF-9859-74DC33324D2E}" dt="2021-01-17T12:35:25.503" v="871" actId="47"/>
        <pc:sldMkLst>
          <pc:docMk/>
          <pc:sldMk cId="1479114507" sldId="385"/>
        </pc:sldMkLst>
        <pc:spChg chg="mod">
          <ac:chgData name="Romain Rachenne" userId="d05ffb5d262588ec" providerId="LiveId" clId="{D11DE92B-2652-46CF-9859-74DC33324D2E}" dt="2021-01-17T12:27:02.192" v="416" actId="20577"/>
          <ac:spMkLst>
            <pc:docMk/>
            <pc:sldMk cId="1479114507" sldId="385"/>
            <ac:spMk id="2" creationId="{BB0E1512-F607-44DA-B649-3AF76BBE6027}"/>
          </ac:spMkLst>
        </pc:spChg>
        <pc:spChg chg="mod">
          <ac:chgData name="Romain Rachenne" userId="d05ffb5d262588ec" providerId="LiveId" clId="{D11DE92B-2652-46CF-9859-74DC33324D2E}" dt="2021-01-17T12:30:36.785" v="707" actId="20577"/>
          <ac:spMkLst>
            <pc:docMk/>
            <pc:sldMk cId="1479114507" sldId="385"/>
            <ac:spMk id="3" creationId="{E48E0D77-80C9-498E-9733-AFEDFBDF8AA5}"/>
          </ac:spMkLst>
        </pc:spChg>
      </pc:sldChg>
      <pc:sldChg chg="addSp delSp modSp add mod ord">
        <pc:chgData name="Romain Rachenne" userId="d05ffb5d262588ec" providerId="LiveId" clId="{D11DE92B-2652-46CF-9859-74DC33324D2E}" dt="2021-02-10T22:05:24.876" v="1549" actId="14100"/>
        <pc:sldMkLst>
          <pc:docMk/>
          <pc:sldMk cId="3092180924" sldId="386"/>
        </pc:sldMkLst>
        <pc:spChg chg="mod">
          <ac:chgData name="Romain Rachenne" userId="d05ffb5d262588ec" providerId="LiveId" clId="{D11DE92B-2652-46CF-9859-74DC33324D2E}" dt="2021-02-10T22:03:46.802" v="1530" actId="255"/>
          <ac:spMkLst>
            <pc:docMk/>
            <pc:sldMk cId="3092180924" sldId="386"/>
            <ac:spMk id="2" creationId="{BB0E1512-F607-44DA-B649-3AF76BBE6027}"/>
          </ac:spMkLst>
        </pc:spChg>
        <pc:spChg chg="add del">
          <ac:chgData name="Romain Rachenne" userId="d05ffb5d262588ec" providerId="LiveId" clId="{D11DE92B-2652-46CF-9859-74DC33324D2E}" dt="2021-01-26T20:21:35.007" v="1093" actId="22"/>
          <ac:spMkLst>
            <pc:docMk/>
            <pc:sldMk cId="3092180924" sldId="386"/>
            <ac:spMk id="8" creationId="{A479C441-4A92-4599-8757-40ED27319677}"/>
          </ac:spMkLst>
        </pc:spChg>
        <pc:graphicFrameChg chg="mod modGraphic">
          <ac:chgData name="Romain Rachenne" userId="d05ffb5d262588ec" providerId="LiveId" clId="{D11DE92B-2652-46CF-9859-74DC33324D2E}" dt="2021-02-10T22:04:22.233" v="1538" actId="1076"/>
          <ac:graphicFrameMkLst>
            <pc:docMk/>
            <pc:sldMk cId="3092180924" sldId="386"/>
            <ac:graphicFrameMk id="46" creationId="{3FF73BD3-1181-47B5-9A78-EF5A57E45484}"/>
          </ac:graphicFrameMkLst>
        </pc:graphicFrameChg>
        <pc:picChg chg="add mod">
          <ac:chgData name="Romain Rachenne" userId="d05ffb5d262588ec" providerId="LiveId" clId="{D11DE92B-2652-46CF-9859-74DC33324D2E}" dt="2021-01-17T16:24:16.689" v="989"/>
          <ac:picMkLst>
            <pc:docMk/>
            <pc:sldMk cId="3092180924" sldId="386"/>
            <ac:picMk id="4" creationId="{77489DC0-476A-4447-885A-61F71FB3C072}"/>
          </ac:picMkLst>
        </pc:picChg>
        <pc:picChg chg="add mod">
          <ac:chgData name="Romain Rachenne" userId="d05ffb5d262588ec" providerId="LiveId" clId="{D11DE92B-2652-46CF-9859-74DC33324D2E}" dt="2021-01-17T16:24:31.121" v="1003"/>
          <ac:picMkLst>
            <pc:docMk/>
            <pc:sldMk cId="3092180924" sldId="386"/>
            <ac:picMk id="5" creationId="{8E405451-B54D-49D2-BFB0-BF0F088650E7}"/>
          </ac:picMkLst>
        </pc:picChg>
        <pc:picChg chg="add mod">
          <ac:chgData name="Romain Rachenne" userId="d05ffb5d262588ec" providerId="LiveId" clId="{D11DE92B-2652-46CF-9859-74DC33324D2E}" dt="2021-01-17T16:24:48.857" v="1017"/>
          <ac:picMkLst>
            <pc:docMk/>
            <pc:sldMk cId="3092180924" sldId="386"/>
            <ac:picMk id="6" creationId="{D0DD6BD0-8716-45D8-8028-CD3B520FA26B}"/>
          </ac:picMkLst>
        </pc:picChg>
        <pc:picChg chg="add del mod">
          <ac:chgData name="Romain Rachenne" userId="d05ffb5d262588ec" providerId="LiveId" clId="{D11DE92B-2652-46CF-9859-74DC33324D2E}" dt="2021-02-10T21:50:38.349" v="1299" actId="478"/>
          <ac:picMkLst>
            <pc:docMk/>
            <pc:sldMk cId="3092180924" sldId="386"/>
            <ac:picMk id="9" creationId="{BC248736-8DE2-42CC-B5EB-5BC406FF092B}"/>
          </ac:picMkLst>
        </pc:picChg>
        <pc:picChg chg="add del mod">
          <ac:chgData name="Romain Rachenne" userId="d05ffb5d262588ec" providerId="LiveId" clId="{D11DE92B-2652-46CF-9859-74DC33324D2E}" dt="2021-01-26T20:22:16.227" v="1111" actId="478"/>
          <ac:picMkLst>
            <pc:docMk/>
            <pc:sldMk cId="3092180924" sldId="386"/>
            <ac:picMk id="10" creationId="{1F55D057-B470-42A7-AFB6-1E5938E0457F}"/>
          </ac:picMkLst>
        </pc:picChg>
        <pc:picChg chg="add del mod">
          <ac:chgData name="Romain Rachenne" userId="d05ffb5d262588ec" providerId="LiveId" clId="{D11DE92B-2652-46CF-9859-74DC33324D2E}" dt="2021-02-10T21:52:06.421" v="1311" actId="478"/>
          <ac:picMkLst>
            <pc:docMk/>
            <pc:sldMk cId="3092180924" sldId="386"/>
            <ac:picMk id="11" creationId="{370C851E-AD00-4998-AA01-83DC85DF9A61}"/>
          </ac:picMkLst>
        </pc:picChg>
        <pc:picChg chg="add del mod">
          <ac:chgData name="Romain Rachenne" userId="d05ffb5d262588ec" providerId="LiveId" clId="{D11DE92B-2652-46CF-9859-74DC33324D2E}" dt="2021-02-10T21:52:48.134" v="1327" actId="478"/>
          <ac:picMkLst>
            <pc:docMk/>
            <pc:sldMk cId="3092180924" sldId="386"/>
            <ac:picMk id="12" creationId="{1ABA26CE-2B0B-4C2F-B9DF-1786DFA69187}"/>
          </ac:picMkLst>
        </pc:picChg>
        <pc:picChg chg="add mod">
          <ac:chgData name="Romain Rachenne" userId="d05ffb5d262588ec" providerId="LiveId" clId="{D11DE92B-2652-46CF-9859-74DC33324D2E}" dt="2021-02-10T22:05:20.300" v="1547" actId="14100"/>
          <ac:picMkLst>
            <pc:docMk/>
            <pc:sldMk cId="3092180924" sldId="386"/>
            <ac:picMk id="3074" creationId="{816E0A7F-E4E0-4DBB-9A37-EA144BBC4D83}"/>
          </ac:picMkLst>
        </pc:picChg>
        <pc:picChg chg="add mod">
          <ac:chgData name="Romain Rachenne" userId="d05ffb5d262588ec" providerId="LiveId" clId="{D11DE92B-2652-46CF-9859-74DC33324D2E}" dt="2021-02-10T22:05:22.684" v="1548" actId="14100"/>
          <ac:picMkLst>
            <pc:docMk/>
            <pc:sldMk cId="3092180924" sldId="386"/>
            <ac:picMk id="3076" creationId="{416D7006-4AA7-4E3C-BA6E-1920CA7D74ED}"/>
          </ac:picMkLst>
        </pc:picChg>
        <pc:picChg chg="add mod">
          <ac:chgData name="Romain Rachenne" userId="d05ffb5d262588ec" providerId="LiveId" clId="{D11DE92B-2652-46CF-9859-74DC33324D2E}" dt="2021-02-10T22:05:24.876" v="1549" actId="14100"/>
          <ac:picMkLst>
            <pc:docMk/>
            <pc:sldMk cId="3092180924" sldId="386"/>
            <ac:picMk id="3078" creationId="{5E4A6F68-48D7-4F10-A4B0-B2FF5B0061AE}"/>
          </ac:picMkLst>
        </pc:picChg>
      </pc:sldChg>
      <pc:sldChg chg="addSp delSp modSp add del mod ord">
        <pc:chgData name="Romain Rachenne" userId="d05ffb5d262588ec" providerId="LiveId" clId="{D11DE92B-2652-46CF-9859-74DC33324D2E}" dt="2021-02-10T22:08:15.637" v="1555" actId="1076"/>
        <pc:sldMkLst>
          <pc:docMk/>
          <pc:sldMk cId="2116068855" sldId="387"/>
        </pc:sldMkLst>
        <pc:spChg chg="mod">
          <ac:chgData name="Romain Rachenne" userId="d05ffb5d262588ec" providerId="LiveId" clId="{D11DE92B-2652-46CF-9859-74DC33324D2E}" dt="2021-02-10T22:02:29.479" v="1513" actId="404"/>
          <ac:spMkLst>
            <pc:docMk/>
            <pc:sldMk cId="2116068855" sldId="387"/>
            <ac:spMk id="2" creationId="{BB0E1512-F607-44DA-B649-3AF76BBE6027}"/>
          </ac:spMkLst>
        </pc:spChg>
        <pc:graphicFrameChg chg="mod modGraphic">
          <ac:chgData name="Romain Rachenne" userId="d05ffb5d262588ec" providerId="LiveId" clId="{D11DE92B-2652-46CF-9859-74DC33324D2E}" dt="2021-02-10T22:07:31.685" v="1551" actId="20577"/>
          <ac:graphicFrameMkLst>
            <pc:docMk/>
            <pc:sldMk cId="2116068855" sldId="387"/>
            <ac:graphicFrameMk id="46" creationId="{3FF73BD3-1181-47B5-9A78-EF5A57E45484}"/>
          </ac:graphicFrameMkLst>
        </pc:graphicFrameChg>
        <pc:picChg chg="add mod">
          <ac:chgData name="Romain Rachenne" userId="d05ffb5d262588ec" providerId="LiveId" clId="{D11DE92B-2652-46CF-9859-74DC33324D2E}" dt="2021-01-17T16:24:11.152" v="983"/>
          <ac:picMkLst>
            <pc:docMk/>
            <pc:sldMk cId="2116068855" sldId="387"/>
            <ac:picMk id="4" creationId="{6C73A2D3-4A82-4552-A0DE-BB1D681F1154}"/>
          </ac:picMkLst>
        </pc:picChg>
        <pc:picChg chg="add mod">
          <ac:chgData name="Romain Rachenne" userId="d05ffb5d262588ec" providerId="LiveId" clId="{D11DE92B-2652-46CF-9859-74DC33324D2E}" dt="2021-01-17T16:24:25.353" v="997"/>
          <ac:picMkLst>
            <pc:docMk/>
            <pc:sldMk cId="2116068855" sldId="387"/>
            <ac:picMk id="5" creationId="{3FD96DC9-5780-4948-9BF6-C1E78886F7E1}"/>
          </ac:picMkLst>
        </pc:picChg>
        <pc:picChg chg="add mod">
          <ac:chgData name="Romain Rachenne" userId="d05ffb5d262588ec" providerId="LiveId" clId="{D11DE92B-2652-46CF-9859-74DC33324D2E}" dt="2021-01-17T16:24:42.792" v="1011"/>
          <ac:picMkLst>
            <pc:docMk/>
            <pc:sldMk cId="2116068855" sldId="387"/>
            <ac:picMk id="6" creationId="{4ED53AA2-E6C2-4608-8D07-C6BAF935D491}"/>
          </ac:picMkLst>
        </pc:picChg>
        <pc:picChg chg="add del mod">
          <ac:chgData name="Romain Rachenne" userId="d05ffb5d262588ec" providerId="LiveId" clId="{D11DE92B-2652-46CF-9859-74DC33324D2E}" dt="2021-02-10T21:54:22.645" v="1350" actId="478"/>
          <ac:picMkLst>
            <pc:docMk/>
            <pc:sldMk cId="2116068855" sldId="387"/>
            <ac:picMk id="7" creationId="{BC365832-4AB3-417C-9C86-65DF4EE78506}"/>
          </ac:picMkLst>
        </pc:picChg>
        <pc:picChg chg="add del mod">
          <ac:chgData name="Romain Rachenne" userId="d05ffb5d262588ec" providerId="LiveId" clId="{D11DE92B-2652-46CF-9859-74DC33324D2E}" dt="2021-02-10T21:45:05.043" v="1256" actId="478"/>
          <ac:picMkLst>
            <pc:docMk/>
            <pc:sldMk cId="2116068855" sldId="387"/>
            <ac:picMk id="8" creationId="{1B0738AF-531C-4B77-B29F-961D7D481325}"/>
          </ac:picMkLst>
        </pc:picChg>
        <pc:picChg chg="add del mod">
          <ac:chgData name="Romain Rachenne" userId="d05ffb5d262588ec" providerId="LiveId" clId="{D11DE92B-2652-46CF-9859-74DC33324D2E}" dt="2021-02-10T22:08:00.091" v="1552" actId="478"/>
          <ac:picMkLst>
            <pc:docMk/>
            <pc:sldMk cId="2116068855" sldId="387"/>
            <ac:picMk id="2050" creationId="{78424804-4779-46F8-A0DE-0AF466F5240F}"/>
          </ac:picMkLst>
        </pc:picChg>
        <pc:picChg chg="add mod">
          <ac:chgData name="Romain Rachenne" userId="d05ffb5d262588ec" providerId="LiveId" clId="{D11DE92B-2652-46CF-9859-74DC33324D2E}" dt="2021-02-10T21:54:50.678" v="1370" actId="1076"/>
          <ac:picMkLst>
            <pc:docMk/>
            <pc:sldMk cId="2116068855" sldId="387"/>
            <ac:picMk id="2052" creationId="{6C9E0310-36E5-45C0-8312-022BD1859C44}"/>
          </ac:picMkLst>
        </pc:picChg>
        <pc:picChg chg="add mod">
          <ac:chgData name="Romain Rachenne" userId="d05ffb5d262588ec" providerId="LiveId" clId="{D11DE92B-2652-46CF-9859-74DC33324D2E}" dt="2021-02-10T22:08:15.637" v="1555" actId="1076"/>
          <ac:picMkLst>
            <pc:docMk/>
            <pc:sldMk cId="2116068855" sldId="387"/>
            <ac:picMk id="2054" creationId="{3B58E394-7A03-4315-99CB-A6CB008E9E91}"/>
          </ac:picMkLst>
        </pc:picChg>
      </pc:sldChg>
      <pc:sldChg chg="addSp delSp modSp add mod ord">
        <pc:chgData name="Romain Rachenne" userId="d05ffb5d262588ec" providerId="LiveId" clId="{D11DE92B-2652-46CF-9859-74DC33324D2E}" dt="2021-02-10T22:03:32.714" v="1528" actId="255"/>
        <pc:sldMkLst>
          <pc:docMk/>
          <pc:sldMk cId="2316451530" sldId="388"/>
        </pc:sldMkLst>
        <pc:spChg chg="mod">
          <ac:chgData name="Romain Rachenne" userId="d05ffb5d262588ec" providerId="LiveId" clId="{D11DE92B-2652-46CF-9859-74DC33324D2E}" dt="2021-02-10T22:03:32.714" v="1528" actId="255"/>
          <ac:spMkLst>
            <pc:docMk/>
            <pc:sldMk cId="2316451530" sldId="388"/>
            <ac:spMk id="2" creationId="{BB0E1512-F607-44DA-B649-3AF76BBE6027}"/>
          </ac:spMkLst>
        </pc:spChg>
        <pc:graphicFrameChg chg="mod modGraphic">
          <ac:chgData name="Romain Rachenne" userId="d05ffb5d262588ec" providerId="LiveId" clId="{D11DE92B-2652-46CF-9859-74DC33324D2E}" dt="2021-02-10T21:55:58.857" v="1373" actId="20577"/>
          <ac:graphicFrameMkLst>
            <pc:docMk/>
            <pc:sldMk cId="2316451530" sldId="388"/>
            <ac:graphicFrameMk id="46" creationId="{3FF73BD3-1181-47B5-9A78-EF5A57E45484}"/>
          </ac:graphicFrameMkLst>
        </pc:graphicFrameChg>
        <pc:picChg chg="add mod">
          <ac:chgData name="Romain Rachenne" userId="d05ffb5d262588ec" providerId="LiveId" clId="{D11DE92B-2652-46CF-9859-74DC33324D2E}" dt="2021-01-17T16:24:13.840" v="986"/>
          <ac:picMkLst>
            <pc:docMk/>
            <pc:sldMk cId="2316451530" sldId="388"/>
            <ac:picMk id="4" creationId="{AB0422C8-7324-4DC3-B008-11EDA3466724}"/>
          </ac:picMkLst>
        </pc:picChg>
        <pc:picChg chg="add mod">
          <ac:chgData name="Romain Rachenne" userId="d05ffb5d262588ec" providerId="LiveId" clId="{D11DE92B-2652-46CF-9859-74DC33324D2E}" dt="2021-01-17T16:24:27.888" v="1000"/>
          <ac:picMkLst>
            <pc:docMk/>
            <pc:sldMk cId="2316451530" sldId="388"/>
            <ac:picMk id="5" creationId="{14D198A5-17A5-4B4E-912B-D7F24D8E8756}"/>
          </ac:picMkLst>
        </pc:picChg>
        <pc:picChg chg="add mod">
          <ac:chgData name="Romain Rachenne" userId="d05ffb5d262588ec" providerId="LiveId" clId="{D11DE92B-2652-46CF-9859-74DC33324D2E}" dt="2021-01-17T16:24:46.377" v="1014"/>
          <ac:picMkLst>
            <pc:docMk/>
            <pc:sldMk cId="2316451530" sldId="388"/>
            <ac:picMk id="6" creationId="{9C86B0EA-4B1A-42C5-B420-96BBB9686531}"/>
          </ac:picMkLst>
        </pc:picChg>
        <pc:picChg chg="add del mod">
          <ac:chgData name="Romain Rachenne" userId="d05ffb5d262588ec" providerId="LiveId" clId="{D11DE92B-2652-46CF-9859-74DC33324D2E}" dt="2021-02-10T21:34:36.184" v="1208" actId="478"/>
          <ac:picMkLst>
            <pc:docMk/>
            <pc:sldMk cId="2316451530" sldId="388"/>
            <ac:picMk id="7" creationId="{A777E546-0A5E-47B4-99B4-8512297C5C4C}"/>
          </ac:picMkLst>
        </pc:picChg>
        <pc:picChg chg="add del mod">
          <ac:chgData name="Romain Rachenne" userId="d05ffb5d262588ec" providerId="LiveId" clId="{D11DE92B-2652-46CF-9859-74DC33324D2E}" dt="2021-02-10T21:47:04.828" v="1268" actId="478"/>
          <ac:picMkLst>
            <pc:docMk/>
            <pc:sldMk cId="2316451530" sldId="388"/>
            <ac:picMk id="8" creationId="{7736E2B4-54EE-45A8-9F0C-26FCFEF4E08D}"/>
          </ac:picMkLst>
        </pc:picChg>
        <pc:picChg chg="add del mod">
          <ac:chgData name="Romain Rachenne" userId="d05ffb5d262588ec" providerId="LiveId" clId="{D11DE92B-2652-46CF-9859-74DC33324D2E}" dt="2021-02-10T21:48:25.797" v="1282" actId="478"/>
          <ac:picMkLst>
            <pc:docMk/>
            <pc:sldMk cId="2316451530" sldId="388"/>
            <ac:picMk id="10" creationId="{832DB13E-F1BC-44FD-A571-1C6CB3A4B60A}"/>
          </ac:picMkLst>
        </pc:picChg>
        <pc:picChg chg="add del mod">
          <ac:chgData name="Romain Rachenne" userId="d05ffb5d262588ec" providerId="LiveId" clId="{D11DE92B-2652-46CF-9859-74DC33324D2E}" dt="2021-02-10T21:47:48.524" v="1274" actId="478"/>
          <ac:picMkLst>
            <pc:docMk/>
            <pc:sldMk cId="2316451530" sldId="388"/>
            <ac:picMk id="1026" creationId="{BFA7B361-6FC0-4F7B-B9C6-14E1F2ACBEAF}"/>
          </ac:picMkLst>
        </pc:picChg>
        <pc:picChg chg="add mod">
          <ac:chgData name="Romain Rachenne" userId="d05ffb5d262588ec" providerId="LiveId" clId="{D11DE92B-2652-46CF-9859-74DC33324D2E}" dt="2021-02-10T21:47:57.246" v="1277" actId="1076"/>
          <ac:picMkLst>
            <pc:docMk/>
            <pc:sldMk cId="2316451530" sldId="388"/>
            <ac:picMk id="1028" creationId="{1BD1F32F-C8CA-4E66-87FF-124E4E9A3419}"/>
          </ac:picMkLst>
        </pc:picChg>
        <pc:picChg chg="add del mod">
          <ac:chgData name="Romain Rachenne" userId="d05ffb5d262588ec" providerId="LiveId" clId="{D11DE92B-2652-46CF-9859-74DC33324D2E}" dt="2021-02-10T21:55:18.831" v="1371" actId="478"/>
          <ac:picMkLst>
            <pc:docMk/>
            <pc:sldMk cId="2316451530" sldId="388"/>
            <ac:picMk id="1030" creationId="{C0ECB89B-7074-4026-8092-8413DDBD8E29}"/>
          </ac:picMkLst>
        </pc:picChg>
        <pc:picChg chg="add mod">
          <ac:chgData name="Romain Rachenne" userId="d05ffb5d262588ec" providerId="LiveId" clId="{D11DE92B-2652-46CF-9859-74DC33324D2E}" dt="2021-02-10T21:56:20.963" v="1376" actId="1076"/>
          <ac:picMkLst>
            <pc:docMk/>
            <pc:sldMk cId="2316451530" sldId="388"/>
            <ac:picMk id="1032" creationId="{52DE60BA-6333-4233-ACB7-BEB21C239969}"/>
          </ac:picMkLst>
        </pc:picChg>
      </pc:sldChg>
      <pc:sldChg chg="addSp delSp modSp new mod setBg">
        <pc:chgData name="Romain Rachenne" userId="d05ffb5d262588ec" providerId="LiveId" clId="{D11DE92B-2652-46CF-9859-74DC33324D2E}" dt="2021-02-10T22:02:53.699" v="1521" actId="1076"/>
        <pc:sldMkLst>
          <pc:docMk/>
          <pc:sldMk cId="1324938259" sldId="389"/>
        </pc:sldMkLst>
        <pc:spChg chg="mod">
          <ac:chgData name="Romain Rachenne" userId="d05ffb5d262588ec" providerId="LiveId" clId="{D11DE92B-2652-46CF-9859-74DC33324D2E}" dt="2021-02-10T22:02:41.205" v="1517" actId="404"/>
          <ac:spMkLst>
            <pc:docMk/>
            <pc:sldMk cId="1324938259" sldId="389"/>
            <ac:spMk id="2" creationId="{5E2BFD8F-4F05-4B93-8EDC-37F54F7B3742}"/>
          </ac:spMkLst>
        </pc:spChg>
        <pc:spChg chg="del">
          <ac:chgData name="Romain Rachenne" userId="d05ffb5d262588ec" providerId="LiveId" clId="{D11DE92B-2652-46CF-9859-74DC33324D2E}" dt="2021-01-17T16:20:48.079" v="953"/>
          <ac:spMkLst>
            <pc:docMk/>
            <pc:sldMk cId="1324938259" sldId="389"/>
            <ac:spMk id="3" creationId="{9718CD69-57F2-4778-A026-395CCF343397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71" creationId="{25C8D2C1-DA83-420D-9635-D52CE066B5DA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73" creationId="{434F74C9-6A0B-409E-AD1C-45B58BE91BB8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77" creationId="{F452A527-3631-41ED-858D-3777A7D1496A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81" creationId="{F85B92BC-678C-4E14-97E6-3227DEF86371}"/>
          </ac:spMkLst>
        </pc:spChg>
        <pc:spChg chg="add">
          <ac:chgData name="Romain Rachenne" userId="d05ffb5d262588ec" providerId="LiveId" clId="{D11DE92B-2652-46CF-9859-74DC33324D2E}" dt="2021-01-17T16:20:54.286" v="959" actId="26606"/>
          <ac:spMkLst>
            <pc:docMk/>
            <pc:sldMk cId="1324938259" sldId="389"/>
            <ac:spMk id="83" creationId="{D2644120-A6B9-4D5C-8A60-E2F4CC220E77}"/>
          </ac:spMkLst>
        </pc:spChg>
        <pc:picChg chg="add mod">
          <ac:chgData name="Romain Rachenne" userId="d05ffb5d262588ec" providerId="LiveId" clId="{D11DE92B-2652-46CF-9859-74DC33324D2E}" dt="2021-01-17T16:24:05.136" v="978"/>
          <ac:picMkLst>
            <pc:docMk/>
            <pc:sldMk cId="1324938259" sldId="389"/>
            <ac:picMk id="12" creationId="{B9B36746-2711-4D20-8241-48287165AAD6}"/>
          </ac:picMkLst>
        </pc:picChg>
        <pc:picChg chg="add mod">
          <ac:chgData name="Romain Rachenne" userId="d05ffb5d262588ec" providerId="LiveId" clId="{D11DE92B-2652-46CF-9859-74DC33324D2E}" dt="2021-01-17T16:24:21.672" v="992"/>
          <ac:picMkLst>
            <pc:docMk/>
            <pc:sldMk cId="1324938259" sldId="389"/>
            <ac:picMk id="13" creationId="{B1CAE906-DDA6-40AE-B72C-4ED004C328DE}"/>
          </ac:picMkLst>
        </pc:picChg>
        <pc:picChg chg="add mod">
          <ac:chgData name="Romain Rachenne" userId="d05ffb5d262588ec" providerId="LiveId" clId="{D11DE92B-2652-46CF-9859-74DC33324D2E}" dt="2021-01-17T16:24:37.032" v="1006"/>
          <ac:picMkLst>
            <pc:docMk/>
            <pc:sldMk cId="1324938259" sldId="389"/>
            <ac:picMk id="14" creationId="{DF6D130C-E4AD-4814-B3BB-901B69B2D2CB}"/>
          </ac:picMkLst>
        </pc:picChg>
        <pc:picChg chg="add mod">
          <ac:chgData name="Romain Rachenne" userId="d05ffb5d262588ec" providerId="LiveId" clId="{D11DE92B-2652-46CF-9859-74DC33324D2E}" dt="2021-02-10T22:02:53.699" v="1521" actId="1076"/>
          <ac:picMkLst>
            <pc:docMk/>
            <pc:sldMk cId="1324938259" sldId="389"/>
            <ac:picMk id="1026" creationId="{9E6018E3-F195-4CA5-834F-F89D6C89221E}"/>
          </ac:picMkLst>
        </pc:picChg>
        <pc:cxnChg chg="add">
          <ac:chgData name="Romain Rachenne" userId="d05ffb5d262588ec" providerId="LiveId" clId="{D11DE92B-2652-46CF-9859-74DC33324D2E}" dt="2021-01-17T16:20:54.286" v="959" actId="26606"/>
          <ac:cxnSpMkLst>
            <pc:docMk/>
            <pc:sldMk cId="1324938259" sldId="389"/>
            <ac:cxnSpMk id="75" creationId="{F5486A9D-1265-4B57-91E6-68E666B978BC}"/>
          </ac:cxnSpMkLst>
        </pc:cxnChg>
        <pc:cxnChg chg="add">
          <ac:chgData name="Romain Rachenne" userId="d05ffb5d262588ec" providerId="LiveId" clId="{D11DE92B-2652-46CF-9859-74DC33324D2E}" dt="2021-01-17T16:20:54.286" v="959" actId="26606"/>
          <ac:cxnSpMkLst>
            <pc:docMk/>
            <pc:sldMk cId="1324938259" sldId="389"/>
            <ac:cxnSpMk id="79" creationId="{D28A9C89-B313-458F-9C85-515930A51A93}"/>
          </ac:cxnSpMkLst>
        </pc:cxnChg>
      </pc:sldChg>
      <pc:sldChg chg="addSp delSp modSp new mod">
        <pc:chgData name="Romain Rachenne" userId="d05ffb5d262588ec" providerId="LiveId" clId="{D11DE92B-2652-46CF-9859-74DC33324D2E}" dt="2021-02-10T22:03:08.394" v="1525" actId="255"/>
        <pc:sldMkLst>
          <pc:docMk/>
          <pc:sldMk cId="3752600493" sldId="390"/>
        </pc:sldMkLst>
        <pc:spChg chg="mod">
          <ac:chgData name="Romain Rachenne" userId="d05ffb5d262588ec" providerId="LiveId" clId="{D11DE92B-2652-46CF-9859-74DC33324D2E}" dt="2021-02-10T22:03:08.394" v="1525" actId="255"/>
          <ac:spMkLst>
            <pc:docMk/>
            <pc:sldMk cId="3752600493" sldId="390"/>
            <ac:spMk id="2" creationId="{B06789A2-8BE1-4B3C-A105-30F0CBCD2433}"/>
          </ac:spMkLst>
        </pc:spChg>
        <pc:spChg chg="del">
          <ac:chgData name="Romain Rachenne" userId="d05ffb5d262588ec" providerId="LiveId" clId="{D11DE92B-2652-46CF-9859-74DC33324D2E}" dt="2021-01-17T16:21:59.621" v="972" actId="478"/>
          <ac:spMkLst>
            <pc:docMk/>
            <pc:sldMk cId="3752600493" sldId="390"/>
            <ac:spMk id="3" creationId="{F79CF599-9432-4711-BB5A-DA42EA6EAB66}"/>
          </ac:spMkLst>
        </pc:spChg>
        <pc:picChg chg="add mod">
          <ac:chgData name="Romain Rachenne" userId="d05ffb5d262588ec" providerId="LiveId" clId="{D11DE92B-2652-46CF-9859-74DC33324D2E}" dt="2021-01-17T16:22:05.511" v="975" actId="1076"/>
          <ac:picMkLst>
            <pc:docMk/>
            <pc:sldMk cId="3752600493" sldId="390"/>
            <ac:picMk id="5" creationId="{F630D304-E437-411B-BCD6-7B5103F4A7B1}"/>
          </ac:picMkLst>
        </pc:picChg>
        <pc:picChg chg="add mod">
          <ac:chgData name="Romain Rachenne" userId="d05ffb5d262588ec" providerId="LiveId" clId="{D11DE92B-2652-46CF-9859-74DC33324D2E}" dt="2021-01-17T16:24:08.272" v="981"/>
          <ac:picMkLst>
            <pc:docMk/>
            <pc:sldMk cId="3752600493" sldId="390"/>
            <ac:picMk id="6" creationId="{4883E21A-527A-4C2E-A6A1-4E53E711AD8E}"/>
          </ac:picMkLst>
        </pc:picChg>
        <pc:picChg chg="add mod">
          <ac:chgData name="Romain Rachenne" userId="d05ffb5d262588ec" providerId="LiveId" clId="{D11DE92B-2652-46CF-9859-74DC33324D2E}" dt="2021-01-17T16:24:23.929" v="995"/>
          <ac:picMkLst>
            <pc:docMk/>
            <pc:sldMk cId="3752600493" sldId="390"/>
            <ac:picMk id="7" creationId="{06F2D023-04E0-4FE6-9257-44DA9AB5F1E8}"/>
          </ac:picMkLst>
        </pc:picChg>
        <pc:picChg chg="add mod">
          <ac:chgData name="Romain Rachenne" userId="d05ffb5d262588ec" providerId="LiveId" clId="{D11DE92B-2652-46CF-9859-74DC33324D2E}" dt="2021-01-17T16:24:39.809" v="1009"/>
          <ac:picMkLst>
            <pc:docMk/>
            <pc:sldMk cId="3752600493" sldId="390"/>
            <ac:picMk id="8" creationId="{45C3D2AF-3DF4-4AFE-8F70-48D7A255B252}"/>
          </ac:picMkLst>
        </pc:picChg>
      </pc:sldChg>
      <pc:sldChg chg="modSp new del mod">
        <pc:chgData name="Romain Rachenne" userId="d05ffb5d262588ec" providerId="LiveId" clId="{D11DE92B-2652-46CF-9859-74DC33324D2E}" dt="2021-01-26T20:28:29.035" v="1176" actId="2696"/>
        <pc:sldMkLst>
          <pc:docMk/>
          <pc:sldMk cId="3752693007" sldId="391"/>
        </pc:sldMkLst>
        <pc:spChg chg="mod">
          <ac:chgData name="Romain Rachenne" userId="d05ffb5d262588ec" providerId="LiveId" clId="{D11DE92B-2652-46CF-9859-74DC33324D2E}" dt="2021-01-26T20:24:50.004" v="1138"/>
          <ac:spMkLst>
            <pc:docMk/>
            <pc:sldMk cId="3752693007" sldId="391"/>
            <ac:spMk id="3" creationId="{2036495F-B879-4E2B-B97E-3AAE25C10DF4}"/>
          </ac:spMkLst>
        </pc:spChg>
      </pc:sldChg>
      <pc:sldChg chg="new del">
        <pc:chgData name="Romain Rachenne" userId="d05ffb5d262588ec" providerId="LiveId" clId="{D11DE92B-2652-46CF-9859-74DC33324D2E}" dt="2021-01-26T20:20:08.520" v="1069" actId="47"/>
        <pc:sldMkLst>
          <pc:docMk/>
          <pc:sldMk cId="3776713196" sldId="391"/>
        </pc:sldMkLst>
      </pc:sldChg>
      <pc:sldChg chg="new del">
        <pc:chgData name="Romain Rachenne" userId="d05ffb5d262588ec" providerId="LiveId" clId="{D11DE92B-2652-46CF-9859-74DC33324D2E}" dt="2021-01-26T20:18:01.448" v="1029" actId="47"/>
        <pc:sldMkLst>
          <pc:docMk/>
          <pc:sldMk cId="3486476787" sldId="392"/>
        </pc:sldMkLst>
      </pc:sldChg>
      <pc:sldChg chg="addSp modSp mod">
        <pc:chgData name="Romain Rachenne" userId="d05ffb5d262588ec" providerId="LiveId" clId="{D11DE92B-2652-46CF-9859-74DC33324D2E}" dt="2021-02-10T22:03:21.306" v="1527" actId="255"/>
        <pc:sldMkLst>
          <pc:docMk/>
          <pc:sldMk cId="4017939672" sldId="392"/>
        </pc:sldMkLst>
        <pc:spChg chg="mod">
          <ac:chgData name="Romain Rachenne" userId="d05ffb5d262588ec" providerId="LiveId" clId="{D11DE92B-2652-46CF-9859-74DC33324D2E}" dt="2021-02-10T22:03:21.306" v="1527" actId="255"/>
          <ac:spMkLst>
            <pc:docMk/>
            <pc:sldMk cId="4017939672" sldId="392"/>
            <ac:spMk id="2" creationId="{BB0E1512-F607-44DA-B649-3AF76BBE6027}"/>
          </ac:spMkLst>
        </pc:spChg>
        <pc:picChg chg="mod">
          <ac:chgData name="Romain Rachenne" userId="d05ffb5d262588ec" providerId="LiveId" clId="{D11DE92B-2652-46CF-9859-74DC33324D2E}" dt="2021-02-10T21:42:51.973" v="1245" actId="1076"/>
          <ac:picMkLst>
            <pc:docMk/>
            <pc:sldMk cId="4017939672" sldId="392"/>
            <ac:picMk id="10" creationId="{8BC904A6-4351-48D4-93D9-3E2174158238}"/>
          </ac:picMkLst>
        </pc:picChg>
        <pc:picChg chg="add mod">
          <ac:chgData name="Romain Rachenne" userId="d05ffb5d262588ec" providerId="LiveId" clId="{D11DE92B-2652-46CF-9859-74DC33324D2E}" dt="2021-02-10T21:42:53.661" v="1246" actId="1076"/>
          <ac:picMkLst>
            <pc:docMk/>
            <pc:sldMk cId="4017939672" sldId="392"/>
            <ac:picMk id="12" creationId="{4D18D0EE-2FD3-424D-9B74-C926F9D4E860}"/>
          </ac:picMkLst>
        </pc:picChg>
      </pc:sldChg>
      <pc:sldChg chg="del">
        <pc:chgData name="Romain Rachenne" userId="d05ffb5d262588ec" providerId="LiveId" clId="{D11DE92B-2652-46CF-9859-74DC33324D2E}" dt="2021-02-10T13:38:58.806" v="1201" actId="47"/>
        <pc:sldMkLst>
          <pc:docMk/>
          <pc:sldMk cId="738154742" sldId="393"/>
        </pc:sldMkLst>
      </pc:sldChg>
      <pc:sldChg chg="addSp modSp new mod">
        <pc:chgData name="Romain Rachenne" userId="d05ffb5d262588ec" providerId="LiveId" clId="{D11DE92B-2652-46CF-9859-74DC33324D2E}" dt="2021-02-10T22:03:57.235" v="1532" actId="255"/>
        <pc:sldMkLst>
          <pc:docMk/>
          <pc:sldMk cId="2581461511" sldId="393"/>
        </pc:sldMkLst>
        <pc:spChg chg="mod">
          <ac:chgData name="Romain Rachenne" userId="d05ffb5d262588ec" providerId="LiveId" clId="{D11DE92B-2652-46CF-9859-74DC33324D2E}" dt="2021-02-10T22:03:57.235" v="1532" actId="255"/>
          <ac:spMkLst>
            <pc:docMk/>
            <pc:sldMk cId="2581461511" sldId="393"/>
            <ac:spMk id="2" creationId="{0E3F6BF3-EE29-4FFD-B04D-06CFC66D0D0F}"/>
          </ac:spMkLst>
        </pc:spChg>
        <pc:spChg chg="mod">
          <ac:chgData name="Romain Rachenne" userId="d05ffb5d262588ec" providerId="LiveId" clId="{D11DE92B-2652-46CF-9859-74DC33324D2E}" dt="2021-02-10T21:58:12.425" v="1429" actId="313"/>
          <ac:spMkLst>
            <pc:docMk/>
            <pc:sldMk cId="2581461511" sldId="393"/>
            <ac:spMk id="3" creationId="{F89D2E45-A818-406E-9FAB-79E69A8AAC5A}"/>
          </ac:spMkLst>
        </pc:spChg>
        <pc:picChg chg="add mod">
          <ac:chgData name="Romain Rachenne" userId="d05ffb5d262588ec" providerId="LiveId" clId="{D11DE92B-2652-46CF-9859-74DC33324D2E}" dt="2021-02-10T21:59:48.854" v="1439"/>
          <ac:picMkLst>
            <pc:docMk/>
            <pc:sldMk cId="2581461511" sldId="393"/>
            <ac:picMk id="4" creationId="{2920C7FE-F4B2-42EC-A02E-83D08976E9B9}"/>
          </ac:picMkLst>
        </pc:picChg>
        <pc:picChg chg="add mod">
          <ac:chgData name="Romain Rachenne" userId="d05ffb5d262588ec" providerId="LiveId" clId="{D11DE92B-2652-46CF-9859-74DC33324D2E}" dt="2021-02-10T21:59:51.709" v="1440"/>
          <ac:picMkLst>
            <pc:docMk/>
            <pc:sldMk cId="2581461511" sldId="393"/>
            <ac:picMk id="5" creationId="{1E469FB6-2B99-427D-80DC-A15A59840BDE}"/>
          </ac:picMkLst>
        </pc:picChg>
        <pc:picChg chg="add mod">
          <ac:chgData name="Romain Rachenne" userId="d05ffb5d262588ec" providerId="LiveId" clId="{D11DE92B-2652-46CF-9859-74DC33324D2E}" dt="2021-02-10T21:59:54.341" v="1441"/>
          <ac:picMkLst>
            <pc:docMk/>
            <pc:sldMk cId="2581461511" sldId="393"/>
            <ac:picMk id="6" creationId="{67B45787-FD00-411D-94AD-4CC75E24552A}"/>
          </ac:picMkLst>
        </pc:picChg>
      </pc:sldChg>
      <pc:sldChg chg="addSp delSp modSp new mod setBg">
        <pc:chgData name="Romain Rachenne" userId="d05ffb5d262588ec" providerId="LiveId" clId="{D11DE92B-2652-46CF-9859-74DC33324D2E}" dt="2021-02-10T22:04:05.498" v="1537" actId="403"/>
        <pc:sldMkLst>
          <pc:docMk/>
          <pc:sldMk cId="3639465436" sldId="394"/>
        </pc:sldMkLst>
        <pc:spChg chg="del">
          <ac:chgData name="Romain Rachenne" userId="d05ffb5d262588ec" providerId="LiveId" clId="{D11DE92B-2652-46CF-9859-74DC33324D2E}" dt="2021-02-10T21:59:22.744" v="1433" actId="478"/>
          <ac:spMkLst>
            <pc:docMk/>
            <pc:sldMk cId="3639465436" sldId="394"/>
            <ac:spMk id="2" creationId="{513E22C4-323E-46A9-83DD-F254426C3F58}"/>
          </ac:spMkLst>
        </pc:spChg>
        <pc:spChg chg="mod ord">
          <ac:chgData name="Romain Rachenne" userId="d05ffb5d262588ec" providerId="LiveId" clId="{D11DE92B-2652-46CF-9859-74DC33324D2E}" dt="2021-02-10T22:04:05.498" v="1537" actId="403"/>
          <ac:spMkLst>
            <pc:docMk/>
            <pc:sldMk cId="3639465436" sldId="394"/>
            <ac:spMk id="3" creationId="{98E02022-8B74-4F46-ADE6-3D84A421ADD8}"/>
          </ac:spMkLst>
        </pc:spChg>
        <pc:spChg chg="add">
          <ac:chgData name="Romain Rachenne" userId="d05ffb5d262588ec" providerId="LiveId" clId="{D11DE92B-2652-46CF-9859-74DC33324D2E}" dt="2021-02-10T21:59:25.309" v="1434" actId="26606"/>
          <ac:spMkLst>
            <pc:docMk/>
            <pc:sldMk cId="3639465436" sldId="394"/>
            <ac:spMk id="9" creationId="{C33BF9DD-8A45-4EEE-B231-0A14D322E5F9}"/>
          </ac:spMkLst>
        </pc:spChg>
        <pc:spChg chg="add">
          <ac:chgData name="Romain Rachenne" userId="d05ffb5d262588ec" providerId="LiveId" clId="{D11DE92B-2652-46CF-9859-74DC33324D2E}" dt="2021-02-10T21:59:25.309" v="1434" actId="26606"/>
          <ac:spMkLst>
            <pc:docMk/>
            <pc:sldMk cId="3639465436" sldId="394"/>
            <ac:spMk id="13" creationId="{D5FBCAC9-BD8B-4F3B-AD74-EF37D4211349}"/>
          </ac:spMkLst>
        </pc:spChg>
        <pc:spChg chg="add">
          <ac:chgData name="Romain Rachenne" userId="d05ffb5d262588ec" providerId="LiveId" clId="{D11DE92B-2652-46CF-9859-74DC33324D2E}" dt="2021-02-10T21:59:25.309" v="1434" actId="26606"/>
          <ac:spMkLst>
            <pc:docMk/>
            <pc:sldMk cId="3639465436" sldId="394"/>
            <ac:spMk id="15" creationId="{9556C5A8-AD7E-4CE7-87BE-9EA3B5E1786F}"/>
          </ac:spMkLst>
        </pc:spChg>
        <pc:picChg chg="add mod">
          <ac:chgData name="Romain Rachenne" userId="d05ffb5d262588ec" providerId="LiveId" clId="{D11DE92B-2652-46CF-9859-74DC33324D2E}" dt="2021-02-10T21:59:40.991" v="1438" actId="1076"/>
          <ac:picMkLst>
            <pc:docMk/>
            <pc:sldMk cId="3639465436" sldId="394"/>
            <ac:picMk id="4" creationId="{DB74A308-3AC8-49C7-B724-A5BD3C1DC719}"/>
          </ac:picMkLst>
        </pc:picChg>
        <pc:picChg chg="add mod">
          <ac:chgData name="Romain Rachenne" userId="d05ffb5d262588ec" providerId="LiveId" clId="{D11DE92B-2652-46CF-9859-74DC33324D2E}" dt="2021-02-10T21:59:55.269" v="1442"/>
          <ac:picMkLst>
            <pc:docMk/>
            <pc:sldMk cId="3639465436" sldId="394"/>
            <ac:picMk id="10" creationId="{AF07C0FE-0477-44EE-88DE-9068EE8A15F9}"/>
          </ac:picMkLst>
        </pc:picChg>
        <pc:picChg chg="add mod">
          <ac:chgData name="Romain Rachenne" userId="d05ffb5d262588ec" providerId="LiveId" clId="{D11DE92B-2652-46CF-9859-74DC33324D2E}" dt="2021-02-10T21:59:58.757" v="1443"/>
          <ac:picMkLst>
            <pc:docMk/>
            <pc:sldMk cId="3639465436" sldId="394"/>
            <ac:picMk id="12" creationId="{C58BC17E-E2D1-4A3B-9AA3-E0698093C434}"/>
          </ac:picMkLst>
        </pc:picChg>
        <pc:picChg chg="add mod">
          <ac:chgData name="Romain Rachenne" userId="d05ffb5d262588ec" providerId="LiveId" clId="{D11DE92B-2652-46CF-9859-74DC33324D2E}" dt="2021-02-10T22:00:01.286" v="1444"/>
          <ac:picMkLst>
            <pc:docMk/>
            <pc:sldMk cId="3639465436" sldId="394"/>
            <ac:picMk id="14" creationId="{2E2BAD11-A8CB-4C03-AE6C-1DE6B626E984}"/>
          </ac:picMkLst>
        </pc:picChg>
        <pc:cxnChg chg="add">
          <ac:chgData name="Romain Rachenne" userId="d05ffb5d262588ec" providerId="LiveId" clId="{D11DE92B-2652-46CF-9859-74DC33324D2E}" dt="2021-02-10T21:59:25.309" v="1434" actId="26606"/>
          <ac:cxnSpMkLst>
            <pc:docMk/>
            <pc:sldMk cId="3639465436" sldId="394"/>
            <ac:cxnSpMk id="11" creationId="{9020DCC9-F851-4562-BB20-1AB3C51BFD08}"/>
          </ac:cxnSpMkLst>
        </pc:cxnChg>
      </pc:sldChg>
    </pc:docChg>
  </pc:docChgLst>
  <pc:docChgLst>
    <pc:chgData name="Romain Rachenne" userId="d05ffb5d262588ec" providerId="LiveId" clId="{7901CDB4-EF38-4A9D-A15C-5C467F182FBC}"/>
    <pc:docChg chg="undo custSel addSld delSld modSld sldOrd">
      <pc:chgData name="Romain Rachenne" userId="d05ffb5d262588ec" providerId="LiveId" clId="{7901CDB4-EF38-4A9D-A15C-5C467F182FBC}" dt="2021-03-19T08:09:17.778" v="131" actId="20577"/>
      <pc:docMkLst>
        <pc:docMk/>
      </pc:docMkLst>
      <pc:sldChg chg="addSp delSp modSp mod">
        <pc:chgData name="Romain Rachenne" userId="d05ffb5d262588ec" providerId="LiveId" clId="{7901CDB4-EF38-4A9D-A15C-5C467F182FBC}" dt="2021-03-10T22:03:32.468" v="77" actId="1076"/>
        <pc:sldMkLst>
          <pc:docMk/>
          <pc:sldMk cId="414093608" sldId="374"/>
        </pc:sldMkLst>
        <pc:spChg chg="mod">
          <ac:chgData name="Romain Rachenne" userId="d05ffb5d262588ec" providerId="LiveId" clId="{7901CDB4-EF38-4A9D-A15C-5C467F182FBC}" dt="2021-03-10T22:02:49.069" v="68"/>
          <ac:spMkLst>
            <pc:docMk/>
            <pc:sldMk cId="414093608" sldId="374"/>
            <ac:spMk id="8" creationId="{862DE720-BB9A-4B26-AEAB-2D8A3A552BA0}"/>
          </ac:spMkLst>
        </pc:spChg>
        <pc:spChg chg="mod">
          <ac:chgData name="Romain Rachenne" userId="d05ffb5d262588ec" providerId="LiveId" clId="{7901CDB4-EF38-4A9D-A15C-5C467F182FBC}" dt="2021-03-10T22:03:11.901" v="73"/>
          <ac:spMkLst>
            <pc:docMk/>
            <pc:sldMk cId="414093608" sldId="374"/>
            <ac:spMk id="11" creationId="{45304336-5740-4C2E-B6B8-42B6A83B5CCF}"/>
          </ac:spMkLst>
        </pc:spChg>
        <pc:picChg chg="add mod">
          <ac:chgData name="Romain Rachenne" userId="d05ffb5d262588ec" providerId="LiveId" clId="{7901CDB4-EF38-4A9D-A15C-5C467F182FBC}" dt="2021-03-10T22:03:00.693" v="72" actId="1076"/>
          <ac:picMkLst>
            <pc:docMk/>
            <pc:sldMk cId="414093608" sldId="374"/>
            <ac:picMk id="4" creationId="{6FFC9355-DA2E-43E2-B7D9-BD62B522D31B}"/>
          </ac:picMkLst>
        </pc:picChg>
        <pc:picChg chg="add mod">
          <ac:chgData name="Romain Rachenne" userId="d05ffb5d262588ec" providerId="LiveId" clId="{7901CDB4-EF38-4A9D-A15C-5C467F182FBC}" dt="2021-03-10T22:03:32.468" v="77" actId="1076"/>
          <ac:picMkLst>
            <pc:docMk/>
            <pc:sldMk cId="414093608" sldId="374"/>
            <ac:picMk id="5" creationId="{35C259DB-C15D-4E4F-9FEF-CF83435848E6}"/>
          </ac:picMkLst>
        </pc:picChg>
        <pc:picChg chg="del">
          <ac:chgData name="Romain Rachenne" userId="d05ffb5d262588ec" providerId="LiveId" clId="{7901CDB4-EF38-4A9D-A15C-5C467F182FBC}" dt="2021-03-10T22:02:53.326" v="69" actId="478"/>
          <ac:picMkLst>
            <pc:docMk/>
            <pc:sldMk cId="414093608" sldId="374"/>
            <ac:picMk id="3074" creationId="{A7DD52AF-9077-458D-B686-FF45F4CAE005}"/>
          </ac:picMkLst>
        </pc:picChg>
        <pc:picChg chg="del">
          <ac:chgData name="Romain Rachenne" userId="d05ffb5d262588ec" providerId="LiveId" clId="{7901CDB4-EF38-4A9D-A15C-5C467F182FBC}" dt="2021-03-10T22:03:22.118" v="74" actId="478"/>
          <ac:picMkLst>
            <pc:docMk/>
            <pc:sldMk cId="414093608" sldId="374"/>
            <ac:picMk id="3076" creationId="{EB531B4D-5F07-4A1E-8C57-BAB620A2F891}"/>
          </ac:picMkLst>
        </pc:picChg>
      </pc:sldChg>
      <pc:sldChg chg="modSp mod">
        <pc:chgData name="Romain Rachenne" userId="d05ffb5d262588ec" providerId="LiveId" clId="{7901CDB4-EF38-4A9D-A15C-5C467F182FBC}" dt="2021-03-11T20:38:51.388" v="115" actId="20577"/>
        <pc:sldMkLst>
          <pc:docMk/>
          <pc:sldMk cId="4260257819" sldId="407"/>
        </pc:sldMkLst>
        <pc:graphicFrameChg chg="mod modGraphic">
          <ac:chgData name="Romain Rachenne" userId="d05ffb5d262588ec" providerId="LiveId" clId="{7901CDB4-EF38-4A9D-A15C-5C467F182FBC}" dt="2021-03-11T20:38:51.388" v="115" actId="20577"/>
          <ac:graphicFrameMkLst>
            <pc:docMk/>
            <pc:sldMk cId="4260257819" sldId="407"/>
            <ac:graphicFrameMk id="4" creationId="{88C5C42F-DA9E-42F1-8772-3991F70F8E58}"/>
          </ac:graphicFrameMkLst>
        </pc:graphicFrameChg>
      </pc:sldChg>
      <pc:sldChg chg="addSp delSp modSp mod">
        <pc:chgData name="Romain Rachenne" userId="d05ffb5d262588ec" providerId="LiveId" clId="{7901CDB4-EF38-4A9D-A15C-5C467F182FBC}" dt="2021-03-10T22:02:12.709" v="63" actId="1037"/>
        <pc:sldMkLst>
          <pc:docMk/>
          <pc:sldMk cId="3932310854" sldId="417"/>
        </pc:sldMkLst>
        <pc:spChg chg="mod">
          <ac:chgData name="Romain Rachenne" userId="d05ffb5d262588ec" providerId="LiveId" clId="{7901CDB4-EF38-4A9D-A15C-5C467F182FBC}" dt="2021-03-10T22:01:47.116" v="51"/>
          <ac:spMkLst>
            <pc:docMk/>
            <pc:sldMk cId="3932310854" sldId="417"/>
            <ac:spMk id="8" creationId="{862DE720-BB9A-4B26-AEAB-2D8A3A552BA0}"/>
          </ac:spMkLst>
        </pc:spChg>
        <pc:picChg chg="add mod">
          <ac:chgData name="Romain Rachenne" userId="d05ffb5d262588ec" providerId="LiveId" clId="{7901CDB4-EF38-4A9D-A15C-5C467F182FBC}" dt="2021-03-10T22:02:12.709" v="63" actId="1037"/>
          <ac:picMkLst>
            <pc:docMk/>
            <pc:sldMk cId="3932310854" sldId="417"/>
            <ac:picMk id="2050" creationId="{C9459BCF-E488-40D9-B389-AD2E43CA6229}"/>
          </ac:picMkLst>
        </pc:picChg>
        <pc:picChg chg="del">
          <ac:chgData name="Romain Rachenne" userId="d05ffb5d262588ec" providerId="LiveId" clId="{7901CDB4-EF38-4A9D-A15C-5C467F182FBC}" dt="2021-03-10T22:01:36.142" v="39" actId="478"/>
          <ac:picMkLst>
            <pc:docMk/>
            <pc:sldMk cId="3932310854" sldId="417"/>
            <ac:picMk id="3074" creationId="{A7DD52AF-9077-458D-B686-FF45F4CAE005}"/>
          </ac:picMkLst>
        </pc:picChg>
      </pc:sldChg>
      <pc:sldChg chg="addSp delSp modSp mod">
        <pc:chgData name="Romain Rachenne" userId="d05ffb5d262588ec" providerId="LiveId" clId="{7901CDB4-EF38-4A9D-A15C-5C467F182FBC}" dt="2021-03-10T22:01:00.087" v="38" actId="1076"/>
        <pc:sldMkLst>
          <pc:docMk/>
          <pc:sldMk cId="4267643501" sldId="418"/>
        </pc:sldMkLst>
        <pc:spChg chg="mod">
          <ac:chgData name="Romain Rachenne" userId="d05ffb5d262588ec" providerId="LiveId" clId="{7901CDB4-EF38-4A9D-A15C-5C467F182FBC}" dt="2021-03-10T22:00:44.916" v="36"/>
          <ac:spMkLst>
            <pc:docMk/>
            <pc:sldMk cId="4267643501" sldId="418"/>
            <ac:spMk id="8" creationId="{862DE720-BB9A-4B26-AEAB-2D8A3A552BA0}"/>
          </ac:spMkLst>
        </pc:spChg>
        <pc:picChg chg="add mod">
          <ac:chgData name="Romain Rachenne" userId="d05ffb5d262588ec" providerId="LiveId" clId="{7901CDB4-EF38-4A9D-A15C-5C467F182FBC}" dt="2021-03-10T22:01:00.087" v="38" actId="1076"/>
          <ac:picMkLst>
            <pc:docMk/>
            <pc:sldMk cId="4267643501" sldId="418"/>
            <ac:picMk id="1026" creationId="{678A342F-01CE-4FD2-816E-0DAFAEBAC26B}"/>
          </ac:picMkLst>
        </pc:picChg>
        <pc:picChg chg="del">
          <ac:chgData name="Romain Rachenne" userId="d05ffb5d262588ec" providerId="LiveId" clId="{7901CDB4-EF38-4A9D-A15C-5C467F182FBC}" dt="2021-03-10T22:00:26.504" v="30" actId="478"/>
          <ac:picMkLst>
            <pc:docMk/>
            <pc:sldMk cId="4267643501" sldId="418"/>
            <ac:picMk id="3074" creationId="{A7DD52AF-9077-458D-B686-FF45F4CAE005}"/>
          </ac:picMkLst>
        </pc:picChg>
      </pc:sldChg>
      <pc:sldChg chg="addSp delSp modSp mod">
        <pc:chgData name="Romain Rachenne" userId="d05ffb5d262588ec" providerId="LiveId" clId="{7901CDB4-EF38-4A9D-A15C-5C467F182FBC}" dt="2021-03-10T22:04:33.325" v="92" actId="1076"/>
        <pc:sldMkLst>
          <pc:docMk/>
          <pc:sldMk cId="34592936" sldId="419"/>
        </pc:sldMkLst>
        <pc:spChg chg="mod">
          <ac:chgData name="Romain Rachenne" userId="d05ffb5d262588ec" providerId="LiveId" clId="{7901CDB4-EF38-4A9D-A15C-5C467F182FBC}" dt="2021-03-10T22:03:54.157" v="82"/>
          <ac:spMkLst>
            <pc:docMk/>
            <pc:sldMk cId="34592936" sldId="419"/>
            <ac:spMk id="8" creationId="{862DE720-BB9A-4B26-AEAB-2D8A3A552BA0}"/>
          </ac:spMkLst>
        </pc:spChg>
        <pc:spChg chg="mod">
          <ac:chgData name="Romain Rachenne" userId="d05ffb5d262588ec" providerId="LiveId" clId="{7901CDB4-EF38-4A9D-A15C-5C467F182FBC}" dt="2021-03-10T22:04:17.428" v="87"/>
          <ac:spMkLst>
            <pc:docMk/>
            <pc:sldMk cId="34592936" sldId="419"/>
            <ac:spMk id="11" creationId="{45304336-5740-4C2E-B6B8-42B6A83B5CCF}"/>
          </ac:spMkLst>
        </pc:spChg>
        <pc:picChg chg="del">
          <ac:chgData name="Romain Rachenne" userId="d05ffb5d262588ec" providerId="LiveId" clId="{7901CDB4-EF38-4A9D-A15C-5C467F182FBC}" dt="2021-03-10T22:03:57.398" v="83" actId="478"/>
          <ac:picMkLst>
            <pc:docMk/>
            <pc:sldMk cId="34592936" sldId="419"/>
            <ac:picMk id="3074" creationId="{A7DD52AF-9077-458D-B686-FF45F4CAE005}"/>
          </ac:picMkLst>
        </pc:picChg>
        <pc:picChg chg="del">
          <ac:chgData name="Romain Rachenne" userId="d05ffb5d262588ec" providerId="LiveId" clId="{7901CDB4-EF38-4A9D-A15C-5C467F182FBC}" dt="2021-03-10T22:04:25.982" v="88" actId="478"/>
          <ac:picMkLst>
            <pc:docMk/>
            <pc:sldMk cId="34592936" sldId="419"/>
            <ac:picMk id="3076" creationId="{EB531B4D-5F07-4A1E-8C57-BAB620A2F891}"/>
          </ac:picMkLst>
        </pc:picChg>
        <pc:picChg chg="add mod">
          <ac:chgData name="Romain Rachenne" userId="d05ffb5d262588ec" providerId="LiveId" clId="{7901CDB4-EF38-4A9D-A15C-5C467F182FBC}" dt="2021-03-10T22:04:03.381" v="86" actId="1076"/>
          <ac:picMkLst>
            <pc:docMk/>
            <pc:sldMk cId="34592936" sldId="419"/>
            <ac:picMk id="4098" creationId="{BBCAB4D4-7F6D-4D61-90EC-A576C358BD16}"/>
          </ac:picMkLst>
        </pc:picChg>
        <pc:picChg chg="add mod">
          <ac:chgData name="Romain Rachenne" userId="d05ffb5d262588ec" providerId="LiveId" clId="{7901CDB4-EF38-4A9D-A15C-5C467F182FBC}" dt="2021-03-10T22:04:33.325" v="92" actId="1076"/>
          <ac:picMkLst>
            <pc:docMk/>
            <pc:sldMk cId="34592936" sldId="419"/>
            <ac:picMk id="4100" creationId="{4A7EF868-0D06-4766-B9CC-3EBE6B1344FF}"/>
          </ac:picMkLst>
        </pc:picChg>
      </pc:sldChg>
      <pc:sldChg chg="modSp mod">
        <pc:chgData name="Romain Rachenne" userId="d05ffb5d262588ec" providerId="LiveId" clId="{7901CDB4-EF38-4A9D-A15C-5C467F182FBC}" dt="2021-03-19T08:09:17.778" v="131" actId="20577"/>
        <pc:sldMkLst>
          <pc:docMk/>
          <pc:sldMk cId="2868238753" sldId="423"/>
        </pc:sldMkLst>
        <pc:spChg chg="mod">
          <ac:chgData name="Romain Rachenne" userId="d05ffb5d262588ec" providerId="LiveId" clId="{7901CDB4-EF38-4A9D-A15C-5C467F182FBC}" dt="2021-03-19T08:09:17.778" v="131" actId="20577"/>
          <ac:spMkLst>
            <pc:docMk/>
            <pc:sldMk cId="2868238753" sldId="423"/>
            <ac:spMk id="2" creationId="{151CD8BC-E868-4D08-A768-62ADD13FA9C4}"/>
          </ac:spMkLst>
        </pc:spChg>
      </pc:sldChg>
      <pc:sldChg chg="del">
        <pc:chgData name="Romain Rachenne" userId="d05ffb5d262588ec" providerId="LiveId" clId="{7901CDB4-EF38-4A9D-A15C-5C467F182FBC}" dt="2021-03-10T18:32:00.556" v="10" actId="47"/>
        <pc:sldMkLst>
          <pc:docMk/>
          <pc:sldMk cId="1529923669" sldId="425"/>
        </pc:sldMkLst>
      </pc:sldChg>
      <pc:sldChg chg="modSp mod">
        <pc:chgData name="Romain Rachenne" userId="d05ffb5d262588ec" providerId="LiveId" clId="{7901CDB4-EF38-4A9D-A15C-5C467F182FBC}" dt="2021-03-10T18:30:31.613" v="6" actId="20577"/>
        <pc:sldMkLst>
          <pc:docMk/>
          <pc:sldMk cId="2882024468" sldId="427"/>
        </pc:sldMkLst>
        <pc:spChg chg="mod">
          <ac:chgData name="Romain Rachenne" userId="d05ffb5d262588ec" providerId="LiveId" clId="{7901CDB4-EF38-4A9D-A15C-5C467F182FBC}" dt="2021-03-10T18:30:31.613" v="6" actId="20577"/>
          <ac:spMkLst>
            <pc:docMk/>
            <pc:sldMk cId="2882024468" sldId="427"/>
            <ac:spMk id="10" creationId="{7DC3508B-CD58-439D-BE58-97BFAE883DE6}"/>
          </ac:spMkLst>
        </pc:spChg>
      </pc:sldChg>
      <pc:sldChg chg="del">
        <pc:chgData name="Romain Rachenne" userId="d05ffb5d262588ec" providerId="LiveId" clId="{7901CDB4-EF38-4A9D-A15C-5C467F182FBC}" dt="2021-03-10T18:33:37.999" v="11" actId="47"/>
        <pc:sldMkLst>
          <pc:docMk/>
          <pc:sldMk cId="3684741816" sldId="430"/>
        </pc:sldMkLst>
      </pc:sldChg>
      <pc:sldChg chg="addSp delSp modSp mod">
        <pc:chgData name="Romain Rachenne" userId="d05ffb5d262588ec" providerId="LiveId" clId="{7901CDB4-EF38-4A9D-A15C-5C467F182FBC}" dt="2021-03-10T18:33:47.859" v="13"/>
        <pc:sldMkLst>
          <pc:docMk/>
          <pc:sldMk cId="1365397216" sldId="432"/>
        </pc:sldMkLst>
        <pc:picChg chg="add mod">
          <ac:chgData name="Romain Rachenne" userId="d05ffb5d262588ec" providerId="LiveId" clId="{7901CDB4-EF38-4A9D-A15C-5C467F182FBC}" dt="2021-03-10T18:33:47.859" v="13"/>
          <ac:picMkLst>
            <pc:docMk/>
            <pc:sldMk cId="1365397216" sldId="432"/>
            <ac:picMk id="8" creationId="{1B301F8D-0E2A-4ECC-8506-2A486BD6B45E}"/>
          </ac:picMkLst>
        </pc:picChg>
        <pc:picChg chg="del">
          <ac:chgData name="Romain Rachenne" userId="d05ffb5d262588ec" providerId="LiveId" clId="{7901CDB4-EF38-4A9D-A15C-5C467F182FBC}" dt="2021-03-10T18:33:47.359" v="12" actId="478"/>
          <ac:picMkLst>
            <pc:docMk/>
            <pc:sldMk cId="1365397216" sldId="432"/>
            <ac:picMk id="9" creationId="{B9E15FB9-EDC6-4777-883A-57C5A2B82152}"/>
          </ac:picMkLst>
        </pc:picChg>
      </pc:sldChg>
      <pc:sldChg chg="del ord">
        <pc:chgData name="Romain Rachenne" userId="d05ffb5d262588ec" providerId="LiveId" clId="{7901CDB4-EF38-4A9D-A15C-5C467F182FBC}" dt="2021-03-10T18:34:19.893" v="17" actId="47"/>
        <pc:sldMkLst>
          <pc:docMk/>
          <pc:sldMk cId="149520366" sldId="433"/>
        </pc:sldMkLst>
      </pc:sldChg>
      <pc:sldChg chg="add del">
        <pc:chgData name="Romain Rachenne" userId="d05ffb5d262588ec" providerId="LiveId" clId="{7901CDB4-EF38-4A9D-A15C-5C467F182FBC}" dt="2021-03-10T18:40:25.010" v="20" actId="47"/>
        <pc:sldMkLst>
          <pc:docMk/>
          <pc:sldMk cId="2185061066" sldId="434"/>
        </pc:sldMkLst>
      </pc:sldChg>
      <pc:sldChg chg="add ord">
        <pc:chgData name="Romain Rachenne" userId="d05ffb5d262588ec" providerId="LiveId" clId="{7901CDB4-EF38-4A9D-A15C-5C467F182FBC}" dt="2021-03-10T18:31:58.787" v="9"/>
        <pc:sldMkLst>
          <pc:docMk/>
          <pc:sldMk cId="670469045" sldId="436"/>
        </pc:sldMkLst>
      </pc:sldChg>
      <pc:sldChg chg="add ord">
        <pc:chgData name="Romain Rachenne" userId="d05ffb5d262588ec" providerId="LiveId" clId="{7901CDB4-EF38-4A9D-A15C-5C467F182FBC}" dt="2021-03-10T18:40:38.876" v="28"/>
        <pc:sldMkLst>
          <pc:docMk/>
          <pc:sldMk cId="1659262765" sldId="437"/>
        </pc:sldMkLst>
      </pc:sldChg>
      <pc:sldChg chg="add del">
        <pc:chgData name="Romain Rachenne" userId="d05ffb5d262588ec" providerId="LiveId" clId="{7901CDB4-EF38-4A9D-A15C-5C467F182FBC}" dt="2021-03-10T18:34:21.838" v="18" actId="47"/>
        <pc:sldMkLst>
          <pc:docMk/>
          <pc:sldMk cId="3364554086" sldId="437"/>
        </pc:sldMkLst>
      </pc:sldChg>
      <pc:sldChg chg="add">
        <pc:chgData name="Romain Rachenne" userId="d05ffb5d262588ec" providerId="LiveId" clId="{7901CDB4-EF38-4A9D-A15C-5C467F182FBC}" dt="2021-03-10T18:40:35.820" v="26"/>
        <pc:sldMkLst>
          <pc:docMk/>
          <pc:sldMk cId="4120629513" sldId="438"/>
        </pc:sldMkLst>
      </pc:sldChg>
      <pc:sldChg chg="add">
        <pc:chgData name="Romain Rachenne" userId="d05ffb5d262588ec" providerId="LiveId" clId="{7901CDB4-EF38-4A9D-A15C-5C467F182FBC}" dt="2021-03-10T18:40:52.843" v="29"/>
        <pc:sldMkLst>
          <pc:docMk/>
          <pc:sldMk cId="3290092292" sldId="439"/>
        </pc:sldMkLst>
      </pc:sldChg>
    </pc:docChg>
  </pc:docChgLst>
  <pc:docChgLst>
    <pc:chgData name="Romain Rachenne" userId="d05ffb5d262588ec" providerId="LiveId" clId="{CF322D6E-BFD2-4623-864E-E7ECF8D1F27A}"/>
    <pc:docChg chg="undo custSel mod addSld delSld modSld sldOrd">
      <pc:chgData name="Romain Rachenne" userId="d05ffb5d262588ec" providerId="LiveId" clId="{CF322D6E-BFD2-4623-864E-E7ECF8D1F27A}" dt="2020-12-16T22:14:04.251" v="1403" actId="15"/>
      <pc:docMkLst>
        <pc:docMk/>
      </pc:docMkLst>
      <pc:sldChg chg="addSp delSp modSp mod">
        <pc:chgData name="Romain Rachenne" userId="d05ffb5d262588ec" providerId="LiveId" clId="{CF322D6E-BFD2-4623-864E-E7ECF8D1F27A}" dt="2020-12-11T13:47:22.128" v="113"/>
        <pc:sldMkLst>
          <pc:docMk/>
          <pc:sldMk cId="1990881570" sldId="257"/>
        </pc:sldMkLst>
        <pc:spChg chg="mod">
          <ac:chgData name="Romain Rachenne" userId="d05ffb5d262588ec" providerId="LiveId" clId="{CF322D6E-BFD2-4623-864E-E7ECF8D1F27A}" dt="2020-12-11T13:42:00.582" v="14" actId="20577"/>
          <ac:spMkLst>
            <pc:docMk/>
            <pc:sldMk cId="1990881570" sldId="257"/>
            <ac:spMk id="3" creationId="{00000000-0000-0000-0000-000000000000}"/>
          </ac:spMkLst>
        </pc:spChg>
        <pc:picChg chg="del">
          <ac:chgData name="Romain Rachenne" userId="d05ffb5d262588ec" providerId="LiveId" clId="{CF322D6E-BFD2-4623-864E-E7ECF8D1F27A}" dt="2020-12-11T13:47:13.025" v="110" actId="478"/>
          <ac:picMkLst>
            <pc:docMk/>
            <pc:sldMk cId="1990881570" sldId="257"/>
            <ac:picMk id="6" creationId="{00000000-0000-0000-0000-000000000000}"/>
          </ac:picMkLst>
        </pc:picChg>
        <pc:picChg chg="del">
          <ac:chgData name="Romain Rachenne" userId="d05ffb5d262588ec" providerId="LiveId" clId="{CF322D6E-BFD2-4623-864E-E7ECF8D1F27A}" dt="2020-12-11T13:47:11.864" v="109" actId="478"/>
          <ac:picMkLst>
            <pc:docMk/>
            <pc:sldMk cId="1990881570" sldId="257"/>
            <ac:picMk id="10" creationId="{12396202-C6D0-424D-A49A-CFD03F13D508}"/>
          </ac:picMkLst>
        </pc:picChg>
        <pc:picChg chg="add mod">
          <ac:chgData name="Romain Rachenne" userId="d05ffb5d262588ec" providerId="LiveId" clId="{CF322D6E-BFD2-4623-864E-E7ECF8D1F27A}" dt="2020-12-11T13:47:16.312" v="111"/>
          <ac:picMkLst>
            <pc:docMk/>
            <pc:sldMk cId="1990881570" sldId="257"/>
            <ac:picMk id="11" creationId="{F6265DF4-9D03-469B-8839-1BD2E9FBC10B}"/>
          </ac:picMkLst>
        </pc:picChg>
        <pc:picChg chg="add mod">
          <ac:chgData name="Romain Rachenne" userId="d05ffb5d262588ec" providerId="LiveId" clId="{CF322D6E-BFD2-4623-864E-E7ECF8D1F27A}" dt="2020-12-11T13:47:19.596" v="112"/>
          <ac:picMkLst>
            <pc:docMk/>
            <pc:sldMk cId="1990881570" sldId="257"/>
            <ac:picMk id="12" creationId="{F008B2BA-3D26-4E3A-B9C8-02ACA1DFD73F}"/>
          </ac:picMkLst>
        </pc:picChg>
        <pc:picChg chg="add mod">
          <ac:chgData name="Romain Rachenne" userId="d05ffb5d262588ec" providerId="LiveId" clId="{CF322D6E-BFD2-4623-864E-E7ECF8D1F27A}" dt="2020-12-11T13:47:22.128" v="113"/>
          <ac:picMkLst>
            <pc:docMk/>
            <pc:sldMk cId="1990881570" sldId="257"/>
            <ac:picMk id="13" creationId="{FDF40A63-E148-4E92-81D2-E69D47913C04}"/>
          </ac:picMkLst>
        </pc:picChg>
      </pc:sldChg>
      <pc:sldChg chg="modSp mod">
        <pc:chgData name="Romain Rachenne" userId="d05ffb5d262588ec" providerId="LiveId" clId="{CF322D6E-BFD2-4623-864E-E7ECF8D1F27A}" dt="2020-12-11T13:47:01.417" v="108" actId="1076"/>
        <pc:sldMkLst>
          <pc:docMk/>
          <pc:sldMk cId="782006460" sldId="292"/>
        </pc:sldMkLst>
        <pc:picChg chg="mod">
          <ac:chgData name="Romain Rachenne" userId="d05ffb5d262588ec" providerId="LiveId" clId="{CF322D6E-BFD2-4623-864E-E7ECF8D1F27A}" dt="2020-12-11T13:47:00.046" v="107" actId="1076"/>
          <ac:picMkLst>
            <pc:docMk/>
            <pc:sldMk cId="782006460" sldId="292"/>
            <ac:picMk id="2" creationId="{B8CFAE8E-2FFE-418D-8081-CD4958430758}"/>
          </ac:picMkLst>
        </pc:picChg>
        <pc:picChg chg="mod">
          <ac:chgData name="Romain Rachenne" userId="d05ffb5d262588ec" providerId="LiveId" clId="{CF322D6E-BFD2-4623-864E-E7ECF8D1F27A}" dt="2020-12-11T13:47:01.417" v="108" actId="1076"/>
          <ac:picMkLst>
            <pc:docMk/>
            <pc:sldMk cId="782006460" sldId="292"/>
            <ac:picMk id="3" creationId="{62338503-1E77-4360-B54A-C924D84092E4}"/>
          </ac:picMkLst>
        </pc:picChg>
      </pc:sldChg>
      <pc:sldChg chg="modSp del mod">
        <pc:chgData name="Romain Rachenne" userId="d05ffb5d262588ec" providerId="LiveId" clId="{CF322D6E-BFD2-4623-864E-E7ECF8D1F27A}" dt="2020-12-11T13:46:47.799" v="101" actId="47"/>
        <pc:sldMkLst>
          <pc:docMk/>
          <pc:sldMk cId="209503933" sldId="293"/>
        </pc:sldMkLst>
        <pc:spChg chg="mod">
          <ac:chgData name="Romain Rachenne" userId="d05ffb5d262588ec" providerId="LiveId" clId="{CF322D6E-BFD2-4623-864E-E7ECF8D1F27A}" dt="2020-12-11T13:42:14.315" v="37" actId="20577"/>
          <ac:spMkLst>
            <pc:docMk/>
            <pc:sldMk cId="209503933" sldId="293"/>
            <ac:spMk id="3" creationId="{9FE57C0E-CD38-4E23-A4D2-8FFD61996D1E}"/>
          </ac:spMkLst>
        </pc:spChg>
      </pc:sldChg>
      <pc:sldChg chg="del">
        <pc:chgData name="Romain Rachenne" userId="d05ffb5d262588ec" providerId="LiveId" clId="{CF322D6E-BFD2-4623-864E-E7ECF8D1F27A}" dt="2020-12-11T13:46:49.860" v="103" actId="47"/>
        <pc:sldMkLst>
          <pc:docMk/>
          <pc:sldMk cId="611248365" sldId="299"/>
        </pc:sldMkLst>
      </pc:sldChg>
      <pc:sldChg chg="del">
        <pc:chgData name="Romain Rachenne" userId="d05ffb5d262588ec" providerId="LiveId" clId="{CF322D6E-BFD2-4623-864E-E7ECF8D1F27A}" dt="2020-12-11T13:46:50.405" v="104" actId="47"/>
        <pc:sldMkLst>
          <pc:docMk/>
          <pc:sldMk cId="1889928538" sldId="300"/>
        </pc:sldMkLst>
      </pc:sldChg>
      <pc:sldChg chg="del">
        <pc:chgData name="Romain Rachenne" userId="d05ffb5d262588ec" providerId="LiveId" clId="{CF322D6E-BFD2-4623-864E-E7ECF8D1F27A}" dt="2020-12-11T13:46:51.348" v="106" actId="47"/>
        <pc:sldMkLst>
          <pc:docMk/>
          <pc:sldMk cId="736833271" sldId="301"/>
        </pc:sldMkLst>
      </pc:sldChg>
      <pc:sldChg chg="addSp delSp modSp add del mod ord">
        <pc:chgData name="Romain Rachenne" userId="d05ffb5d262588ec" providerId="LiveId" clId="{CF322D6E-BFD2-4623-864E-E7ECF8D1F27A}" dt="2020-12-11T13:49:44.263" v="145"/>
        <pc:sldMkLst>
          <pc:docMk/>
          <pc:sldMk cId="1557803393" sldId="302"/>
        </pc:sldMkLst>
        <pc:spChg chg="mo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2" creationId="{AC3C6500-2C8A-426E-BCF5-C06F378B0921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3" creationId="{4E4490D0-3672-446A-AC12-B4830333BDDD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4" creationId="{39CB82C2-DF65-4EC1-8280-F201D50F570B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6" creationId="{FA4CD5CB-D209-4D70-8CA4-629731C59219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8" creationId="{B4C27B90-DF2B-4D00-BA07-18ED774CD2F1}"/>
          </ac:spMkLst>
        </pc:spChg>
        <pc:spChg chg="add del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59" creationId="{593ACC25-C262-417A-8AA9-0641C772BDB6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64" creationId="{25C8D2C1-DA83-420D-9635-D52CE066B5DA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66" creationId="{434F74C9-6A0B-409E-AD1C-45B58BE91BB8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0" creationId="{F452A527-3631-41ED-858D-3777A7D1496A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4" creationId="{F85B92BC-678C-4E14-97E6-3227DEF86371}"/>
          </ac:spMkLst>
        </pc:spChg>
        <pc:spChg chg="add del">
          <ac:chgData name="Romain Rachenne" userId="d05ffb5d262588ec" providerId="LiveId" clId="{CF322D6E-BFD2-4623-864E-E7ECF8D1F27A}" dt="2020-12-11T13:49:34.705" v="139" actId="26606"/>
          <ac:spMkLst>
            <pc:docMk/>
            <pc:sldMk cId="1557803393" sldId="302"/>
            <ac:spMk id="76" creationId="{D2644120-A6B9-4D5C-8A60-E2F4CC220E77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78" creationId="{4E4490D0-3672-446A-AC12-B4830333BDDD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79" creationId="{39CB82C2-DF65-4EC1-8280-F201D50F570B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1" creationId="{FA4CD5CB-D209-4D70-8CA4-629731C59219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3" creationId="{B4C27B90-DF2B-4D00-BA07-18ED774CD2F1}"/>
          </ac:spMkLst>
        </pc:spChg>
        <pc:spChg chg="add del">
          <ac:chgData name="Romain Rachenne" userId="d05ffb5d262588ec" providerId="LiveId" clId="{CF322D6E-BFD2-4623-864E-E7ECF8D1F27A}" dt="2020-12-11T13:49:36.068" v="141" actId="26606"/>
          <ac:spMkLst>
            <pc:docMk/>
            <pc:sldMk cId="1557803393" sldId="302"/>
            <ac:spMk id="84" creationId="{593ACC25-C262-417A-8AA9-0641C772BDB6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6" creationId="{25C8D2C1-DA83-420D-9635-D52CE066B5DA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7" creationId="{434F74C9-6A0B-409E-AD1C-45B58BE91BB8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89" creationId="{F452A527-3631-41ED-858D-3777A7D1496A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91" creationId="{F85B92BC-678C-4E14-97E6-3227DEF86371}"/>
          </ac:spMkLst>
        </pc:spChg>
        <pc:spChg chg="add">
          <ac:chgData name="Romain Rachenne" userId="d05ffb5d262588ec" providerId="LiveId" clId="{CF322D6E-BFD2-4623-864E-E7ECF8D1F27A}" dt="2020-12-11T13:49:36.096" v="142" actId="26606"/>
          <ac:spMkLst>
            <pc:docMk/>
            <pc:sldMk cId="1557803393" sldId="302"/>
            <ac:spMk id="92" creationId="{D2644120-A6B9-4D5C-8A60-E2F4CC220E77}"/>
          </ac:spMkLst>
        </pc:spChg>
        <pc:picChg chg="del">
          <ac:chgData name="Romain Rachenne" userId="d05ffb5d262588ec" providerId="LiveId" clId="{CF322D6E-BFD2-4623-864E-E7ECF8D1F27A}" dt="2020-12-11T13:49:20.712" v="133" actId="478"/>
          <ac:picMkLst>
            <pc:docMk/>
            <pc:sldMk cId="1557803393" sldId="302"/>
            <ac:picMk id="4" creationId="{723FECAD-D0B3-4D93-AE67-4D0AA74B2DE3}"/>
          </ac:picMkLst>
        </pc:picChg>
        <pc:picChg chg="add mod">
          <ac:chgData name="Romain Rachenne" userId="d05ffb5d262588ec" providerId="LiveId" clId="{CF322D6E-BFD2-4623-864E-E7ECF8D1F27A}" dt="2020-12-11T13:49:36.096" v="142" actId="26606"/>
          <ac:picMkLst>
            <pc:docMk/>
            <pc:sldMk cId="1557803393" sldId="302"/>
            <ac:picMk id="5" creationId="{E33AC991-E16C-4A82-A2B7-4CF97D32755A}"/>
          </ac:picMkLst>
        </pc:picChg>
        <pc:picChg chg="del">
          <ac:chgData name="Romain Rachenne" userId="d05ffb5d262588ec" providerId="LiveId" clId="{CF322D6E-BFD2-4623-864E-E7ECF8D1F27A}" dt="2020-12-11T13:49:26.876" v="135" actId="478"/>
          <ac:picMkLst>
            <pc:docMk/>
            <pc:sldMk cId="1557803393" sldId="302"/>
            <ac:picMk id="13" creationId="{B640DFB1-8638-460C-AFE9-820FA07D17BB}"/>
          </ac:picMkLst>
        </pc:picChg>
        <pc:picChg chg="add mod">
          <ac:chgData name="Romain Rachenne" userId="d05ffb5d262588ec" providerId="LiveId" clId="{CF322D6E-BFD2-4623-864E-E7ECF8D1F27A}" dt="2020-12-11T13:49:39.280" v="143"/>
          <ac:picMkLst>
            <pc:docMk/>
            <pc:sldMk cId="1557803393" sldId="302"/>
            <ac:picMk id="37" creationId="{FBE27A10-CBA3-464A-B3B2-7B053AEAC041}"/>
          </ac:picMkLst>
        </pc:picChg>
        <pc:picChg chg="del">
          <ac:chgData name="Romain Rachenne" userId="d05ffb5d262588ec" providerId="LiveId" clId="{CF322D6E-BFD2-4623-864E-E7ECF8D1F27A}" dt="2020-12-11T13:49:26.876" v="135" actId="478"/>
          <ac:picMkLst>
            <pc:docMk/>
            <pc:sldMk cId="1557803393" sldId="302"/>
            <ac:picMk id="38" creationId="{1029173A-C731-498A-B337-18DCF90C28A0}"/>
          </ac:picMkLst>
        </pc:picChg>
        <pc:picChg chg="add mod">
          <ac:chgData name="Romain Rachenne" userId="d05ffb5d262588ec" providerId="LiveId" clId="{CF322D6E-BFD2-4623-864E-E7ECF8D1F27A}" dt="2020-12-11T13:49:41.873" v="144"/>
          <ac:picMkLst>
            <pc:docMk/>
            <pc:sldMk cId="1557803393" sldId="302"/>
            <ac:picMk id="39" creationId="{68E6BD10-4B5A-4E4A-B198-3645469642F7}"/>
          </ac:picMkLst>
        </pc:picChg>
        <pc:picChg chg="del mod">
          <ac:chgData name="Romain Rachenne" userId="d05ffb5d262588ec" providerId="LiveId" clId="{CF322D6E-BFD2-4623-864E-E7ECF8D1F27A}" dt="2020-12-11T13:49:28.367" v="137" actId="478"/>
          <ac:picMkLst>
            <pc:docMk/>
            <pc:sldMk cId="1557803393" sldId="302"/>
            <ac:picMk id="40" creationId="{E666B63E-A566-4580-BA86-8A9CCC43FE6B}"/>
          </ac:picMkLst>
        </pc:picChg>
        <pc:picChg chg="add mod">
          <ac:chgData name="Romain Rachenne" userId="d05ffb5d262588ec" providerId="LiveId" clId="{CF322D6E-BFD2-4623-864E-E7ECF8D1F27A}" dt="2020-12-11T13:49:44.263" v="145"/>
          <ac:picMkLst>
            <pc:docMk/>
            <pc:sldMk cId="1557803393" sldId="302"/>
            <ac:picMk id="41" creationId="{A6370913-4D3E-496E-800B-B105B69D8022}"/>
          </ac:picMkLst>
        </pc:picChg>
        <pc:cxnChg chg="add del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55" creationId="{7E1D4427-852B-4B37-8E76-0E9F1810BA2A}"/>
          </ac:cxnSpMkLst>
        </pc:cxnChg>
        <pc:cxnChg chg="add del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57" creationId="{5C6A2BAE-B461-4B55-8E1F-0722ABDD1393}"/>
          </ac:cxnSpMkLst>
        </pc:cxnChg>
        <pc:cxnChg chg="add del">
          <ac:chgData name="Romain Rachenne" userId="d05ffb5d262588ec" providerId="LiveId" clId="{CF322D6E-BFD2-4623-864E-E7ECF8D1F27A}" dt="2020-12-11T13:49:34.705" v="139" actId="26606"/>
          <ac:cxnSpMkLst>
            <pc:docMk/>
            <pc:sldMk cId="1557803393" sldId="302"/>
            <ac:cxnSpMk id="68" creationId="{F5486A9D-1265-4B57-91E6-68E666B978BC}"/>
          </ac:cxnSpMkLst>
        </pc:cxnChg>
        <pc:cxnChg chg="add del">
          <ac:chgData name="Romain Rachenne" userId="d05ffb5d262588ec" providerId="LiveId" clId="{CF322D6E-BFD2-4623-864E-E7ECF8D1F27A}" dt="2020-12-11T13:49:34.705" v="139" actId="26606"/>
          <ac:cxnSpMkLst>
            <pc:docMk/>
            <pc:sldMk cId="1557803393" sldId="302"/>
            <ac:cxnSpMk id="72" creationId="{D28A9C89-B313-458F-9C85-515930A51A93}"/>
          </ac:cxnSpMkLst>
        </pc:cxnChg>
        <pc:cxnChg chg="add del">
          <ac:chgData name="Romain Rachenne" userId="d05ffb5d262588ec" providerId="LiveId" clId="{CF322D6E-BFD2-4623-864E-E7ECF8D1F27A}" dt="2020-12-11T13:49:36.068" v="141" actId="26606"/>
          <ac:cxnSpMkLst>
            <pc:docMk/>
            <pc:sldMk cId="1557803393" sldId="302"/>
            <ac:cxnSpMk id="80" creationId="{7E1D4427-852B-4B37-8E76-0E9F1810BA2A}"/>
          </ac:cxnSpMkLst>
        </pc:cxnChg>
        <pc:cxnChg chg="add del">
          <ac:chgData name="Romain Rachenne" userId="d05ffb5d262588ec" providerId="LiveId" clId="{CF322D6E-BFD2-4623-864E-E7ECF8D1F27A}" dt="2020-12-11T13:49:36.068" v="141" actId="26606"/>
          <ac:cxnSpMkLst>
            <pc:docMk/>
            <pc:sldMk cId="1557803393" sldId="302"/>
            <ac:cxnSpMk id="82" creationId="{5C6A2BAE-B461-4B55-8E1F-0722ABDD1393}"/>
          </ac:cxnSpMkLst>
        </pc:cxnChg>
        <pc:cxnChg chg="add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88" creationId="{F5486A9D-1265-4B57-91E6-68E666B978BC}"/>
          </ac:cxnSpMkLst>
        </pc:cxnChg>
        <pc:cxnChg chg="add">
          <ac:chgData name="Romain Rachenne" userId="d05ffb5d262588ec" providerId="LiveId" clId="{CF322D6E-BFD2-4623-864E-E7ECF8D1F27A}" dt="2020-12-11T13:49:36.096" v="142" actId="26606"/>
          <ac:cxnSpMkLst>
            <pc:docMk/>
            <pc:sldMk cId="1557803393" sldId="302"/>
            <ac:cxnSpMk id="90" creationId="{D28A9C89-B313-458F-9C85-515930A51A93}"/>
          </ac:cxnSpMkLst>
        </pc:cxnChg>
      </pc:sldChg>
      <pc:sldChg chg="del">
        <pc:chgData name="Romain Rachenne" userId="d05ffb5d262588ec" providerId="LiveId" clId="{CF322D6E-BFD2-4623-864E-E7ECF8D1F27A}" dt="2020-12-11T13:58:44.424" v="606" actId="47"/>
        <pc:sldMkLst>
          <pc:docMk/>
          <pc:sldMk cId="3279052357" sldId="303"/>
        </pc:sldMkLst>
      </pc:sldChg>
      <pc:sldChg chg="del">
        <pc:chgData name="Romain Rachenne" userId="d05ffb5d262588ec" providerId="LiveId" clId="{CF322D6E-BFD2-4623-864E-E7ECF8D1F27A}" dt="2020-12-11T13:58:45.269" v="607" actId="47"/>
        <pc:sldMkLst>
          <pc:docMk/>
          <pc:sldMk cId="2561025989" sldId="304"/>
        </pc:sldMkLst>
      </pc:sldChg>
      <pc:sldChg chg="del">
        <pc:chgData name="Romain Rachenne" userId="d05ffb5d262588ec" providerId="LiveId" clId="{CF322D6E-BFD2-4623-864E-E7ECF8D1F27A}" dt="2020-12-11T13:58:45.765" v="608" actId="47"/>
        <pc:sldMkLst>
          <pc:docMk/>
          <pc:sldMk cId="2444492771" sldId="305"/>
        </pc:sldMkLst>
      </pc:sldChg>
      <pc:sldChg chg="del">
        <pc:chgData name="Romain Rachenne" userId="d05ffb5d262588ec" providerId="LiveId" clId="{CF322D6E-BFD2-4623-864E-E7ECF8D1F27A}" dt="2020-12-11T13:58:46.836" v="610" actId="47"/>
        <pc:sldMkLst>
          <pc:docMk/>
          <pc:sldMk cId="1578935267" sldId="306"/>
        </pc:sldMkLst>
      </pc:sldChg>
      <pc:sldChg chg="del">
        <pc:chgData name="Romain Rachenne" userId="d05ffb5d262588ec" providerId="LiveId" clId="{CF322D6E-BFD2-4623-864E-E7ECF8D1F27A}" dt="2020-12-11T13:58:46.307" v="609" actId="47"/>
        <pc:sldMkLst>
          <pc:docMk/>
          <pc:sldMk cId="914353542" sldId="307"/>
        </pc:sldMkLst>
      </pc:sldChg>
      <pc:sldChg chg="del">
        <pc:chgData name="Romain Rachenne" userId="d05ffb5d262588ec" providerId="LiveId" clId="{CF322D6E-BFD2-4623-864E-E7ECF8D1F27A}" dt="2020-12-11T13:46:50.831" v="105" actId="47"/>
        <pc:sldMkLst>
          <pc:docMk/>
          <pc:sldMk cId="2804954091" sldId="308"/>
        </pc:sldMkLst>
      </pc:sldChg>
      <pc:sldChg chg="del">
        <pc:chgData name="Romain Rachenne" userId="d05ffb5d262588ec" providerId="LiveId" clId="{CF322D6E-BFD2-4623-864E-E7ECF8D1F27A}" dt="2020-12-11T13:46:48.828" v="102" actId="47"/>
        <pc:sldMkLst>
          <pc:docMk/>
          <pc:sldMk cId="1993337092" sldId="322"/>
        </pc:sldMkLst>
      </pc:sldChg>
      <pc:sldChg chg="del">
        <pc:chgData name="Romain Rachenne" userId="d05ffb5d262588ec" providerId="LiveId" clId="{CF322D6E-BFD2-4623-864E-E7ECF8D1F27A}" dt="2020-12-11T13:58:47.291" v="611" actId="47"/>
        <pc:sldMkLst>
          <pc:docMk/>
          <pc:sldMk cId="3484099205" sldId="323"/>
        </pc:sldMkLst>
      </pc:sldChg>
      <pc:sldChg chg="del">
        <pc:chgData name="Romain Rachenne" userId="d05ffb5d262588ec" providerId="LiveId" clId="{CF322D6E-BFD2-4623-864E-E7ECF8D1F27A}" dt="2020-12-11T13:58:53.218" v="622" actId="47"/>
        <pc:sldMkLst>
          <pc:docMk/>
          <pc:sldMk cId="2146091089" sldId="324"/>
        </pc:sldMkLst>
      </pc:sldChg>
      <pc:sldChg chg="del">
        <pc:chgData name="Romain Rachenne" userId="d05ffb5d262588ec" providerId="LiveId" clId="{CF322D6E-BFD2-4623-864E-E7ECF8D1F27A}" dt="2020-12-11T13:58:48.349" v="613" actId="47"/>
        <pc:sldMkLst>
          <pc:docMk/>
          <pc:sldMk cId="4216515687" sldId="326"/>
        </pc:sldMkLst>
      </pc:sldChg>
      <pc:sldChg chg="del">
        <pc:chgData name="Romain Rachenne" userId="d05ffb5d262588ec" providerId="LiveId" clId="{CF322D6E-BFD2-4623-864E-E7ECF8D1F27A}" dt="2020-12-11T13:58:52.171" v="620" actId="47"/>
        <pc:sldMkLst>
          <pc:docMk/>
          <pc:sldMk cId="3547788640" sldId="327"/>
        </pc:sldMkLst>
      </pc:sldChg>
      <pc:sldChg chg="del">
        <pc:chgData name="Romain Rachenne" userId="d05ffb5d262588ec" providerId="LiveId" clId="{CF322D6E-BFD2-4623-864E-E7ECF8D1F27A}" dt="2020-12-11T13:58:48.891" v="614" actId="47"/>
        <pc:sldMkLst>
          <pc:docMk/>
          <pc:sldMk cId="3415019206" sldId="328"/>
        </pc:sldMkLst>
      </pc:sldChg>
      <pc:sldChg chg="del">
        <pc:chgData name="Romain Rachenne" userId="d05ffb5d262588ec" providerId="LiveId" clId="{CF322D6E-BFD2-4623-864E-E7ECF8D1F27A}" dt="2020-12-11T13:58:53.684" v="623" actId="47"/>
        <pc:sldMkLst>
          <pc:docMk/>
          <pc:sldMk cId="2576980164" sldId="329"/>
        </pc:sldMkLst>
      </pc:sldChg>
      <pc:sldChg chg="del">
        <pc:chgData name="Romain Rachenne" userId="d05ffb5d262588ec" providerId="LiveId" clId="{CF322D6E-BFD2-4623-864E-E7ECF8D1F27A}" dt="2020-12-11T13:58:50.668" v="617" actId="47"/>
        <pc:sldMkLst>
          <pc:docMk/>
          <pc:sldMk cId="845234078" sldId="331"/>
        </pc:sldMkLst>
      </pc:sldChg>
      <pc:sldChg chg="del">
        <pc:chgData name="Romain Rachenne" userId="d05ffb5d262588ec" providerId="LiveId" clId="{CF322D6E-BFD2-4623-864E-E7ECF8D1F27A}" dt="2020-12-11T13:58:49.443" v="615" actId="47"/>
        <pc:sldMkLst>
          <pc:docMk/>
          <pc:sldMk cId="17619743" sldId="333"/>
        </pc:sldMkLst>
      </pc:sldChg>
      <pc:sldChg chg="del">
        <pc:chgData name="Romain Rachenne" userId="d05ffb5d262588ec" providerId="LiveId" clId="{CF322D6E-BFD2-4623-864E-E7ECF8D1F27A}" dt="2020-12-11T13:58:47.906" v="612" actId="47"/>
        <pc:sldMkLst>
          <pc:docMk/>
          <pc:sldMk cId="4277785877" sldId="334"/>
        </pc:sldMkLst>
      </pc:sldChg>
      <pc:sldChg chg="del">
        <pc:chgData name="Romain Rachenne" userId="d05ffb5d262588ec" providerId="LiveId" clId="{CF322D6E-BFD2-4623-864E-E7ECF8D1F27A}" dt="2020-12-11T13:58:56.552" v="629" actId="47"/>
        <pc:sldMkLst>
          <pc:docMk/>
          <pc:sldMk cId="3193949044" sldId="336"/>
        </pc:sldMkLst>
      </pc:sldChg>
      <pc:sldChg chg="del">
        <pc:chgData name="Romain Rachenne" userId="d05ffb5d262588ec" providerId="LiveId" clId="{CF322D6E-BFD2-4623-864E-E7ECF8D1F27A}" dt="2020-12-11T13:58:55.610" v="627" actId="47"/>
        <pc:sldMkLst>
          <pc:docMk/>
          <pc:sldMk cId="3494313312" sldId="337"/>
        </pc:sldMkLst>
      </pc:sldChg>
      <pc:sldChg chg="del">
        <pc:chgData name="Romain Rachenne" userId="d05ffb5d262588ec" providerId="LiveId" clId="{CF322D6E-BFD2-4623-864E-E7ECF8D1F27A}" dt="2020-12-11T13:58:50.175" v="616" actId="47"/>
        <pc:sldMkLst>
          <pc:docMk/>
          <pc:sldMk cId="2528595908" sldId="342"/>
        </pc:sldMkLst>
      </pc:sldChg>
      <pc:sldChg chg="del">
        <pc:chgData name="Romain Rachenne" userId="d05ffb5d262588ec" providerId="LiveId" clId="{CF322D6E-BFD2-4623-864E-E7ECF8D1F27A}" dt="2020-12-11T13:58:51.180" v="618" actId="47"/>
        <pc:sldMkLst>
          <pc:docMk/>
          <pc:sldMk cId="1290040714" sldId="343"/>
        </pc:sldMkLst>
      </pc:sldChg>
      <pc:sldChg chg="del">
        <pc:chgData name="Romain Rachenne" userId="d05ffb5d262588ec" providerId="LiveId" clId="{CF322D6E-BFD2-4623-864E-E7ECF8D1F27A}" dt="2020-12-11T13:58:52.765" v="621" actId="47"/>
        <pc:sldMkLst>
          <pc:docMk/>
          <pc:sldMk cId="174890171" sldId="345"/>
        </pc:sldMkLst>
      </pc:sldChg>
      <pc:sldChg chg="del">
        <pc:chgData name="Romain Rachenne" userId="d05ffb5d262588ec" providerId="LiveId" clId="{CF322D6E-BFD2-4623-864E-E7ECF8D1F27A}" dt="2020-12-11T13:58:57.953" v="632" actId="47"/>
        <pc:sldMkLst>
          <pc:docMk/>
          <pc:sldMk cId="889845360" sldId="346"/>
        </pc:sldMkLst>
      </pc:sldChg>
      <pc:sldChg chg="del">
        <pc:chgData name="Romain Rachenne" userId="d05ffb5d262588ec" providerId="LiveId" clId="{CF322D6E-BFD2-4623-864E-E7ECF8D1F27A}" dt="2020-12-11T13:58:58.737" v="633" actId="47"/>
        <pc:sldMkLst>
          <pc:docMk/>
          <pc:sldMk cId="1504780826" sldId="347"/>
        </pc:sldMkLst>
      </pc:sldChg>
      <pc:sldChg chg="del">
        <pc:chgData name="Romain Rachenne" userId="d05ffb5d262588ec" providerId="LiveId" clId="{CF322D6E-BFD2-4623-864E-E7ECF8D1F27A}" dt="2020-12-11T13:58:57.490" v="631" actId="47"/>
        <pc:sldMkLst>
          <pc:docMk/>
          <pc:sldMk cId="171717929" sldId="348"/>
        </pc:sldMkLst>
      </pc:sldChg>
      <pc:sldChg chg="del">
        <pc:chgData name="Romain Rachenne" userId="d05ffb5d262588ec" providerId="LiveId" clId="{CF322D6E-BFD2-4623-864E-E7ECF8D1F27A}" dt="2020-12-11T13:58:54.202" v="624" actId="47"/>
        <pc:sldMkLst>
          <pc:docMk/>
          <pc:sldMk cId="3435762778" sldId="349"/>
        </pc:sldMkLst>
      </pc:sldChg>
      <pc:sldChg chg="del">
        <pc:chgData name="Romain Rachenne" userId="d05ffb5d262588ec" providerId="LiveId" clId="{CF322D6E-BFD2-4623-864E-E7ECF8D1F27A}" dt="2020-12-11T13:58:55.215" v="626" actId="47"/>
        <pc:sldMkLst>
          <pc:docMk/>
          <pc:sldMk cId="607970337" sldId="351"/>
        </pc:sldMkLst>
      </pc:sldChg>
      <pc:sldChg chg="del">
        <pc:chgData name="Romain Rachenne" userId="d05ffb5d262588ec" providerId="LiveId" clId="{CF322D6E-BFD2-4623-864E-E7ECF8D1F27A}" dt="2020-12-11T13:58:56.070" v="628" actId="47"/>
        <pc:sldMkLst>
          <pc:docMk/>
          <pc:sldMk cId="2622681677" sldId="352"/>
        </pc:sldMkLst>
      </pc:sldChg>
      <pc:sldChg chg="del">
        <pc:chgData name="Romain Rachenne" userId="d05ffb5d262588ec" providerId="LiveId" clId="{CF322D6E-BFD2-4623-864E-E7ECF8D1F27A}" dt="2020-12-11T13:58:51.595" v="619" actId="47"/>
        <pc:sldMkLst>
          <pc:docMk/>
          <pc:sldMk cId="8062692" sldId="355"/>
        </pc:sldMkLst>
      </pc:sldChg>
      <pc:sldChg chg="del">
        <pc:chgData name="Romain Rachenne" userId="d05ffb5d262588ec" providerId="LiveId" clId="{CF322D6E-BFD2-4623-864E-E7ECF8D1F27A}" dt="2020-12-11T13:58:54.688" v="625" actId="47"/>
        <pc:sldMkLst>
          <pc:docMk/>
          <pc:sldMk cId="2598671472" sldId="356"/>
        </pc:sldMkLst>
      </pc:sldChg>
      <pc:sldChg chg="del">
        <pc:chgData name="Romain Rachenne" userId="d05ffb5d262588ec" providerId="LiveId" clId="{CF322D6E-BFD2-4623-864E-E7ECF8D1F27A}" dt="2020-12-11T13:58:57.035" v="630" actId="47"/>
        <pc:sldMkLst>
          <pc:docMk/>
          <pc:sldMk cId="1897892808" sldId="357"/>
        </pc:sldMkLst>
      </pc:sldChg>
      <pc:sldChg chg="addSp delSp modSp mod">
        <pc:chgData name="Romain Rachenne" userId="d05ffb5d262588ec" providerId="LiveId" clId="{CF322D6E-BFD2-4623-864E-E7ECF8D1F27A}" dt="2020-12-11T13:47:43.936" v="119"/>
        <pc:sldMkLst>
          <pc:docMk/>
          <pc:sldMk cId="1482809837" sldId="359"/>
        </pc:sldMkLst>
        <pc:picChg chg="del">
          <ac:chgData name="Romain Rachenne" userId="d05ffb5d262588ec" providerId="LiveId" clId="{CF322D6E-BFD2-4623-864E-E7ECF8D1F27A}" dt="2020-12-11T13:47:33.527" v="116" actId="478"/>
          <ac:picMkLst>
            <pc:docMk/>
            <pc:sldMk cId="1482809837" sldId="359"/>
            <ac:picMk id="14" creationId="{C2D3166F-0D35-4F52-83F5-D4E574CF82B8}"/>
          </ac:picMkLst>
        </pc:picChg>
        <pc:picChg chg="del mod">
          <ac:chgData name="Romain Rachenne" userId="d05ffb5d262588ec" providerId="LiveId" clId="{CF322D6E-BFD2-4623-864E-E7ECF8D1F27A}" dt="2020-12-11T13:47:31.862" v="115" actId="478"/>
          <ac:picMkLst>
            <pc:docMk/>
            <pc:sldMk cId="1482809837" sldId="359"/>
            <ac:picMk id="16" creationId="{879C45CD-EA7A-451F-BAAB-FB9849DFB579}"/>
          </ac:picMkLst>
        </pc:picChg>
        <pc:picChg chg="add mod">
          <ac:chgData name="Romain Rachenne" userId="d05ffb5d262588ec" providerId="LiveId" clId="{CF322D6E-BFD2-4623-864E-E7ECF8D1F27A}" dt="2020-12-11T13:47:36.772" v="117"/>
          <ac:picMkLst>
            <pc:docMk/>
            <pc:sldMk cId="1482809837" sldId="359"/>
            <ac:picMk id="18" creationId="{319904F9-85D1-43FE-A218-458814428FC2}"/>
          </ac:picMkLst>
        </pc:picChg>
        <pc:picChg chg="add mod">
          <ac:chgData name="Romain Rachenne" userId="d05ffb5d262588ec" providerId="LiveId" clId="{CF322D6E-BFD2-4623-864E-E7ECF8D1F27A}" dt="2020-12-11T13:47:41.207" v="118"/>
          <ac:picMkLst>
            <pc:docMk/>
            <pc:sldMk cId="1482809837" sldId="359"/>
            <ac:picMk id="20" creationId="{CEB5F317-C191-4BDB-B84E-935FD7001FC8}"/>
          </ac:picMkLst>
        </pc:picChg>
        <pc:picChg chg="add mod">
          <ac:chgData name="Romain Rachenne" userId="d05ffb5d262588ec" providerId="LiveId" clId="{CF322D6E-BFD2-4623-864E-E7ECF8D1F27A}" dt="2020-12-11T13:47:43.936" v="119"/>
          <ac:picMkLst>
            <pc:docMk/>
            <pc:sldMk cId="1482809837" sldId="359"/>
            <ac:picMk id="22" creationId="{14349660-9462-4B0A-88D9-22F49B2759BD}"/>
          </ac:picMkLst>
        </pc:picChg>
      </pc:sldChg>
      <pc:sldChg chg="addSp delSp modSp new mod ord setBg">
        <pc:chgData name="Romain Rachenne" userId="d05ffb5d262588ec" providerId="LiveId" clId="{CF322D6E-BFD2-4623-864E-E7ECF8D1F27A}" dt="2020-12-11T13:47:57.261" v="123"/>
        <pc:sldMkLst>
          <pc:docMk/>
          <pc:sldMk cId="1689278221" sldId="360"/>
        </pc:sldMkLst>
        <pc:spChg chg="mo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" creationId="{382B6C5F-6F5B-48E3-B9BD-48D2C248F8E4}"/>
          </ac:spMkLst>
        </pc:spChg>
        <pc:spChg chg="add del mod">
          <ac:chgData name="Romain Rachenne" userId="d05ffb5d262588ec" providerId="LiveId" clId="{CF322D6E-BFD2-4623-864E-E7ECF8D1F27A}" dt="2020-12-11T13:43:39.039" v="61" actId="478"/>
          <ac:spMkLst>
            <pc:docMk/>
            <pc:sldMk cId="1689278221" sldId="360"/>
            <ac:spMk id="6" creationId="{4E1D33C7-B271-4599-A642-DA76B4BE4939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2" creationId="{25C8D2C1-DA83-420D-9635-D52CE066B5DA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4" creationId="{434F74C9-6A0B-409E-AD1C-45B58BE91BB8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18" creationId="{BE268116-E2A7-4F98-8812-192B4975E49B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2" creationId="{FBEFFA83-BC6D-4CD2-A2BA-98AD67423BF2}"/>
          </ac:spMkLst>
        </pc:spChg>
        <pc:spChg chg="add del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4" creationId="{AB5696BF-D495-4CAC-AA8A-4EBFF2C32A55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29" creationId="{25C8D2C1-DA83-420D-9635-D52CE066B5DA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1" creationId="{434F74C9-6A0B-409E-AD1C-45B58BE91BB8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5" creationId="{F452A527-3631-41ED-858D-3777A7D1496A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39" creationId="{F85B92BC-678C-4E14-97E6-3227DEF86371}"/>
          </ac:spMkLst>
        </pc:spChg>
        <pc:spChg chg="add">
          <ac:chgData name="Romain Rachenne" userId="d05ffb5d262588ec" providerId="LiveId" clId="{CF322D6E-BFD2-4623-864E-E7ECF8D1F27A}" dt="2020-12-11T13:47:48.949" v="120" actId="26606"/>
          <ac:spMkLst>
            <pc:docMk/>
            <pc:sldMk cId="1689278221" sldId="360"/>
            <ac:spMk id="41" creationId="{D2644120-A6B9-4D5C-8A60-E2F4CC220E77}"/>
          </ac:spMkLst>
        </pc:spChg>
        <pc:graphicFrameChg chg="del">
          <ac:chgData name="Romain Rachenne" userId="d05ffb5d262588ec" providerId="LiveId" clId="{CF322D6E-BFD2-4623-864E-E7ECF8D1F27A}" dt="2020-12-11T13:43:32.127" v="43" actId="478"/>
          <ac:graphicFrameMkLst>
            <pc:docMk/>
            <pc:sldMk cId="1689278221" sldId="360"/>
            <ac:graphicFrameMk id="4" creationId="{C05A461D-CB70-416D-8E39-E035A2E0CCED}"/>
          </ac:graphicFrameMkLst>
        </pc:graphicFrameChg>
        <pc:picChg chg="add mod">
          <ac:chgData name="Romain Rachenne" userId="d05ffb5d262588ec" providerId="LiveId" clId="{CF322D6E-BFD2-4623-864E-E7ECF8D1F27A}" dt="2020-12-11T13:47:48.949" v="120" actId="26606"/>
          <ac:picMkLst>
            <pc:docMk/>
            <pc:sldMk cId="1689278221" sldId="360"/>
            <ac:picMk id="7" creationId="{76EA334C-4ED0-4E22-BC10-0A8F8D0D5E7F}"/>
          </ac:picMkLst>
        </pc:picChg>
        <pc:picChg chg="add mod">
          <ac:chgData name="Romain Rachenne" userId="d05ffb5d262588ec" providerId="LiveId" clId="{CF322D6E-BFD2-4623-864E-E7ECF8D1F27A}" dt="2020-12-11T13:47:52.752" v="121"/>
          <ac:picMkLst>
            <pc:docMk/>
            <pc:sldMk cId="1689278221" sldId="360"/>
            <ac:picMk id="23" creationId="{0F307E0B-01E3-408C-A3F5-09C6C0D988D7}"/>
          </ac:picMkLst>
        </pc:picChg>
        <pc:picChg chg="add mod">
          <ac:chgData name="Romain Rachenne" userId="d05ffb5d262588ec" providerId="LiveId" clId="{CF322D6E-BFD2-4623-864E-E7ECF8D1F27A}" dt="2020-12-11T13:47:55.137" v="122"/>
          <ac:picMkLst>
            <pc:docMk/>
            <pc:sldMk cId="1689278221" sldId="360"/>
            <ac:picMk id="25" creationId="{61CEE80C-EFE8-4A9C-87B3-2704D841F172}"/>
          </ac:picMkLst>
        </pc:picChg>
        <pc:picChg chg="add mod">
          <ac:chgData name="Romain Rachenne" userId="d05ffb5d262588ec" providerId="LiveId" clId="{CF322D6E-BFD2-4623-864E-E7ECF8D1F27A}" dt="2020-12-11T13:47:57.261" v="123"/>
          <ac:picMkLst>
            <pc:docMk/>
            <pc:sldMk cId="1689278221" sldId="360"/>
            <ac:picMk id="26" creationId="{D75B398D-0B31-4CE3-9478-E647C7A7983E}"/>
          </ac:picMkLst>
        </pc:picChg>
        <pc:cxnChg chg="add del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16" creationId="{F5486A9D-1265-4B57-91E6-68E666B978BC}"/>
          </ac:cxnSpMkLst>
        </pc:cxnChg>
        <pc:cxnChg chg="add del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20" creationId="{73D8893D-DEBE-4F67-901F-166F75E9C6E7}"/>
          </ac:cxnSpMkLst>
        </pc:cxnChg>
        <pc:cxnChg chg="add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33" creationId="{F5486A9D-1265-4B57-91E6-68E666B978BC}"/>
          </ac:cxnSpMkLst>
        </pc:cxnChg>
        <pc:cxnChg chg="add">
          <ac:chgData name="Romain Rachenne" userId="d05ffb5d262588ec" providerId="LiveId" clId="{CF322D6E-BFD2-4623-864E-E7ECF8D1F27A}" dt="2020-12-11T13:47:48.949" v="120" actId="26606"/>
          <ac:cxnSpMkLst>
            <pc:docMk/>
            <pc:sldMk cId="1689278221" sldId="360"/>
            <ac:cxnSpMk id="37" creationId="{D28A9C89-B313-458F-9C85-515930A51A93}"/>
          </ac:cxnSpMkLst>
        </pc:cxnChg>
      </pc:sldChg>
      <pc:sldChg chg="addSp delSp modSp new mod setBg">
        <pc:chgData name="Romain Rachenne" userId="d05ffb5d262588ec" providerId="LiveId" clId="{CF322D6E-BFD2-4623-864E-E7ECF8D1F27A}" dt="2020-12-11T13:51:49.845" v="470" actId="26606"/>
        <pc:sldMkLst>
          <pc:docMk/>
          <pc:sldMk cId="2762460005" sldId="361"/>
        </pc:sldMkLst>
        <pc:spChg chg="mo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2" creationId="{FE71580B-9410-4883-A9E3-264070983330}"/>
          </ac:spMkLst>
        </pc:spChg>
        <pc:spChg chg="del">
          <ac:chgData name="Romain Rachenne" userId="d05ffb5d262588ec" providerId="LiveId" clId="{CF322D6E-BFD2-4623-864E-E7ECF8D1F27A}" dt="2020-12-11T13:51:39.217" v="467" actId="478"/>
          <ac:spMkLst>
            <pc:docMk/>
            <pc:sldMk cId="2762460005" sldId="361"/>
            <ac:spMk id="3" creationId="{B7C7F487-2B3D-4219-BA9F-178796E690A6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1" creationId="{4E4490D0-3672-446A-AC12-B4830333BDDD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3" creationId="{39CB82C2-DF65-4EC1-8280-F201D50F570B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77" creationId="{5AE6C737-FF55-4064-94B7-0B21D2EB6045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81" creationId="{D8218D9F-38B6-4AE0-9051-5434D19A5277}"/>
          </ac:spMkLst>
        </pc:spChg>
        <pc:spChg chg="add">
          <ac:chgData name="Romain Rachenne" userId="d05ffb5d262588ec" providerId="LiveId" clId="{CF322D6E-BFD2-4623-864E-E7ECF8D1F27A}" dt="2020-12-11T13:51:49.845" v="470" actId="26606"/>
          <ac:spMkLst>
            <pc:docMk/>
            <pc:sldMk cId="2762460005" sldId="361"/>
            <ac:spMk id="83" creationId="{2D3DCA99-84AF-487A-BF72-91C5FA6B0B70}"/>
          </ac:spMkLst>
        </pc:spChg>
        <pc:picChg chg="add mod">
          <ac:chgData name="Romain Rachenne" userId="d05ffb5d262588ec" providerId="LiveId" clId="{CF322D6E-BFD2-4623-864E-E7ECF8D1F27A}" dt="2020-12-11T13:51:49.845" v="470" actId="26606"/>
          <ac:picMkLst>
            <pc:docMk/>
            <pc:sldMk cId="2762460005" sldId="361"/>
            <ac:picMk id="1026" creationId="{08EC1880-7A88-4DF4-A421-3DAD53ACF9DD}"/>
          </ac:picMkLst>
        </pc:picChg>
        <pc:cxnChg chg="add">
          <ac:chgData name="Romain Rachenne" userId="d05ffb5d262588ec" providerId="LiveId" clId="{CF322D6E-BFD2-4623-864E-E7ECF8D1F27A}" dt="2020-12-11T13:51:49.845" v="470" actId="26606"/>
          <ac:cxnSpMkLst>
            <pc:docMk/>
            <pc:sldMk cId="2762460005" sldId="361"/>
            <ac:cxnSpMk id="75" creationId="{7E1D4427-852B-4B37-8E76-0E9F1810BA2A}"/>
          </ac:cxnSpMkLst>
        </pc:cxnChg>
        <pc:cxnChg chg="add">
          <ac:chgData name="Romain Rachenne" userId="d05ffb5d262588ec" providerId="LiveId" clId="{CF322D6E-BFD2-4623-864E-E7ECF8D1F27A}" dt="2020-12-11T13:51:49.845" v="470" actId="26606"/>
          <ac:cxnSpMkLst>
            <pc:docMk/>
            <pc:sldMk cId="2762460005" sldId="361"/>
            <ac:cxnSpMk id="79" creationId="{6B5B1DD8-6224-4137-8621-32982B00F9FC}"/>
          </ac:cxnSpMkLst>
        </pc:cxnChg>
      </pc:sldChg>
      <pc:sldChg chg="addSp delSp modSp new mod">
        <pc:chgData name="Romain Rachenne" userId="d05ffb5d262588ec" providerId="LiveId" clId="{CF322D6E-BFD2-4623-864E-E7ECF8D1F27A}" dt="2020-12-11T13:48:21.469" v="126"/>
        <pc:sldMkLst>
          <pc:docMk/>
          <pc:sldMk cId="898625174" sldId="362"/>
        </pc:sldMkLst>
        <pc:spChg chg="mod">
          <ac:chgData name="Romain Rachenne" userId="d05ffb5d262588ec" providerId="LiveId" clId="{CF322D6E-BFD2-4623-864E-E7ECF8D1F27A}" dt="2020-12-11T13:46:28.013" v="96" actId="20577"/>
          <ac:spMkLst>
            <pc:docMk/>
            <pc:sldMk cId="898625174" sldId="362"/>
            <ac:spMk id="2" creationId="{7645AE51-41D4-4C77-BFAA-6D691F990D7A}"/>
          </ac:spMkLst>
        </pc:spChg>
        <pc:spChg chg="del">
          <ac:chgData name="Romain Rachenne" userId="d05ffb5d262588ec" providerId="LiveId" clId="{CF322D6E-BFD2-4623-864E-E7ECF8D1F27A}" dt="2020-12-11T13:46:30.043" v="97" actId="478"/>
          <ac:spMkLst>
            <pc:docMk/>
            <pc:sldMk cId="898625174" sldId="362"/>
            <ac:spMk id="3" creationId="{100A1C51-FE69-4AE7-9EA5-BFA57948732D}"/>
          </ac:spMkLst>
        </pc:spChg>
        <pc:picChg chg="add mod">
          <ac:chgData name="Romain Rachenne" userId="d05ffb5d262588ec" providerId="LiveId" clId="{CF322D6E-BFD2-4623-864E-E7ECF8D1F27A}" dt="2020-12-11T13:46:43.093" v="100" actId="1076"/>
          <ac:picMkLst>
            <pc:docMk/>
            <pc:sldMk cId="898625174" sldId="362"/>
            <ac:picMk id="5" creationId="{1E7B6DC3-2499-474E-90E3-2147929D35E1}"/>
          </ac:picMkLst>
        </pc:picChg>
        <pc:picChg chg="add mod">
          <ac:chgData name="Romain Rachenne" userId="d05ffb5d262588ec" providerId="LiveId" clId="{CF322D6E-BFD2-4623-864E-E7ECF8D1F27A}" dt="2020-12-11T13:48:16.969" v="124"/>
          <ac:picMkLst>
            <pc:docMk/>
            <pc:sldMk cId="898625174" sldId="362"/>
            <ac:picMk id="6" creationId="{A6B2B02C-C429-4B83-B0E0-C6DA1AA894CA}"/>
          </ac:picMkLst>
        </pc:picChg>
        <pc:picChg chg="add mod">
          <ac:chgData name="Romain Rachenne" userId="d05ffb5d262588ec" providerId="LiveId" clId="{CF322D6E-BFD2-4623-864E-E7ECF8D1F27A}" dt="2020-12-11T13:48:19.250" v="125"/>
          <ac:picMkLst>
            <pc:docMk/>
            <pc:sldMk cId="898625174" sldId="362"/>
            <ac:picMk id="7" creationId="{69DC47F3-14AD-45BC-9B22-C9ECBC5DE16A}"/>
          </ac:picMkLst>
        </pc:picChg>
        <pc:picChg chg="add mod">
          <ac:chgData name="Romain Rachenne" userId="d05ffb5d262588ec" providerId="LiveId" clId="{CF322D6E-BFD2-4623-864E-E7ECF8D1F27A}" dt="2020-12-11T13:48:21.469" v="126"/>
          <ac:picMkLst>
            <pc:docMk/>
            <pc:sldMk cId="898625174" sldId="362"/>
            <ac:picMk id="8" creationId="{D9BDDD9A-9D62-4180-B089-883DA6E3B8A0}"/>
          </ac:picMkLst>
        </pc:picChg>
      </pc:sldChg>
      <pc:sldChg chg="addSp delSp modSp new mod setBg">
        <pc:chgData name="Romain Rachenne" userId="d05ffb5d262588ec" providerId="LiveId" clId="{CF322D6E-BFD2-4623-864E-E7ECF8D1F27A}" dt="2020-12-16T22:09:59.923" v="1287" actId="1076"/>
        <pc:sldMkLst>
          <pc:docMk/>
          <pc:sldMk cId="978875007" sldId="363"/>
        </pc:sldMkLst>
        <pc:spChg chg="mo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2" creationId="{BB0E1512-F607-44DA-B649-3AF76BBE6027}"/>
          </ac:spMkLst>
        </pc:spChg>
        <pc:spChg chg="add del mo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3" creationId="{E48E0D77-80C9-498E-9733-AFEDFBDF8AA5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8" creationId="{CECF0FC6-D57B-48B6-9036-F4FFD91A4B34}"/>
          </ac:spMkLst>
        </pc:spChg>
        <pc:spChg chg="add mod">
          <ac:chgData name="Romain Rachenne" userId="d05ffb5d262588ec" providerId="LiveId" clId="{CF322D6E-BFD2-4623-864E-E7ECF8D1F27A}" dt="2020-12-16T22:09:59.923" v="1287" actId="1076"/>
          <ac:spMkLst>
            <pc:docMk/>
            <pc:sldMk cId="978875007" sldId="363"/>
            <ac:spMk id="9" creationId="{6DA665DB-7E00-4DCB-88F2-0C3A39D6593D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9" creationId="{FB5993E2-C02B-4335-ABA5-D8EC465551E3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10" creationId="{717A211C-5863-4303-AC3D-AEBFDF6D6A4C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11" creationId="{C0B801A2-5622-4BE8-9AD2-C337A2CD0022}"/>
          </ac:spMkLst>
        </pc:spChg>
        <pc:spChg chg="add">
          <ac:chgData name="Romain Rachenne" userId="d05ffb5d262588ec" providerId="LiveId" clId="{CF322D6E-BFD2-4623-864E-E7ECF8D1F27A}" dt="2020-12-13T23:11:01.262" v="996" actId="26606"/>
          <ac:spMkLst>
            <pc:docMk/>
            <pc:sldMk cId="978875007" sldId="363"/>
            <ac:spMk id="12" creationId="{087519CD-2FFF-42E3-BB0C-FEAA828BA5DB}"/>
          </ac:spMkLst>
        </pc:spChg>
        <pc:spChg chg="add del">
          <ac:chgData name="Romain Rachenne" userId="d05ffb5d262588ec" providerId="LiveId" clId="{CF322D6E-BFD2-4623-864E-E7ECF8D1F27A}" dt="2020-12-11T13:50:57.170" v="394" actId="26606"/>
          <ac:spMkLst>
            <pc:docMk/>
            <pc:sldMk cId="978875007" sldId="363"/>
            <ac:spMk id="13" creationId="{B7AF614F-5BC3-4086-99F5-B87C5847A071}"/>
          </ac:spMkLst>
        </pc:spChg>
        <pc:graphicFrameChg chg="add del">
          <ac:chgData name="Romain Rachenne" userId="d05ffb5d262588ec" providerId="LiveId" clId="{CF322D6E-BFD2-4623-864E-E7ECF8D1F27A}" dt="2020-12-11T13:50:57.170" v="394" actId="26606"/>
          <ac:graphicFrameMkLst>
            <pc:docMk/>
            <pc:sldMk cId="978875007" sldId="363"/>
            <ac:graphicFrameMk id="5" creationId="{430EAD09-B587-4127-9462-ED983010100E}"/>
          </ac:graphicFrameMkLst>
        </pc:graphicFrameChg>
        <pc:picChg chg="add mod">
          <ac:chgData name="Romain Rachenne" userId="d05ffb5d262588ec" providerId="LiveId" clId="{CF322D6E-BFD2-4623-864E-E7ECF8D1F27A}" dt="2020-12-16T22:09:48.804" v="1285" actId="1076"/>
          <ac:picMkLst>
            <pc:docMk/>
            <pc:sldMk cId="978875007" sldId="363"/>
            <ac:picMk id="1026" creationId="{67641822-9377-4DA0-903E-BEF41EBB59B8}"/>
          </ac:picMkLst>
        </pc:picChg>
      </pc:sldChg>
      <pc:sldChg chg="addSp delSp modSp add mod setBg delDesignElem">
        <pc:chgData name="Romain Rachenne" userId="d05ffb5d262588ec" providerId="LiveId" clId="{CF322D6E-BFD2-4623-864E-E7ECF8D1F27A}" dt="2020-12-12T08:26:56.862" v="710" actId="478"/>
        <pc:sldMkLst>
          <pc:docMk/>
          <pc:sldMk cId="176205819" sldId="364"/>
        </pc:sldMkLst>
        <pc:spChg chg="del">
          <ac:chgData name="Romain Rachenne" userId="d05ffb5d262588ec" providerId="LiveId" clId="{CF322D6E-BFD2-4623-864E-E7ECF8D1F27A}" dt="2020-12-11T13:55:22.410" v="486" actId="478"/>
          <ac:spMkLst>
            <pc:docMk/>
            <pc:sldMk cId="176205819" sldId="364"/>
            <ac:spMk id="2" creationId="{FE71580B-9410-4883-A9E3-264070983330}"/>
          </ac:spMkLst>
        </pc:spChg>
        <pc:spChg chg="add del mod">
          <ac:chgData name="Romain Rachenne" userId="d05ffb5d262588ec" providerId="LiveId" clId="{CF322D6E-BFD2-4623-864E-E7ECF8D1F27A}" dt="2020-12-12T08:26:56.862" v="710" actId="478"/>
          <ac:spMkLst>
            <pc:docMk/>
            <pc:sldMk cId="176205819" sldId="364"/>
            <ac:spMk id="3" creationId="{4CD7C092-3186-4C7B-9401-149F1B30E29B}"/>
          </ac:spMkLst>
        </pc:spChg>
        <pc:spChg chg="add del mod">
          <ac:chgData name="Romain Rachenne" userId="d05ffb5d262588ec" providerId="LiveId" clId="{CF322D6E-BFD2-4623-864E-E7ECF8D1F27A}" dt="2020-12-11T13:55:26.622" v="487" actId="478"/>
          <ac:spMkLst>
            <pc:docMk/>
            <pc:sldMk cId="176205819" sldId="364"/>
            <ac:spMk id="5" creationId="{433EC059-4574-438E-BF14-06B919346AD0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1" creationId="{4E4490D0-3672-446A-AC12-B4830333BDDD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3" creationId="{39CB82C2-DF65-4EC1-8280-F201D50F570B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77" creationId="{5AE6C737-FF55-4064-94B7-0B21D2EB6045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81" creationId="{D8218D9F-38B6-4AE0-9051-5434D19A5277}"/>
          </ac:spMkLst>
        </pc:spChg>
        <pc:spChg chg="del">
          <ac:chgData name="Romain Rachenne" userId="d05ffb5d262588ec" providerId="LiveId" clId="{CF322D6E-BFD2-4623-864E-E7ECF8D1F27A}" dt="2020-12-11T13:54:47.177" v="472"/>
          <ac:spMkLst>
            <pc:docMk/>
            <pc:sldMk cId="176205819" sldId="364"/>
            <ac:spMk id="83" creationId="{2D3DCA99-84AF-487A-BF72-91C5FA6B0B70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28" creationId="{3DE3B93A-6105-4E0D-ABE7-1711117A80FC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29" creationId="{1924D57B-FEC9-4779-B514-732685B876E8}"/>
          </ac:spMkLst>
        </pc:spChg>
        <pc:spChg chg="add">
          <ac:chgData name="Romain Rachenne" userId="d05ffb5d262588ec" providerId="LiveId" clId="{CF322D6E-BFD2-4623-864E-E7ECF8D1F27A}" dt="2020-12-11T13:55:38.304" v="488" actId="26606"/>
          <ac:spMkLst>
            <pc:docMk/>
            <pc:sldMk cId="176205819" sldId="364"/>
            <ac:spMk id="1030" creationId="{55EFD2BD-6E0E-4450-A3FF-5D1EA322A38B}"/>
          </ac:spMkLst>
        </pc:spChg>
        <pc:picChg chg="mod ord">
          <ac:chgData name="Romain Rachenne" userId="d05ffb5d262588ec" providerId="LiveId" clId="{CF322D6E-BFD2-4623-864E-E7ECF8D1F27A}" dt="2020-12-11T13:55:59.262" v="496" actId="1076"/>
          <ac:picMkLst>
            <pc:docMk/>
            <pc:sldMk cId="176205819" sldId="364"/>
            <ac:picMk id="1026" creationId="{08EC1880-7A88-4DF4-A421-3DAD53ACF9DD}"/>
          </ac:picMkLst>
        </pc:picChg>
        <pc:cxnChg chg="del">
          <ac:chgData name="Romain Rachenne" userId="d05ffb5d262588ec" providerId="LiveId" clId="{CF322D6E-BFD2-4623-864E-E7ECF8D1F27A}" dt="2020-12-11T13:54:47.177" v="472"/>
          <ac:cxnSpMkLst>
            <pc:docMk/>
            <pc:sldMk cId="176205819" sldId="364"/>
            <ac:cxnSpMk id="75" creationId="{7E1D4427-852B-4B37-8E76-0E9F1810BA2A}"/>
          </ac:cxnSpMkLst>
        </pc:cxnChg>
        <pc:cxnChg chg="del">
          <ac:chgData name="Romain Rachenne" userId="d05ffb5d262588ec" providerId="LiveId" clId="{CF322D6E-BFD2-4623-864E-E7ECF8D1F27A}" dt="2020-12-11T13:54:47.177" v="472"/>
          <ac:cxnSpMkLst>
            <pc:docMk/>
            <pc:sldMk cId="176205819" sldId="364"/>
            <ac:cxnSpMk id="79" creationId="{6B5B1DD8-6224-4137-8621-32982B00F9FC}"/>
          </ac:cxnSpMkLst>
        </pc:cxnChg>
      </pc:sldChg>
      <pc:sldChg chg="delSp add del setBg delDesignElem">
        <pc:chgData name="Romain Rachenne" userId="d05ffb5d262588ec" providerId="LiveId" clId="{CF322D6E-BFD2-4623-864E-E7ECF8D1F27A}" dt="2020-12-11T13:55:11.649" v="485" actId="47"/>
        <pc:sldMkLst>
          <pc:docMk/>
          <pc:sldMk cId="39645728" sldId="365"/>
        </pc:sldMkLst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1" creationId="{4E4490D0-3672-446A-AC12-B4830333BDDD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3" creationId="{39CB82C2-DF65-4EC1-8280-F201D50F570B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77" creationId="{5AE6C737-FF55-4064-94B7-0B21D2EB6045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81" creationId="{D8218D9F-38B6-4AE0-9051-5434D19A5277}"/>
          </ac:spMkLst>
        </pc:spChg>
        <pc:spChg chg="del">
          <ac:chgData name="Romain Rachenne" userId="d05ffb5d262588ec" providerId="LiveId" clId="{CF322D6E-BFD2-4623-864E-E7ECF8D1F27A}" dt="2020-12-11T13:55:04.939" v="483"/>
          <ac:spMkLst>
            <pc:docMk/>
            <pc:sldMk cId="39645728" sldId="365"/>
            <ac:spMk id="83" creationId="{2D3DCA99-84AF-487A-BF72-91C5FA6B0B70}"/>
          </ac:spMkLst>
        </pc:spChg>
        <pc:cxnChg chg="del">
          <ac:chgData name="Romain Rachenne" userId="d05ffb5d262588ec" providerId="LiveId" clId="{CF322D6E-BFD2-4623-864E-E7ECF8D1F27A}" dt="2020-12-11T13:55:04.939" v="483"/>
          <ac:cxnSpMkLst>
            <pc:docMk/>
            <pc:sldMk cId="39645728" sldId="365"/>
            <ac:cxnSpMk id="75" creationId="{7E1D4427-852B-4B37-8E76-0E9F1810BA2A}"/>
          </ac:cxnSpMkLst>
        </pc:cxnChg>
        <pc:cxnChg chg="del">
          <ac:chgData name="Romain Rachenne" userId="d05ffb5d262588ec" providerId="LiveId" clId="{CF322D6E-BFD2-4623-864E-E7ECF8D1F27A}" dt="2020-12-11T13:55:04.939" v="483"/>
          <ac:cxnSpMkLst>
            <pc:docMk/>
            <pc:sldMk cId="39645728" sldId="365"/>
            <ac:cxnSpMk id="79" creationId="{6B5B1DD8-6224-4137-8621-32982B00F9FC}"/>
          </ac:cxnSpMkLst>
        </pc:cxnChg>
      </pc:sldChg>
      <pc:sldChg chg="addSp delSp modSp add mod setBg delDesignElem">
        <pc:chgData name="Romain Rachenne" userId="d05ffb5d262588ec" providerId="LiveId" clId="{CF322D6E-BFD2-4623-864E-E7ECF8D1F27A}" dt="2020-12-11T13:56:33.435" v="532" actId="1076"/>
        <pc:sldMkLst>
          <pc:docMk/>
          <pc:sldMk cId="3529238834" sldId="365"/>
        </pc:sldMkLst>
        <pc:spChg chg="add mod">
          <ac:chgData name="Romain Rachenne" userId="d05ffb5d262588ec" providerId="LiveId" clId="{CF322D6E-BFD2-4623-864E-E7ECF8D1F27A}" dt="2020-12-11T13:56:33.435" v="532" actId="1076"/>
          <ac:spMkLst>
            <pc:docMk/>
            <pc:sldMk cId="3529238834" sldId="365"/>
            <ac:spMk id="2" creationId="{0A2538A9-A400-4EEB-82ED-63681933C545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28" creationId="{3DE3B93A-6105-4E0D-ABE7-1711117A80FC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29" creationId="{1924D57B-FEC9-4779-B514-732685B876E8}"/>
          </ac:spMkLst>
        </pc:spChg>
        <pc:spChg chg="del">
          <ac:chgData name="Romain Rachenne" userId="d05ffb5d262588ec" providerId="LiveId" clId="{CF322D6E-BFD2-4623-864E-E7ECF8D1F27A}" dt="2020-12-11T13:56:11.930" v="500"/>
          <ac:spMkLst>
            <pc:docMk/>
            <pc:sldMk cId="3529238834" sldId="365"/>
            <ac:spMk id="1030" creationId="{55EFD2BD-6E0E-4450-A3FF-5D1EA322A38B}"/>
          </ac:spMkLst>
        </pc:spChg>
      </pc:sldChg>
      <pc:sldChg chg="addSp modSp add mod">
        <pc:chgData name="Romain Rachenne" userId="d05ffb5d262588ec" providerId="LiveId" clId="{CF322D6E-BFD2-4623-864E-E7ECF8D1F27A}" dt="2020-12-11T13:56:53.751" v="571" actId="1076"/>
        <pc:sldMkLst>
          <pc:docMk/>
          <pc:sldMk cId="270520830" sldId="366"/>
        </pc:sldMkLst>
        <pc:spChg chg="add mod">
          <ac:chgData name="Romain Rachenne" userId="d05ffb5d262588ec" providerId="LiveId" clId="{CF322D6E-BFD2-4623-864E-E7ECF8D1F27A}" dt="2020-12-11T13:56:53.751" v="571" actId="1076"/>
          <ac:spMkLst>
            <pc:docMk/>
            <pc:sldMk cId="270520830" sldId="366"/>
            <ac:spMk id="4" creationId="{3884519C-5F5E-49CB-A393-EC4FD9C42C8F}"/>
          </ac:spMkLst>
        </pc:spChg>
      </pc:sldChg>
      <pc:sldChg chg="add del">
        <pc:chgData name="Romain Rachenne" userId="d05ffb5d262588ec" providerId="LiveId" clId="{CF322D6E-BFD2-4623-864E-E7ECF8D1F27A}" dt="2020-12-11T13:56:09.522" v="498" actId="47"/>
        <pc:sldMkLst>
          <pc:docMk/>
          <pc:sldMk cId="414550008" sldId="366"/>
        </pc:sldMkLst>
      </pc:sldChg>
      <pc:sldChg chg="addSp modSp add del mod">
        <pc:chgData name="Romain Rachenne" userId="d05ffb5d262588ec" providerId="LiveId" clId="{CF322D6E-BFD2-4623-864E-E7ECF8D1F27A}" dt="2020-12-11T13:58:40.604" v="605" actId="47"/>
        <pc:sldMkLst>
          <pc:docMk/>
          <pc:sldMk cId="1134690457" sldId="367"/>
        </pc:sldMkLst>
        <pc:spChg chg="mod">
          <ac:chgData name="Romain Rachenne" userId="d05ffb5d262588ec" providerId="LiveId" clId="{CF322D6E-BFD2-4623-864E-E7ECF8D1F27A}" dt="2020-12-11T13:57:33.672" v="599" actId="1076"/>
          <ac:spMkLst>
            <pc:docMk/>
            <pc:sldMk cId="1134690457" sldId="367"/>
            <ac:spMk id="2" creationId="{0A2538A9-A400-4EEB-82ED-63681933C545}"/>
          </ac:spMkLst>
        </pc:spChg>
        <pc:spChg chg="mod">
          <ac:chgData name="Romain Rachenne" userId="d05ffb5d262588ec" providerId="LiveId" clId="{CF322D6E-BFD2-4623-864E-E7ECF8D1F27A}" dt="2020-12-11T13:57:36.663" v="600" actId="1076"/>
          <ac:spMkLst>
            <pc:docMk/>
            <pc:sldMk cId="1134690457" sldId="367"/>
            <ac:spMk id="4" creationId="{3884519C-5F5E-49CB-A393-EC4FD9C42C8F}"/>
          </ac:spMkLst>
        </pc:spChg>
        <pc:spChg chg="add mod">
          <ac:chgData name="Romain Rachenne" userId="d05ffb5d262588ec" providerId="LiveId" clId="{CF322D6E-BFD2-4623-864E-E7ECF8D1F27A}" dt="2020-12-11T13:58:20.101" v="601" actId="1076"/>
          <ac:spMkLst>
            <pc:docMk/>
            <pc:sldMk cId="1134690457" sldId="367"/>
            <ac:spMk id="5" creationId="{DE13E299-6EE6-44C0-ACC8-0E1A4C17FE32}"/>
          </ac:spMkLst>
        </pc:spChg>
      </pc:sldChg>
      <pc:sldChg chg="addSp modSp add mod">
        <pc:chgData name="Romain Rachenne" userId="d05ffb5d262588ec" providerId="LiveId" clId="{CF322D6E-BFD2-4623-864E-E7ECF8D1F27A}" dt="2020-12-11T13:58:39.066" v="604" actId="1076"/>
        <pc:sldMkLst>
          <pc:docMk/>
          <pc:sldMk cId="133846150" sldId="368"/>
        </pc:sldMkLst>
        <pc:spChg chg="add mod">
          <ac:chgData name="Romain Rachenne" userId="d05ffb5d262588ec" providerId="LiveId" clId="{CF322D6E-BFD2-4623-864E-E7ECF8D1F27A}" dt="2020-12-11T13:58:39.066" v="604" actId="1076"/>
          <ac:spMkLst>
            <pc:docMk/>
            <pc:sldMk cId="133846150" sldId="368"/>
            <ac:spMk id="6" creationId="{50EDE530-23B8-471A-BCFF-FE1C1B2FB67C}"/>
          </ac:spMkLst>
        </pc:spChg>
      </pc:sldChg>
      <pc:sldChg chg="addSp modSp new mod setBg">
        <pc:chgData name="Romain Rachenne" userId="d05ffb5d262588ec" providerId="LiveId" clId="{CF322D6E-BFD2-4623-864E-E7ECF8D1F27A}" dt="2020-12-16T22:10:51.405" v="1298" actId="1076"/>
        <pc:sldMkLst>
          <pc:docMk/>
          <pc:sldMk cId="2926151205" sldId="369"/>
        </pc:sldMkLst>
        <pc:spChg chg="mod">
          <ac:chgData name="Romain Rachenne" userId="d05ffb5d262588ec" providerId="LiveId" clId="{CF322D6E-BFD2-4623-864E-E7ECF8D1F27A}" dt="2020-12-13T23:10:56.169" v="995" actId="20577"/>
          <ac:spMkLst>
            <pc:docMk/>
            <pc:sldMk cId="2926151205" sldId="369"/>
            <ac:spMk id="2" creationId="{17420C68-16B9-49C7-B77F-DAF8504AF20C}"/>
          </ac:spMkLst>
        </pc:spChg>
        <pc:spChg chg="mod">
          <ac:chgData name="Romain Rachenne" userId="d05ffb5d262588ec" providerId="LiveId" clId="{CF322D6E-BFD2-4623-864E-E7ECF8D1F27A}" dt="2020-12-16T19:21:11.229" v="1226" actId="115"/>
          <ac:spMkLst>
            <pc:docMk/>
            <pc:sldMk cId="2926151205" sldId="369"/>
            <ac:spMk id="3" creationId="{CB7A3A9F-ABAE-4B16-AEEA-58B514D83E4D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8" creationId="{CECF0FC6-D57B-48B6-9036-F4FFD91A4B34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10" creationId="{717A211C-5863-4303-AC3D-AEBFDF6D6A4C}"/>
          </ac:spMkLst>
        </pc:spChg>
        <pc:spChg chg="add mod">
          <ac:chgData name="Romain Rachenne" userId="d05ffb5d262588ec" providerId="LiveId" clId="{CF322D6E-BFD2-4623-864E-E7ECF8D1F27A}" dt="2020-12-16T22:10:51.405" v="1298" actId="1076"/>
          <ac:spMkLst>
            <pc:docMk/>
            <pc:sldMk cId="2926151205" sldId="369"/>
            <ac:spMk id="11" creationId="{1A1C59EA-F08B-46EF-A639-E490F35653EC}"/>
          </ac:spMkLst>
        </pc:spChg>
        <pc:spChg chg="add">
          <ac:chgData name="Romain Rachenne" userId="d05ffb5d262588ec" providerId="LiveId" clId="{CF322D6E-BFD2-4623-864E-E7ECF8D1F27A}" dt="2020-12-12T08:37:08.248" v="844" actId="26606"/>
          <ac:spMkLst>
            <pc:docMk/>
            <pc:sldMk cId="2926151205" sldId="369"/>
            <ac:spMk id="12" creationId="{087519CD-2FFF-42E3-BB0C-FEAA828BA5DB}"/>
          </ac:spMkLst>
        </pc:spChg>
        <pc:picChg chg="add mod">
          <ac:chgData name="Romain Rachenne" userId="d05ffb5d262588ec" providerId="LiveId" clId="{CF322D6E-BFD2-4623-864E-E7ECF8D1F27A}" dt="2020-12-16T22:10:09.437" v="1289" actId="14100"/>
          <ac:picMkLst>
            <pc:docMk/>
            <pc:sldMk cId="2926151205" sldId="369"/>
            <ac:picMk id="7" creationId="{99C61B0A-A8EE-4829-966E-25BF9D9E2A2B}"/>
          </ac:picMkLst>
        </pc:picChg>
        <pc:picChg chg="add mod">
          <ac:chgData name="Romain Rachenne" userId="d05ffb5d262588ec" providerId="LiveId" clId="{CF322D6E-BFD2-4623-864E-E7ECF8D1F27A}" dt="2020-12-16T22:10:42.107" v="1295" actId="1076"/>
          <ac:picMkLst>
            <pc:docMk/>
            <pc:sldMk cId="2926151205" sldId="369"/>
            <ac:picMk id="2050" creationId="{321FCFE3-FAA5-4415-917E-16D1F3D72F52}"/>
          </ac:picMkLst>
        </pc:picChg>
      </pc:sldChg>
      <pc:sldChg chg="delSp add setBg delDesignElem">
        <pc:chgData name="Romain Rachenne" userId="d05ffb5d262588ec" providerId="LiveId" clId="{CF322D6E-BFD2-4623-864E-E7ECF8D1F27A}" dt="2020-12-12T08:26:53.858" v="709"/>
        <pc:sldMkLst>
          <pc:docMk/>
          <pc:sldMk cId="127786757" sldId="370"/>
        </pc:sldMkLst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28" creationId="{3DE3B93A-6105-4E0D-ABE7-1711117A80FC}"/>
          </ac:spMkLst>
        </pc:spChg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29" creationId="{1924D57B-FEC9-4779-B514-732685B876E8}"/>
          </ac:spMkLst>
        </pc:spChg>
        <pc:spChg chg="del">
          <ac:chgData name="Romain Rachenne" userId="d05ffb5d262588ec" providerId="LiveId" clId="{CF322D6E-BFD2-4623-864E-E7ECF8D1F27A}" dt="2020-12-12T08:26:53.858" v="709"/>
          <ac:spMkLst>
            <pc:docMk/>
            <pc:sldMk cId="127786757" sldId="370"/>
            <ac:spMk id="1030" creationId="{55EFD2BD-6E0E-4450-A3FF-5D1EA322A38B}"/>
          </ac:spMkLst>
        </pc:spChg>
      </pc:sldChg>
      <pc:sldChg chg="addSp delSp modSp new del mod ord">
        <pc:chgData name="Romain Rachenne" userId="d05ffb5d262588ec" providerId="LiveId" clId="{CF322D6E-BFD2-4623-864E-E7ECF8D1F27A}" dt="2020-12-13T23:14:22.703" v="1129" actId="47"/>
        <pc:sldMkLst>
          <pc:docMk/>
          <pc:sldMk cId="857545438" sldId="371"/>
        </pc:sldMkLst>
        <pc:spChg chg="mod">
          <ac:chgData name="Romain Rachenne" userId="d05ffb5d262588ec" providerId="LiveId" clId="{CF322D6E-BFD2-4623-864E-E7ECF8D1F27A}" dt="2020-12-13T23:12:03.185" v="1022" actId="20577"/>
          <ac:spMkLst>
            <pc:docMk/>
            <pc:sldMk cId="857545438" sldId="371"/>
            <ac:spMk id="2" creationId="{846570B3-D119-4384-A0BA-74C1D4070C96}"/>
          </ac:spMkLst>
        </pc:spChg>
        <pc:spChg chg="del">
          <ac:chgData name="Romain Rachenne" userId="d05ffb5d262588ec" providerId="LiveId" clId="{CF322D6E-BFD2-4623-864E-E7ECF8D1F27A}" dt="2020-12-12T08:35:22.910" v="747" actId="22"/>
          <ac:spMkLst>
            <pc:docMk/>
            <pc:sldMk cId="857545438" sldId="371"/>
            <ac:spMk id="3" creationId="{8E8C5E50-6FB9-4C86-8319-7CB6D680655D}"/>
          </ac:spMkLst>
        </pc:spChg>
        <pc:picChg chg="add mod ord">
          <ac:chgData name="Romain Rachenne" userId="d05ffb5d262588ec" providerId="LiveId" clId="{CF322D6E-BFD2-4623-864E-E7ECF8D1F27A}" dt="2020-12-12T08:35:27.218" v="749" actId="1076"/>
          <ac:picMkLst>
            <pc:docMk/>
            <pc:sldMk cId="857545438" sldId="371"/>
            <ac:picMk id="5" creationId="{88A2B33F-03F1-4433-9AE2-5F48062C2FA5}"/>
          </ac:picMkLst>
        </pc:picChg>
      </pc:sldChg>
      <pc:sldChg chg="new del">
        <pc:chgData name="Romain Rachenne" userId="d05ffb5d262588ec" providerId="LiveId" clId="{CF322D6E-BFD2-4623-864E-E7ECF8D1F27A}" dt="2020-12-13T23:13:06.012" v="1082" actId="47"/>
        <pc:sldMkLst>
          <pc:docMk/>
          <pc:sldMk cId="1330143955" sldId="372"/>
        </pc:sldMkLst>
      </pc:sldChg>
      <pc:sldChg chg="addSp delSp modSp new mod ord">
        <pc:chgData name="Romain Rachenne" userId="d05ffb5d262588ec" providerId="LiveId" clId="{CF322D6E-BFD2-4623-864E-E7ECF8D1F27A}" dt="2020-12-13T23:13:31.968" v="1119" actId="113"/>
        <pc:sldMkLst>
          <pc:docMk/>
          <pc:sldMk cId="2723624683" sldId="373"/>
        </pc:sldMkLst>
        <pc:spChg chg="mod">
          <ac:chgData name="Romain Rachenne" userId="d05ffb5d262588ec" providerId="LiveId" clId="{CF322D6E-BFD2-4623-864E-E7ECF8D1F27A}" dt="2020-12-12T08:37:22.432" v="869" actId="20577"/>
          <ac:spMkLst>
            <pc:docMk/>
            <pc:sldMk cId="2723624683" sldId="373"/>
            <ac:spMk id="2" creationId="{CFFA8395-6896-4188-88AC-D4D7A6E5B4D2}"/>
          </ac:spMkLst>
        </pc:spChg>
        <pc:spChg chg="del">
          <ac:chgData name="Romain Rachenne" userId="d05ffb5d262588ec" providerId="LiveId" clId="{CF322D6E-BFD2-4623-864E-E7ECF8D1F27A}" dt="2020-12-12T08:37:26.860" v="870" actId="3680"/>
          <ac:spMkLst>
            <pc:docMk/>
            <pc:sldMk cId="2723624683" sldId="373"/>
            <ac:spMk id="3" creationId="{4D5E4F0C-4479-44A8-81ED-C586A7E1F3ED}"/>
          </ac:spMkLst>
        </pc:spChg>
        <pc:spChg chg="add mod">
          <ac:chgData name="Romain Rachenne" userId="d05ffb5d262588ec" providerId="LiveId" clId="{CF322D6E-BFD2-4623-864E-E7ECF8D1F27A}" dt="2020-12-13T23:13:31.968" v="1119" actId="113"/>
          <ac:spMkLst>
            <pc:docMk/>
            <pc:sldMk cId="2723624683" sldId="373"/>
            <ac:spMk id="10" creationId="{81C297CD-BADE-4062-9DD2-6432E17EAA85}"/>
          </ac:spMkLst>
        </pc:spChg>
        <pc:graphicFrameChg chg="add del mod ord modGraphic">
          <ac:chgData name="Romain Rachenne" userId="d05ffb5d262588ec" providerId="LiveId" clId="{CF322D6E-BFD2-4623-864E-E7ECF8D1F27A}" dt="2020-12-12T08:38:34.508" v="922" actId="478"/>
          <ac:graphicFrameMkLst>
            <pc:docMk/>
            <pc:sldMk cId="2723624683" sldId="373"/>
            <ac:graphicFrameMk id="4" creationId="{8B46265E-28BC-48AB-AF1D-7C006D10D097}"/>
          </ac:graphicFrameMkLst>
        </pc:graphicFrameChg>
        <pc:picChg chg="add mod">
          <ac:chgData name="Romain Rachenne" userId="d05ffb5d262588ec" providerId="LiveId" clId="{CF322D6E-BFD2-4623-864E-E7ECF8D1F27A}" dt="2020-12-13T23:09:57.683" v="978" actId="1076"/>
          <ac:picMkLst>
            <pc:docMk/>
            <pc:sldMk cId="2723624683" sldId="373"/>
            <ac:picMk id="4" creationId="{46838A37-5E83-449B-B73D-BDC6D54C4B0E}"/>
          </ac:picMkLst>
        </pc:picChg>
        <pc:picChg chg="add del mod">
          <ac:chgData name="Romain Rachenne" userId="d05ffb5d262588ec" providerId="LiveId" clId="{CF322D6E-BFD2-4623-864E-E7ECF8D1F27A}" dt="2020-12-12T08:38:05.720" v="887" actId="21"/>
          <ac:picMkLst>
            <pc:docMk/>
            <pc:sldMk cId="2723624683" sldId="373"/>
            <ac:picMk id="6" creationId="{DECD3471-DA23-4F54-97A6-B22762FE552A}"/>
          </ac:picMkLst>
        </pc:picChg>
        <pc:picChg chg="add del mod">
          <ac:chgData name="Romain Rachenne" userId="d05ffb5d262588ec" providerId="LiveId" clId="{CF322D6E-BFD2-4623-864E-E7ECF8D1F27A}" dt="2020-12-12T08:38:07.620" v="889"/>
          <ac:picMkLst>
            <pc:docMk/>
            <pc:sldMk cId="2723624683" sldId="373"/>
            <ac:picMk id="7" creationId="{169C2217-8DFB-4D8E-86F7-48224CCE7E42}"/>
          </ac:picMkLst>
        </pc:picChg>
        <pc:picChg chg="add mod">
          <ac:chgData name="Romain Rachenne" userId="d05ffb5d262588ec" providerId="LiveId" clId="{CF322D6E-BFD2-4623-864E-E7ECF8D1F27A}" dt="2020-12-12T14:27:49.686" v="976" actId="1076"/>
          <ac:picMkLst>
            <pc:docMk/>
            <pc:sldMk cId="2723624683" sldId="373"/>
            <ac:picMk id="8" creationId="{9DCE3508-FECF-4C91-B347-B3CA7076C947}"/>
          </ac:picMkLst>
        </pc:picChg>
      </pc:sldChg>
      <pc:sldChg chg="addSp delSp modSp add mod setBg delDesignElem">
        <pc:chgData name="Romain Rachenne" userId="d05ffb5d262588ec" providerId="LiveId" clId="{CF322D6E-BFD2-4623-864E-E7ECF8D1F27A}" dt="2020-12-16T22:12:15.584" v="1327" actId="20577"/>
        <pc:sldMkLst>
          <pc:docMk/>
          <pc:sldMk cId="414093608" sldId="374"/>
        </pc:sldMkLst>
        <pc:spChg chg="mod">
          <ac:chgData name="Romain Rachenne" userId="d05ffb5d262588ec" providerId="LiveId" clId="{CF322D6E-BFD2-4623-864E-E7ECF8D1F27A}" dt="2020-12-13T23:11:10.260" v="999" actId="20577"/>
          <ac:spMkLst>
            <pc:docMk/>
            <pc:sldMk cId="414093608" sldId="374"/>
            <ac:spMk id="2" creationId="{17420C68-16B9-49C7-B77F-DAF8504AF20C}"/>
          </ac:spMkLst>
        </pc:spChg>
        <pc:spChg chg="mod">
          <ac:chgData name="Romain Rachenne" userId="d05ffb5d262588ec" providerId="LiveId" clId="{CF322D6E-BFD2-4623-864E-E7ECF8D1F27A}" dt="2020-12-16T22:12:15.584" v="1327" actId="20577"/>
          <ac:spMkLst>
            <pc:docMk/>
            <pc:sldMk cId="414093608" sldId="374"/>
            <ac:spMk id="3" creationId="{CB7A3A9F-ABAE-4B16-AEEA-58B514D83E4D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5" creationId="{CECF0FC6-D57B-48B6-9036-F4FFD91A4B34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6" creationId="{717A211C-5863-4303-AC3D-AEBFDF6D6A4C}"/>
          </ac:spMkLst>
        </pc:spChg>
        <pc:spChg chg="add">
          <ac:chgData name="Romain Rachenne" userId="d05ffb5d262588ec" providerId="LiveId" clId="{CF322D6E-BFD2-4623-864E-E7ECF8D1F27A}" dt="2020-12-13T23:11:07.291" v="997" actId="26606"/>
          <ac:spMkLst>
            <pc:docMk/>
            <pc:sldMk cId="414093608" sldId="374"/>
            <ac:spMk id="7" creationId="{087519CD-2FFF-42E3-BB0C-FEAA828BA5DB}"/>
          </ac:spMkLst>
        </pc:spChg>
        <pc:spChg chg="add mod">
          <ac:chgData name="Romain Rachenne" userId="d05ffb5d262588ec" providerId="LiveId" clId="{CF322D6E-BFD2-4623-864E-E7ECF8D1F27A}" dt="2020-12-16T22:11:19.855" v="1306" actId="1076"/>
          <ac:spMkLst>
            <pc:docMk/>
            <pc:sldMk cId="414093608" sldId="374"/>
            <ac:spMk id="8" creationId="{862DE720-BB9A-4B26-AEAB-2D8A3A552BA0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8" creationId="{CECF0FC6-D57B-48B6-9036-F4FFD91A4B34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10" creationId="{717A211C-5863-4303-AC3D-AEBFDF6D6A4C}"/>
          </ac:spMkLst>
        </pc:spChg>
        <pc:spChg chg="add mod">
          <ac:chgData name="Romain Rachenne" userId="d05ffb5d262588ec" providerId="LiveId" clId="{CF322D6E-BFD2-4623-864E-E7ECF8D1F27A}" dt="2020-12-16T22:11:58.938" v="1317" actId="1076"/>
          <ac:spMkLst>
            <pc:docMk/>
            <pc:sldMk cId="414093608" sldId="374"/>
            <ac:spMk id="11" creationId="{45304336-5740-4C2E-B6B8-42B6A83B5CCF}"/>
          </ac:spMkLst>
        </pc:spChg>
        <pc:spChg chg="del">
          <ac:chgData name="Romain Rachenne" userId="d05ffb5d262588ec" providerId="LiveId" clId="{CF322D6E-BFD2-4623-864E-E7ECF8D1F27A}" dt="2020-12-13T23:10:15.663" v="980"/>
          <ac:spMkLst>
            <pc:docMk/>
            <pc:sldMk cId="414093608" sldId="374"/>
            <ac:spMk id="12" creationId="{087519CD-2FFF-42E3-BB0C-FEAA828BA5DB}"/>
          </ac:spMkLst>
        </pc:spChg>
        <pc:picChg chg="add mod">
          <ac:chgData name="Romain Rachenne" userId="d05ffb5d262588ec" providerId="LiveId" clId="{CF322D6E-BFD2-4623-864E-E7ECF8D1F27A}" dt="2020-12-16T22:11:51.496" v="1315" actId="1076"/>
          <ac:picMkLst>
            <pc:docMk/>
            <pc:sldMk cId="414093608" sldId="374"/>
            <ac:picMk id="3074" creationId="{A7DD52AF-9077-458D-B686-FF45F4CAE005}"/>
          </ac:picMkLst>
        </pc:picChg>
        <pc:picChg chg="add mod">
          <ac:chgData name="Romain Rachenne" userId="d05ffb5d262588ec" providerId="LiveId" clId="{CF322D6E-BFD2-4623-864E-E7ECF8D1F27A}" dt="2020-12-16T22:11:54.099" v="1316" actId="14100"/>
          <ac:picMkLst>
            <pc:docMk/>
            <pc:sldMk cId="414093608" sldId="374"/>
            <ac:picMk id="3076" creationId="{EB531B4D-5F07-4A1E-8C57-BAB620A2F891}"/>
          </ac:picMkLst>
        </pc:picChg>
      </pc:sldChg>
      <pc:sldChg chg="addSp delSp modSp new mod ord setBg">
        <pc:chgData name="Romain Rachenne" userId="d05ffb5d262588ec" providerId="LiveId" clId="{CF322D6E-BFD2-4623-864E-E7ECF8D1F27A}" dt="2020-12-13T23:13:46.501" v="1120" actId="26606"/>
        <pc:sldMkLst>
          <pc:docMk/>
          <pc:sldMk cId="1458452696" sldId="375"/>
        </pc:sldMkLst>
        <pc:spChg chg="mo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" creationId="{E29A7418-3DD6-4544-B3A5-A741128A65A6}"/>
          </ac:spMkLst>
        </pc:spChg>
        <pc:spChg chg="mo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" creationId="{37DF7E83-EB5C-4677-A2C7-02AA6140C7D7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0" creationId="{52ABB703-2B0E-4C3B-B4A2-F3973548E561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4" creationId="{E95DA498-D9A2-4DA9-B9DA-B3776E08CF7E}"/>
          </ac:spMkLst>
        </pc:spChg>
        <pc:spChg chg="add del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16" creationId="{82A73093-4B9D-420D-B17E-52293703A1D4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1" creationId="{52C0B2E1-0268-42EC-ABD3-94F81A05BCBD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3" creationId="{7D2256B4-48EA-40FC-BBC0-AA1EE6E0080C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27" creationId="{8C6E698C-8155-4B8B-BDC9-B7299772B509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1" creationId="{8A549DE7-671D-4575-AF43-858FD99981CF}"/>
          </ac:spMkLst>
        </pc:spChg>
        <pc:spChg chg="add">
          <ac:chgData name="Romain Rachenne" userId="d05ffb5d262588ec" providerId="LiveId" clId="{CF322D6E-BFD2-4623-864E-E7ECF8D1F27A}" dt="2020-12-13T23:13:46.501" v="1120" actId="26606"/>
          <ac:spMkLst>
            <pc:docMk/>
            <pc:sldMk cId="1458452696" sldId="375"/>
            <ac:spMk id="33" creationId="{C22D9B36-9BE7-472B-8808-7E0D6810738F}"/>
          </ac:spMkLst>
        </pc:spChg>
        <pc:picChg chg="add del">
          <ac:chgData name="Romain Rachenne" userId="d05ffb5d262588ec" providerId="LiveId" clId="{CF322D6E-BFD2-4623-864E-E7ECF8D1F27A}" dt="2020-12-13T23:12:35.378" v="1059" actId="478"/>
          <ac:picMkLst>
            <pc:docMk/>
            <pc:sldMk cId="1458452696" sldId="375"/>
            <ac:picMk id="7" creationId="{AB85E0D2-476A-46B7-B0A8-AE417E26649E}"/>
          </ac:picMkLst>
        </pc:picChg>
        <pc:cxnChg chg="add del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12" creationId="{9C21570E-E159-49A6-9891-FA397B7A92D3}"/>
          </ac:cxnSpMkLst>
        </pc:cxnChg>
        <pc:cxnChg chg="add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25" creationId="{3D44BCCA-102D-4A9D-B1E4-2450CAF0B05E}"/>
          </ac:cxnSpMkLst>
        </pc:cxnChg>
        <pc:cxnChg chg="add">
          <ac:chgData name="Romain Rachenne" userId="d05ffb5d262588ec" providerId="LiveId" clId="{CF322D6E-BFD2-4623-864E-E7ECF8D1F27A}" dt="2020-12-13T23:13:46.501" v="1120" actId="26606"/>
          <ac:cxnSpMkLst>
            <pc:docMk/>
            <pc:sldMk cId="1458452696" sldId="375"/>
            <ac:cxnSpMk id="29" creationId="{09525C9A-1972-4836-BA7A-706C946EF4DA}"/>
          </ac:cxnSpMkLst>
        </pc:cxnChg>
      </pc:sldChg>
      <pc:sldChg chg="modSp new del mod">
        <pc:chgData name="Romain Rachenne" userId="d05ffb5d262588ec" providerId="LiveId" clId="{CF322D6E-BFD2-4623-864E-E7ECF8D1F27A}" dt="2020-12-13T23:11:33.473" v="1008" actId="47"/>
        <pc:sldMkLst>
          <pc:docMk/>
          <pc:sldMk cId="2963136432" sldId="375"/>
        </pc:sldMkLst>
        <pc:spChg chg="mod">
          <ac:chgData name="Romain Rachenne" userId="d05ffb5d262588ec" providerId="LiveId" clId="{CF322D6E-BFD2-4623-864E-E7ECF8D1F27A}" dt="2020-12-13T23:11:29.146" v="1007" actId="20577"/>
          <ac:spMkLst>
            <pc:docMk/>
            <pc:sldMk cId="2963136432" sldId="375"/>
            <ac:spMk id="2" creationId="{1749714E-685C-48CE-97A4-FCC958B29CA3}"/>
          </ac:spMkLst>
        </pc:spChg>
      </pc:sldChg>
      <pc:sldChg chg="addSp delSp modSp add mod">
        <pc:chgData name="Romain Rachenne" userId="d05ffb5d262588ec" providerId="LiveId" clId="{CF322D6E-BFD2-4623-864E-E7ECF8D1F27A}" dt="2020-12-13T23:14:16.245" v="1128" actId="20577"/>
        <pc:sldMkLst>
          <pc:docMk/>
          <pc:sldMk cId="116491300" sldId="376"/>
        </pc:sldMkLst>
        <pc:spChg chg="mod">
          <ac:chgData name="Romain Rachenne" userId="d05ffb5d262588ec" providerId="LiveId" clId="{CF322D6E-BFD2-4623-864E-E7ECF8D1F27A}" dt="2020-12-13T23:14:16.245" v="1128" actId="20577"/>
          <ac:spMkLst>
            <pc:docMk/>
            <pc:sldMk cId="116491300" sldId="376"/>
            <ac:spMk id="2" creationId="{E29A7418-3DD6-4544-B3A5-A741128A65A6}"/>
          </ac:spMkLst>
        </pc:spChg>
        <pc:spChg chg="del mod">
          <ac:chgData name="Romain Rachenne" userId="d05ffb5d262588ec" providerId="LiveId" clId="{CF322D6E-BFD2-4623-864E-E7ECF8D1F27A}" dt="2020-12-13T23:14:13.839" v="1126" actId="22"/>
          <ac:spMkLst>
            <pc:docMk/>
            <pc:sldMk cId="116491300" sldId="376"/>
            <ac:spMk id="3" creationId="{37DF7E83-EB5C-4677-A2C7-02AA6140C7D7}"/>
          </ac:spMkLst>
        </pc:spChg>
        <pc:picChg chg="add mod ord">
          <ac:chgData name="Romain Rachenne" userId="d05ffb5d262588ec" providerId="LiveId" clId="{CF322D6E-BFD2-4623-864E-E7ECF8D1F27A}" dt="2020-12-13T23:14:13.839" v="1126" actId="22"/>
          <ac:picMkLst>
            <pc:docMk/>
            <pc:sldMk cId="116491300" sldId="376"/>
            <ac:picMk id="5" creationId="{B7E2A564-964E-4FB5-B321-777221CA5B36}"/>
          </ac:picMkLst>
        </pc:picChg>
        <pc:picChg chg="add del mod">
          <ac:chgData name="Romain Rachenne" userId="d05ffb5d262588ec" providerId="LiveId" clId="{CF322D6E-BFD2-4623-864E-E7ECF8D1F27A}" dt="2020-12-13T23:14:10.387" v="1124" actId="478"/>
          <ac:picMkLst>
            <pc:docMk/>
            <pc:sldMk cId="116491300" sldId="376"/>
            <ac:picMk id="11" creationId="{990C38FD-D5A2-42AF-BFA1-55C5B0DFA075}"/>
          </ac:picMkLst>
        </pc:picChg>
      </pc:sldChg>
      <pc:sldChg chg="addSp delSp modSp new mod setBg">
        <pc:chgData name="Romain Rachenne" userId="d05ffb5d262588ec" providerId="LiveId" clId="{CF322D6E-BFD2-4623-864E-E7ECF8D1F27A}" dt="2020-12-16T22:14:04.251" v="1403" actId="15"/>
        <pc:sldMkLst>
          <pc:docMk/>
          <pc:sldMk cId="416820420" sldId="377"/>
        </pc:sldMkLst>
        <pc:spChg chg="add del">
          <ac:chgData name="Romain Rachenne" userId="d05ffb5d262588ec" providerId="LiveId" clId="{CF322D6E-BFD2-4623-864E-E7ECF8D1F27A}" dt="2020-12-16T22:13:06.701" v="1332" actId="26606"/>
          <ac:spMkLst>
            <pc:docMk/>
            <pc:sldMk cId="416820420" sldId="377"/>
            <ac:spMk id="2" creationId="{8B668AB9-6D6B-4CB6-A63A-AF8CC4C0B654}"/>
          </ac:spMkLst>
        </pc:spChg>
        <pc:spChg chg="add del">
          <ac:chgData name="Romain Rachenne" userId="d05ffb5d262588ec" providerId="LiveId" clId="{CF322D6E-BFD2-4623-864E-E7ECF8D1F27A}" dt="2020-12-16T22:13:06.701" v="1332" actId="26606"/>
          <ac:spMkLst>
            <pc:docMk/>
            <pc:sldMk cId="416820420" sldId="377"/>
            <ac:spMk id="3" creationId="{0D20570F-7B77-4CB4-9978-F7AD2A7BA526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1" creationId="{C2579DAE-C141-48DB-810E-C070C300819E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3" creationId="{02FD90C3-6350-4D5B-9738-6E94EDF30F74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5" creationId="{41497DE5-0939-4D1D-9350-0C5E1B209C68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7" creationId="{5CCC70ED-6C63-4537-B7EB-51990D6C0A6F}"/>
          </ac:spMkLst>
        </pc:spChg>
        <pc:spChg chg="add del">
          <ac:chgData name="Romain Rachenne" userId="d05ffb5d262588ec" providerId="LiveId" clId="{CF322D6E-BFD2-4623-864E-E7ECF8D1F27A}" dt="2020-12-16T22:13:42.353" v="1392" actId="26606"/>
          <ac:spMkLst>
            <pc:docMk/>
            <pc:sldMk cId="416820420" sldId="377"/>
            <ac:spMk id="78" creationId="{5CF81D86-BDBA-477C-B7DD-8D359BB9965B}"/>
          </ac:spMkLst>
        </pc:spChg>
        <pc:spChg chg="add del">
          <ac:chgData name="Romain Rachenne" userId="d05ffb5d262588ec" providerId="LiveId" clId="{CF322D6E-BFD2-4623-864E-E7ECF8D1F27A}" dt="2020-12-16T22:13:06.684" v="1331" actId="26606"/>
          <ac:spMkLst>
            <pc:docMk/>
            <pc:sldMk cId="416820420" sldId="377"/>
            <ac:spMk id="79" creationId="{B76E24C1-2968-40DC-A36E-F6B85F0F0752}"/>
          </ac:spMkLst>
        </pc:spChg>
        <pc:spChg chg="add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81" creationId="{10162E77-11AD-44A7-84EC-40C59EEFBD2E}"/>
          </ac:spMkLst>
        </pc:spChg>
        <pc:spChg chg="add del">
          <ac:chgData name="Romain Rachenne" userId="d05ffb5d262588ec" providerId="LiveId" clId="{CF322D6E-BFD2-4623-864E-E7ECF8D1F27A}" dt="2020-12-16T22:13:42.353" v="1392" actId="26606"/>
          <ac:spMkLst>
            <pc:docMk/>
            <pc:sldMk cId="416820420" sldId="377"/>
            <ac:spMk id="82" creationId="{88AA064E-5F6E-4024-BC28-EDDC3DFC70E1}"/>
          </ac:spMkLst>
        </pc:spChg>
        <pc:spChg chg="add del">
          <ac:chgData name="Romain Rachenne" userId="d05ffb5d262588ec" providerId="LiveId" clId="{CF322D6E-BFD2-4623-864E-E7ECF8D1F27A}" dt="2020-12-16T22:13:42.353" v="1392" actId="26606"/>
          <ac:spMkLst>
            <pc:docMk/>
            <pc:sldMk cId="416820420" sldId="377"/>
            <ac:spMk id="84" creationId="{03B29638-4838-4B9B-B9DB-96E542BAF3E6}"/>
          </ac:spMkLst>
        </pc:spChg>
        <pc:spChg chg="add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85" creationId="{6329CBCE-21AE-419D-AC1F-8ACF510A6670}"/>
          </ac:spMkLst>
        </pc:spChg>
        <pc:spChg chg="add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87" creationId="{FF2DA012-1414-493D-888F-5D99D0BDA322}"/>
          </ac:spMkLst>
        </pc:spChg>
        <pc:spChg chg="add del">
          <ac:chgData name="Romain Rachenne" userId="d05ffb5d262588ec" providerId="LiveId" clId="{CF322D6E-BFD2-4623-864E-E7ECF8D1F27A}" dt="2020-12-16T22:13:43.502" v="1395" actId="26606"/>
          <ac:spMkLst>
            <pc:docMk/>
            <pc:sldMk cId="416820420" sldId="377"/>
            <ac:spMk id="4100" creationId="{5CF81D86-BDBA-477C-B7DD-8D359BB9965B}"/>
          </ac:spMkLst>
        </pc:spChg>
        <pc:spChg chg="add del">
          <ac:chgData name="Romain Rachenne" userId="d05ffb5d262588ec" providerId="LiveId" clId="{CF322D6E-BFD2-4623-864E-E7ECF8D1F27A}" dt="2020-12-16T22:13:08.233" v="1333" actId="478"/>
          <ac:spMkLst>
            <pc:docMk/>
            <pc:sldMk cId="416820420" sldId="377"/>
            <ac:spMk id="4101" creationId="{8B668AB9-6D6B-4CB6-A63A-AF8CC4C0B654}"/>
          </ac:spMkLst>
        </pc:spChg>
        <pc:spChg chg="add del mod ord">
          <ac:chgData name="Romain Rachenne" userId="d05ffb5d262588ec" providerId="LiveId" clId="{CF322D6E-BFD2-4623-864E-E7ECF8D1F27A}" dt="2020-12-16T22:14:04.251" v="1403" actId="15"/>
          <ac:spMkLst>
            <pc:docMk/>
            <pc:sldMk cId="416820420" sldId="377"/>
            <ac:spMk id="4103" creationId="{0D20570F-7B77-4CB4-9978-F7AD2A7BA526}"/>
          </ac:spMkLst>
        </pc:spChg>
        <pc:spChg chg="add del">
          <ac:chgData name="Romain Rachenne" userId="d05ffb5d262588ec" providerId="LiveId" clId="{CF322D6E-BFD2-4623-864E-E7ECF8D1F27A}" dt="2020-12-16T22:13:43.502" v="1395" actId="26606"/>
          <ac:spMkLst>
            <pc:docMk/>
            <pc:sldMk cId="416820420" sldId="377"/>
            <ac:spMk id="4104" creationId="{88AA064E-5F6E-4024-BC28-EDDC3DFC70E1}"/>
          </ac:spMkLst>
        </pc:spChg>
        <pc:spChg chg="add del">
          <ac:chgData name="Romain Rachenne" userId="d05ffb5d262588ec" providerId="LiveId" clId="{CF322D6E-BFD2-4623-864E-E7ECF8D1F27A}" dt="2020-12-16T22:13:43.502" v="1395" actId="26606"/>
          <ac:spMkLst>
            <pc:docMk/>
            <pc:sldMk cId="416820420" sldId="377"/>
            <ac:spMk id="4105" creationId="{03B29638-4838-4B9B-B9DB-96E542BAF3E6}"/>
          </ac:spMkLst>
        </pc:spChg>
        <pc:spChg chg="add del">
          <ac:chgData name="Romain Rachenne" userId="d05ffb5d262588ec" providerId="LiveId" clId="{CF322D6E-BFD2-4623-864E-E7ECF8D1F27A}" dt="2020-12-16T22:13:50.410" v="1396" actId="26606"/>
          <ac:spMkLst>
            <pc:docMk/>
            <pc:sldMk cId="416820420" sldId="377"/>
            <ac:spMk id="4107" creationId="{990D0034-F768-41E7-85D4-F38C4DE85770}"/>
          </ac:spMkLst>
        </pc:spChg>
        <pc:picChg chg="add mod ord">
          <ac:chgData name="Romain Rachenne" userId="d05ffb5d262588ec" providerId="LiveId" clId="{CF322D6E-BFD2-4623-864E-E7ECF8D1F27A}" dt="2020-12-16T22:13:50.410" v="1396" actId="26606"/>
          <ac:picMkLst>
            <pc:docMk/>
            <pc:sldMk cId="416820420" sldId="377"/>
            <ac:picMk id="4098" creationId="{5733924A-1216-40F7-9FFF-AC3253CB3918}"/>
          </ac:picMkLst>
        </pc:picChg>
        <pc:cxnChg chg="add del">
          <ac:chgData name="Romain Rachenne" userId="d05ffb5d262588ec" providerId="LiveId" clId="{CF322D6E-BFD2-4623-864E-E7ECF8D1F27A}" dt="2020-12-16T22:13:42.353" v="1392" actId="26606"/>
          <ac:cxnSpMkLst>
            <pc:docMk/>
            <pc:sldMk cId="416820420" sldId="377"/>
            <ac:cxnSpMk id="80" creationId="{C65F3E9C-EF11-4F8F-A621-399C7A3E6401}"/>
          </ac:cxnSpMkLst>
        </pc:cxnChg>
        <pc:cxnChg chg="add">
          <ac:chgData name="Romain Rachenne" userId="d05ffb5d262588ec" providerId="LiveId" clId="{CF322D6E-BFD2-4623-864E-E7ECF8D1F27A}" dt="2020-12-16T22:13:50.410" v="1396" actId="26606"/>
          <ac:cxnSpMkLst>
            <pc:docMk/>
            <pc:sldMk cId="416820420" sldId="377"/>
            <ac:cxnSpMk id="83" creationId="{5AB158E9-1B40-4CD6-95F0-95CA11DF7B7A}"/>
          </ac:cxnSpMkLst>
        </pc:cxnChg>
        <pc:cxnChg chg="add del">
          <ac:chgData name="Romain Rachenne" userId="d05ffb5d262588ec" providerId="LiveId" clId="{CF322D6E-BFD2-4623-864E-E7ECF8D1F27A}" dt="2020-12-16T22:13:43.502" v="1395" actId="26606"/>
          <ac:cxnSpMkLst>
            <pc:docMk/>
            <pc:sldMk cId="416820420" sldId="377"/>
            <ac:cxnSpMk id="4102" creationId="{C65F3E9C-EF11-4F8F-A621-399C7A3E6401}"/>
          </ac:cxnSpMkLst>
        </pc:cxnChg>
        <pc:cxnChg chg="add del">
          <ac:chgData name="Romain Rachenne" userId="d05ffb5d262588ec" providerId="LiveId" clId="{CF322D6E-BFD2-4623-864E-E7ECF8D1F27A}" dt="2020-12-16T22:13:50.410" v="1396" actId="26606"/>
          <ac:cxnSpMkLst>
            <pc:docMk/>
            <pc:sldMk cId="416820420" sldId="377"/>
            <ac:cxnSpMk id="4108" creationId="{5A0A5CF6-407C-4691-8122-49DF69D0020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F571912-6879-4AC1-B398-085C87BD3570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E286890-466E-41CD-A28A-B1EBDF22CA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149C5-F073-4820-B96D-B954084B06EA}" type="datetime1">
              <a:rPr lang="fr-FR" smtClean="0"/>
              <a:pPr/>
              <a:t>19/03/2021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27CD11A-EED3-40CE-98A3-28FEE84867B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 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27CD11A-EED3-40CE-98A3-28FEE84867B3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334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44A8B22-8DC4-429E-BFC4-98909090F15F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76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B692F55-BB5F-4325-83CE-2E1223972F73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65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F6A95D8-5162-40FF-A777-AAF18A83D0A8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4873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7328B67-D5EB-4F24-87DF-23F7C99413BA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221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B75068-2819-4FF7-B525-0E7A3F1BF491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120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F6A95D8-5162-40FF-A777-AAF18A83D0A8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7833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BE08F8B-A762-4093-A377-B479A937BEE4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35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71CB9447-428D-4B28-8E34-4997CAA9F71F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343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D0CBDBF-55A5-4F2E-BA0B-2B69733F4E72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721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304F7F5-5704-4BAD-B6F5-23C2E45A5155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13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41D883-B484-483E-A7EC-B0F59943250F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5B29C50-D6F1-4DB6-9B68-F4CD3996E9C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836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9F6A95D8-5162-40FF-A777-AAF18A83D0A8}" type="datetime1">
              <a:rPr lang="fr-FR" smtClean="0"/>
              <a:t>19/03/2021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Ajouter un pied de page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E5B29C50-D6F1-4DB6-9B68-F4CD3996E9C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71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6648" userDrawn="1">
          <p15:clr>
            <a:srgbClr val="F26B43"/>
          </p15:clr>
        </p15:guide>
        <p15:guide id="5" orient="horz" pos="3528" userDrawn="1">
          <p15:clr>
            <a:srgbClr val="F26B43"/>
          </p15:clr>
        </p15:guide>
        <p15:guide id="6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uxwOpMcHT0E&amp;t=0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qOcOr-bzlos&amp;t=0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youtube.com/watch?v=szyhfkl2XcY&amp;t=0s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www.youtube.com/watch?v=juzUOp17zyA&amp;t=0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www.youtube.com/watch?v=UNHQATeMhUo&amp;t=0s" TargetMode="External"/><Relationship Id="rId7" Type="http://schemas.openxmlformats.org/officeDocument/2006/relationships/image" Target="../media/image30.png"/><Relationship Id="rId2" Type="http://schemas.openxmlformats.org/officeDocument/2006/relationships/hyperlink" Target="https://www.youtube.com/watch?v=WemZsI_E7_I&amp;t=0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3.png"/><Relationship Id="rId7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34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427639" y="624143"/>
            <a:ext cx="5143948" cy="3686015"/>
          </a:xfrm>
        </p:spPr>
        <p:txBody>
          <a:bodyPr rtlCol="0">
            <a:normAutofit/>
          </a:bodyPr>
          <a:lstStyle/>
          <a:p>
            <a:pPr rtl="0"/>
            <a:r>
              <a:rPr lang="fr-FR" dirty="0" err="1"/>
              <a:t>VObot</a:t>
            </a:r>
            <a:r>
              <a:rPr lang="fr-FR" dirty="0"/>
              <a:t> 2021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18244" y="4493013"/>
            <a:ext cx="4829101" cy="1238616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PERFECTIONNEMENT 1</a:t>
            </a:r>
          </a:p>
        </p:txBody>
      </p:sp>
      <p:pic>
        <p:nvPicPr>
          <p:cNvPr id="7" name="Image 6" descr="Une image contenant dessin, pièce&#10;&#10;Description générée automatiquement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047" b="2"/>
          <a:stretch/>
        </p:blipFill>
        <p:spPr>
          <a:xfrm>
            <a:off x="2012424" y="1978925"/>
            <a:ext cx="2991575" cy="2768195"/>
          </a:xfrm>
          <a:prstGeom prst="rect">
            <a:avLst/>
          </a:prstGeom>
        </p:spPr>
      </p:pic>
      <p:cxnSp>
        <p:nvCxnSpPr>
          <p:cNvPr id="54" name="Straight Connector 36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8">
            <a:extLst>
              <a:ext uri="{FF2B5EF4-FFF2-40B4-BE49-F238E27FC236}">
                <a16:creationId xmlns:a16="http://schemas.microsoft.com/office/drawing/2014/main" id="{F85B92BC-678C-4E14-97E6-3227DEF86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" name="Rectangle 40">
            <a:extLst>
              <a:ext uri="{FF2B5EF4-FFF2-40B4-BE49-F238E27FC236}">
                <a16:creationId xmlns:a16="http://schemas.microsoft.com/office/drawing/2014/main" id="{D2644120-A6B9-4D5C-8A60-E2F4CC220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F6265DF4-9D03-469B-8839-1BD2E9FBC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008B2BA-3D26-4E3A-B9C8-02ACA1DFD7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3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FDF40A63-E148-4E92-81D2-E69D47913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2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A13FD23C-7EEC-4431-82A5-9E72758A5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674079"/>
            <a:ext cx="6275667" cy="350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BA1684-E405-467C-8DE1-082B19C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7494" y="640080"/>
            <a:ext cx="45113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Marine SAVOURET</a:t>
            </a:r>
            <a:br>
              <a:rPr lang="en-US" sz="4400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30A11C9-8CCD-4397-9325-58F535179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578084"/>
            <a:ext cx="3659246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500" cap="all" spc="200">
                <a:solidFill>
                  <a:srgbClr val="FFFFFF"/>
                </a:solidFill>
                <a:latin typeface="+mj-lt"/>
              </a:rPr>
              <a:t>vobot@valdoise.fr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7989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1CD8BC-E868-4D08-A768-62ADD13F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306" y="804056"/>
            <a:ext cx="5405230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Cyril </a:t>
            </a:r>
            <a:r>
              <a:rPr lang="en-US" sz="4400" b="1">
                <a:solidFill>
                  <a:schemeClr val="tx1"/>
                </a:solidFill>
              </a:rPr>
              <a:t>Chartraire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fr-FR" sz="4400" b="1" dirty="0">
                <a:solidFill>
                  <a:schemeClr val="tx1"/>
                </a:solidFill>
              </a:rPr>
              <a:t>et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Laurent TOUCHE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319904F9-85D1-43FE-A218-458814428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EB5F317-C191-4BDB-B84E-935FD7001F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22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14349660-9462-4B0A-88D9-22F49B275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329" y="1909906"/>
            <a:ext cx="3983619" cy="270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3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8CFAE8E-2FFE-418D-8081-CD49584307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3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62338503-1E77-4360-B54A-C924D8409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noir, blanc&#10;&#10;Description générée automatiquement">
            <a:extLst>
              <a:ext uri="{FF2B5EF4-FFF2-40B4-BE49-F238E27FC236}">
                <a16:creationId xmlns:a16="http://schemas.microsoft.com/office/drawing/2014/main" id="{7B327573-C8E0-409A-A73D-DB9C78733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01" y="2237960"/>
            <a:ext cx="4359964" cy="244063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A24649E-C454-4F33-B392-0356E6DC227A}"/>
              </a:ext>
            </a:extLst>
          </p:cNvPr>
          <p:cNvSpPr txBox="1"/>
          <p:nvPr/>
        </p:nvSpPr>
        <p:spPr>
          <a:xfrm>
            <a:off x="7108000" y="2554938"/>
            <a:ext cx="4618722" cy="182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fr-FR" sz="4400" b="1" spc="-50" dirty="0">
                <a:latin typeface="+mj-lt"/>
                <a:ea typeface="+mj-ea"/>
                <a:cs typeface="+mj-cs"/>
              </a:rPr>
              <a:t>Maxime BOUCHER</a:t>
            </a:r>
          </a:p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fr-FR" sz="4400" b="1" spc="-50" dirty="0">
                <a:latin typeface="+mj-lt"/>
                <a:ea typeface="+mj-ea"/>
                <a:cs typeface="+mj-cs"/>
              </a:rPr>
              <a:t>et</a:t>
            </a:r>
          </a:p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fr-FR" sz="4400" b="1" spc="-50" dirty="0">
                <a:latin typeface="+mj-lt"/>
                <a:ea typeface="+mj-ea"/>
                <a:cs typeface="+mj-cs"/>
              </a:rPr>
              <a:t>Romain RACHENNE</a:t>
            </a:r>
          </a:p>
        </p:txBody>
      </p:sp>
      <p:pic>
        <p:nvPicPr>
          <p:cNvPr id="1026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956188A3-9A7A-4699-AD49-2EBBAC98F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15481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Rectangle 6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7" name="Straight Connector 6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" name="Rectangle 68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318" y="1511857"/>
            <a:ext cx="8864197" cy="13196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u="sng" dirty="0">
                <a:solidFill>
                  <a:schemeClr val="tx1"/>
                </a:solidFill>
              </a:rPr>
              <a:t>Presentation du module</a:t>
            </a:r>
            <a:br>
              <a:rPr lang="en-US" sz="4400" b="1" u="sng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 RGB Line Follower</a:t>
            </a:r>
          </a:p>
        </p:txBody>
      </p:sp>
      <p:sp>
        <p:nvSpPr>
          <p:cNvPr id="90" name="Rectangle 72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Rectangle 74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9965141-5494-4ABA-A672-68466467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C8C25B2-9128-4619-BAC3-20B995288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3433152A-1697-4C77-9BA9-6E804B4F1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Espace réservé du contenu 3">
            <a:extLst>
              <a:ext uri="{FF2B5EF4-FFF2-40B4-BE49-F238E27FC236}">
                <a16:creationId xmlns:a16="http://schemas.microsoft.com/office/drawing/2014/main" id="{72CFDAC7-D6FB-4DF7-8B64-A10C1BFFA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165319" y="3159106"/>
            <a:ext cx="3960196" cy="30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0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80ED52-619F-4AF2-BADA-9E6FBA98B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Différences avec le suiveur de ligne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D9A815-7665-4808-A2F6-35F86B9E1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7709" y="2023963"/>
            <a:ext cx="5713885" cy="4023360"/>
          </a:xfrm>
        </p:spPr>
        <p:txBody>
          <a:bodyPr anchor="ctr"/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fr-FR" sz="2400" dirty="0"/>
              <a:t>Des capteurs plus précis.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fr-FR" sz="2400" dirty="0"/>
              <a:t>Des capteurs latéraux pour permettre de détecter les « croisements »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fr-FR" sz="2400" dirty="0"/>
              <a:t>S’adapte à la couleur de la ligne.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fr-FR" sz="2400" dirty="0"/>
              <a:t>Plus rapide à utiliser mais plus difficile à comprendre.</a:t>
            </a:r>
          </a:p>
          <a:p>
            <a:pPr algn="just"/>
            <a:endParaRPr lang="fr-FR" dirty="0"/>
          </a:p>
        </p:txBody>
      </p:sp>
      <p:pic>
        <p:nvPicPr>
          <p:cNvPr id="7" name="Espace réservé du contenu 3">
            <a:extLst>
              <a:ext uri="{FF2B5EF4-FFF2-40B4-BE49-F238E27FC236}">
                <a16:creationId xmlns:a16="http://schemas.microsoft.com/office/drawing/2014/main" id="{CB2DD29E-1BCB-4CC1-A55C-200E6C5EB7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80369" y="2395538"/>
            <a:ext cx="3771900" cy="2924175"/>
          </a:xfrm>
          <a:prstGeom prst="rect">
            <a:avLst/>
          </a:prstGeom>
        </p:spPr>
      </p:pic>
      <p:pic>
        <p:nvPicPr>
          <p:cNvPr id="5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5C2652AC-86FC-4234-BA97-2013E1B4B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61FB4E9-899C-4BEC-B82E-F4F8E7360B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C38C8C4E-2AA8-443C-8E72-F1C3765E8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58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93C781-0F31-4290-8305-8A53F163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317" y="1148945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 err="1"/>
              <a:t>Initialiser</a:t>
            </a:r>
            <a:r>
              <a:rPr lang="en-US" sz="3600" b="1" dirty="0"/>
              <a:t> le </a:t>
            </a:r>
            <a:r>
              <a:rPr lang="en-US" sz="3600" b="1" dirty="0" err="1"/>
              <a:t>capteur</a:t>
            </a:r>
            <a:br>
              <a:rPr lang="en-US" sz="3600" b="1" dirty="0"/>
            </a:br>
            <a:endParaRPr lang="en-US" sz="36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B63448-ACFA-4D38-B686-0983C7226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970" r="1" b="19460"/>
          <a:stretch/>
        </p:blipFill>
        <p:spPr>
          <a:xfrm>
            <a:off x="0" y="3715327"/>
            <a:ext cx="6976937" cy="2302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FF1FCD-9B59-40CB-8DFE-6EE161CE104A}"/>
              </a:ext>
            </a:extLst>
          </p:cNvPr>
          <p:cNvSpPr/>
          <p:nvPr/>
        </p:nvSpPr>
        <p:spPr>
          <a:xfrm>
            <a:off x="4325562" y="4964693"/>
            <a:ext cx="1233477" cy="103889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C3508B-CD58-439D-BE58-97BFAE883DE6}"/>
              </a:ext>
            </a:extLst>
          </p:cNvPr>
          <p:cNvSpPr txBox="1"/>
          <p:nvPr/>
        </p:nvSpPr>
        <p:spPr>
          <a:xfrm>
            <a:off x="7499707" y="2945263"/>
            <a:ext cx="458450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Sur le fond du tapis</a:t>
            </a:r>
          </a:p>
          <a:p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Simple clic</a:t>
            </a:r>
          </a:p>
          <a:p>
            <a:endParaRPr lang="fr-FR" dirty="0"/>
          </a:p>
          <a:p>
            <a:r>
              <a:rPr lang="fr-FR" sz="2400" b="1" dirty="0"/>
              <a:t>Sur la ligne</a:t>
            </a:r>
          </a:p>
          <a:p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Double clic</a:t>
            </a:r>
          </a:p>
        </p:txBody>
      </p:sp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24E33C3D-B80D-4444-B72E-D6E8096B0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3138891-1570-486C-AB18-6DA4D7B7C7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95054793-56F7-4727-8029-489748266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454034" y="2622098"/>
            <a:ext cx="40674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Bouton sur le </a:t>
            </a:r>
            <a:r>
              <a:rPr lang="en-US" sz="36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capteur</a:t>
            </a:r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fr-FR" sz="36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Connecteur droit avec flèche 10"/>
          <p:cNvCxnSpPr>
            <a:stCxn id="9" idx="3"/>
          </p:cNvCxnSpPr>
          <p:nvPr/>
        </p:nvCxnSpPr>
        <p:spPr>
          <a:xfrm flipH="1">
            <a:off x="5129561" y="2945264"/>
            <a:ext cx="391933" cy="2019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68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93C781-0F31-4290-8305-8A53F163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317" y="1148945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 err="1"/>
              <a:t>Initialiser</a:t>
            </a:r>
            <a:r>
              <a:rPr lang="en-US" sz="3600" b="1" dirty="0"/>
              <a:t> le </a:t>
            </a:r>
            <a:r>
              <a:rPr lang="en-US" sz="3600" b="1" dirty="0" err="1"/>
              <a:t>capteur</a:t>
            </a:r>
            <a:br>
              <a:rPr lang="en-US" sz="3600" b="1" dirty="0"/>
            </a:br>
            <a:endParaRPr lang="en-US" sz="36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B63448-ACFA-4D38-B686-0983C7226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970" r="1" b="19460"/>
          <a:stretch/>
        </p:blipFill>
        <p:spPr>
          <a:xfrm>
            <a:off x="0" y="3715327"/>
            <a:ext cx="6976937" cy="2302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FF1FCD-9B59-40CB-8DFE-6EE161CE104A}"/>
              </a:ext>
            </a:extLst>
          </p:cNvPr>
          <p:cNvSpPr/>
          <p:nvPr/>
        </p:nvSpPr>
        <p:spPr>
          <a:xfrm>
            <a:off x="4325562" y="4964693"/>
            <a:ext cx="1233477" cy="103889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24E33C3D-B80D-4444-B72E-D6E8096B0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3138891-1570-486C-AB18-6DA4D7B7C7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95054793-56F7-4727-8029-489748266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454034" y="2622098"/>
            <a:ext cx="40674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Bouton sur le </a:t>
            </a:r>
            <a:r>
              <a:rPr lang="en-US" sz="36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capteur</a:t>
            </a:r>
            <a:r>
              <a:rPr lang="en-US" sz="3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fr-FR" sz="36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C3508B-CD58-439D-BE58-97BFAE883DE6}"/>
              </a:ext>
            </a:extLst>
          </p:cNvPr>
          <p:cNvSpPr txBox="1"/>
          <p:nvPr/>
        </p:nvSpPr>
        <p:spPr>
          <a:xfrm>
            <a:off x="7537551" y="2945263"/>
            <a:ext cx="399280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Changer la couleur des LED</a:t>
            </a:r>
          </a:p>
          <a:p>
            <a:r>
              <a:rPr lang="fr-FR" dirty="0"/>
              <a:t> </a:t>
            </a:r>
          </a:p>
          <a:p>
            <a:r>
              <a:rPr lang="fr-FR" dirty="0"/>
              <a:t>RGB :</a:t>
            </a:r>
            <a:br>
              <a:rPr lang="fr-FR" dirty="0"/>
            </a:br>
            <a:r>
              <a:rPr lang="fr-FR" dirty="0"/>
              <a:t>- Rouge</a:t>
            </a:r>
            <a:br>
              <a:rPr lang="fr-FR" dirty="0"/>
            </a:br>
            <a:r>
              <a:rPr lang="fr-FR" dirty="0"/>
              <a:t>- Vert (Green)</a:t>
            </a:r>
            <a:br>
              <a:rPr lang="fr-FR" dirty="0"/>
            </a:br>
            <a:r>
              <a:rPr lang="fr-FR" dirty="0"/>
              <a:t>- Bleu</a:t>
            </a:r>
            <a:br>
              <a:rPr lang="fr-FR" dirty="0"/>
            </a:b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Appui long sur le bouton</a:t>
            </a:r>
          </a:p>
        </p:txBody>
      </p:sp>
      <p:cxnSp>
        <p:nvCxnSpPr>
          <p:cNvPr id="12" name="Connecteur droit avec flèche 11"/>
          <p:cNvCxnSpPr>
            <a:stCxn id="9" idx="3"/>
          </p:cNvCxnSpPr>
          <p:nvPr/>
        </p:nvCxnSpPr>
        <p:spPr>
          <a:xfrm flipH="1">
            <a:off x="5196468" y="2945264"/>
            <a:ext cx="325026" cy="2019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02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DE881-F651-48F4-AAD4-80759D55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Installer l’extension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5B4E70F-0C87-41DC-BCAB-67BFF42E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8" y="2170455"/>
            <a:ext cx="2200275" cy="33337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5DFD162-5117-496A-8796-4EE7B5936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99042"/>
            <a:ext cx="6143625" cy="307657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B7DEE2B-B102-48B3-A325-41934ACE0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631" y="3276820"/>
            <a:ext cx="1504950" cy="428625"/>
          </a:xfrm>
          <a:prstGeom prst="rect">
            <a:avLst/>
          </a:prstGeom>
        </p:spPr>
      </p:pic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136753DD-8889-464F-8666-D5861822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481BF44-CC8B-4D34-853F-E1BCAE884A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77E93DE1-C7AA-492C-82E1-6375DE722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40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DC93AF-40DC-45A2-8097-9F7F1ED43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/!\ Choix du port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B9753DF-A3DA-44EB-9646-C11FFFA1C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9626" y="3429000"/>
            <a:ext cx="5785139" cy="994105"/>
          </a:xfrm>
        </p:spPr>
      </p:pic>
      <p:pic>
        <p:nvPicPr>
          <p:cNvPr id="7" name="Image 6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06D97564-6AFD-428A-8855-ED1E58AE28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64" y="2177645"/>
            <a:ext cx="4047024" cy="2942996"/>
          </a:xfrm>
          <a:prstGeom prst="rect">
            <a:avLst/>
          </a:prstGeom>
        </p:spPr>
      </p:pic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789399D5-BEFB-4975-B0A4-BE41F5E99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FEFAD40-07C8-44F4-98F1-8882F1B83C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9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39E2C19D-BB78-47E5-B983-DF3B3D4CC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407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3387F-0C76-4C42-AF94-0B61F0B7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Régler la sensibilité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F85C55-290C-48B1-A694-DB1BB2A7FC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58466"/>
            <a:ext cx="1785419" cy="875389"/>
          </a:xfrm>
          <a:prstGeom prst="rect">
            <a:avLst/>
          </a:prstGeom>
        </p:spPr>
      </p:pic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7B8891C6-DAF9-452D-BD2C-D2AB3BB33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139944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FA760F7-6823-4651-BDD6-0A77F250E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3201134"/>
            <a:ext cx="8812530" cy="1109568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99A8F55C-CB95-4093-9C8C-463ED5F0A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869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Rectangle 6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7" name="Straight Connector 6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" name="Rectangle 68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318" y="1511857"/>
            <a:ext cx="8864197" cy="13196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u="sng" dirty="0" err="1">
                <a:solidFill>
                  <a:schemeClr val="tx1"/>
                </a:solidFill>
              </a:rPr>
              <a:t>Suivre</a:t>
            </a:r>
            <a:r>
              <a:rPr lang="en-US" sz="4400" b="1" u="sng" dirty="0">
                <a:solidFill>
                  <a:schemeClr val="tx1"/>
                </a:solidFill>
              </a:rPr>
              <a:t> </a:t>
            </a:r>
            <a:r>
              <a:rPr lang="en-US" sz="4400" b="1" u="sng" dirty="0" err="1">
                <a:solidFill>
                  <a:schemeClr val="tx1"/>
                </a:solidFill>
              </a:rPr>
              <a:t>une</a:t>
            </a:r>
            <a:r>
              <a:rPr lang="en-US" sz="4400" b="1" u="sng" dirty="0">
                <a:solidFill>
                  <a:schemeClr val="tx1"/>
                </a:solidFill>
              </a:rPr>
              <a:t> </a:t>
            </a:r>
            <a:r>
              <a:rPr lang="en-US" sz="4400" b="1" u="sng" dirty="0" err="1">
                <a:solidFill>
                  <a:schemeClr val="tx1"/>
                </a:solidFill>
              </a:rPr>
              <a:t>ligne</a:t>
            </a:r>
            <a:r>
              <a:rPr lang="en-US" sz="4400" b="1" u="sng" dirty="0">
                <a:solidFill>
                  <a:schemeClr val="tx1"/>
                </a:solidFill>
              </a:rPr>
              <a:t> </a:t>
            </a:r>
            <a:br>
              <a:rPr lang="en-US" sz="4400" b="1" u="sng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 RGB Line Follower</a:t>
            </a:r>
          </a:p>
        </p:txBody>
      </p:sp>
      <p:sp>
        <p:nvSpPr>
          <p:cNvPr id="90" name="Rectangle 72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Rectangle 74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9965141-5494-4ABA-A672-68466467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C8C25B2-9128-4619-BAC3-20B995288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3433152A-1697-4C77-9BA9-6E804B4F1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Espace réservé du contenu 3">
            <a:extLst>
              <a:ext uri="{FF2B5EF4-FFF2-40B4-BE49-F238E27FC236}">
                <a16:creationId xmlns:a16="http://schemas.microsoft.com/office/drawing/2014/main" id="{72CFDAC7-D6FB-4DF7-8B64-A10C1BFFA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165319" y="3159106"/>
            <a:ext cx="3960196" cy="30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8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262ED-3DE2-4B1C-9B26-080C63D3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092" y="243830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Ancien</a:t>
            </a:r>
            <a:r>
              <a:rPr lang="en-US" sz="3600" b="1" dirty="0"/>
              <a:t> </a:t>
            </a:r>
            <a:r>
              <a:rPr lang="en-US" sz="3600" b="1" dirty="0" err="1"/>
              <a:t>suiveur</a:t>
            </a:r>
            <a:r>
              <a:rPr lang="en-US" sz="3600" b="1" dirty="0"/>
              <a:t> de </a:t>
            </a:r>
            <a:r>
              <a:rPr lang="en-US" sz="3600" b="1" dirty="0" err="1"/>
              <a:t>ligne</a:t>
            </a:r>
            <a:endParaRPr lang="fr-FR" sz="3600" b="1" dirty="0"/>
          </a:p>
        </p:txBody>
      </p:sp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B524AA83-F93D-46EA-8E07-D3C8060A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8CF024-9C6C-4D98-AE39-A73D22AAF7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11E2C27-7867-4FFA-B9CF-343D695B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E60407C0-12D5-4CB9-A48D-E21AED01D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36071" y="2245856"/>
            <a:ext cx="8681290" cy="36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44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262ED-3DE2-4B1C-9B26-080C63D3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Position offset – Vitesse différentielle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2E54EE-89FF-4AE5-9F3A-0EA4EE8FA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55" y="3188843"/>
            <a:ext cx="7191729" cy="480314"/>
          </a:xfrm>
          <a:prstGeom prst="rect">
            <a:avLst/>
          </a:prstGeom>
        </p:spPr>
      </p:pic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B524AA83-F93D-46EA-8E07-D3C8060A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8CF024-9C6C-4D98-AE39-A73D22AAF7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11E2C27-7867-4FFA-B9CF-343D695B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544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20C68-16B9-49C7-B77F-DAF8504A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Atelier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A3A9F-ABAE-4B16-AEEA-58B514D8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4272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Objectif 1</a:t>
            </a:r>
            <a:r>
              <a:rPr lang="fr-FR" b="1" dirty="0"/>
              <a:t> </a:t>
            </a:r>
            <a:r>
              <a:rPr lang="fr-F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Initialiser le capteur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Afficher la vitesse différentielle sur la matrice 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Déplacer le robot par rapport à la ligne</a:t>
            </a:r>
            <a:endParaRPr lang="fr-FR" b="1" u="sng" dirty="0"/>
          </a:p>
          <a:p>
            <a:pPr marL="0" indent="0">
              <a:buNone/>
            </a:pPr>
            <a:endParaRPr lang="fr-FR" b="1" u="sng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2DE720-BB9A-4B26-AEAB-2D8A3A552BA0}"/>
              </a:ext>
            </a:extLst>
          </p:cNvPr>
          <p:cNvSpPr txBox="1"/>
          <p:nvPr/>
        </p:nvSpPr>
        <p:spPr>
          <a:xfrm>
            <a:off x="8692457" y="2538021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Roboto"/>
                <a:hlinkClick r:id="rId2"/>
              </a:rPr>
              <a:t>youtu.be/uxwOpMcHT0E</a:t>
            </a:r>
            <a:endParaRPr lang="fr-FR" b="0" i="0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6F3210D4-EC49-4677-B5E2-663425297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2CD763F-0775-412D-BF24-76E8266D43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9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47044EC0-2CEF-4B4C-97CD-C1EEF8AC0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78A342F-01CE-4FD2-816E-0DAFAEBAC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578" y="1781186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643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262ED-3DE2-4B1C-9B26-080C63D3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Position offset – Vitesse différentielle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2E54EE-89FF-4AE5-9F3A-0EA4EE8FA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55" y="3188843"/>
            <a:ext cx="7191729" cy="480314"/>
          </a:xfrm>
          <a:prstGeom prst="rect">
            <a:avLst/>
          </a:prstGeom>
        </p:spPr>
      </p:pic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B524AA83-F93D-46EA-8E07-D3C8060A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8CF024-9C6C-4D98-AE39-A73D22AAF7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11E2C27-7867-4FFA-B9CF-343D695B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469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4F3C03-6849-480E-A313-CDC4D943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Ateliers</a:t>
            </a:r>
          </a:p>
        </p:txBody>
      </p:sp>
    </p:spTree>
    <p:extLst>
      <p:ext uri="{BB962C8B-B14F-4D97-AF65-F5344CB8AC3E}">
        <p14:creationId xmlns:p14="http://schemas.microsoft.com/office/powerpoint/2010/main" val="1659262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20C68-16B9-49C7-B77F-DAF8504A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Atelier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A3A9F-ABAE-4B16-AEEA-58B514D8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4272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Objectif 2</a:t>
            </a:r>
            <a:r>
              <a:rPr lang="fr-FR" b="1" dirty="0"/>
              <a:t> </a:t>
            </a:r>
            <a:r>
              <a:rPr lang="fr-F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Suivre la ligne blanche</a:t>
            </a:r>
            <a:endParaRPr lang="fr-FR" b="1" u="sng" dirty="0"/>
          </a:p>
          <a:p>
            <a:pPr marL="0" indent="0">
              <a:buNone/>
            </a:pPr>
            <a:endParaRPr lang="fr-FR" b="1" u="sng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2DE720-BB9A-4B26-AEAB-2D8A3A552BA0}"/>
              </a:ext>
            </a:extLst>
          </p:cNvPr>
          <p:cNvSpPr txBox="1"/>
          <p:nvPr/>
        </p:nvSpPr>
        <p:spPr>
          <a:xfrm>
            <a:off x="8692457" y="2538021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Roboto"/>
                <a:hlinkClick r:id="rId2"/>
              </a:rPr>
              <a:t>youtu.be/</a:t>
            </a:r>
            <a:r>
              <a:rPr lang="fr-FR" b="0" i="0" dirty="0" err="1">
                <a:effectLst/>
                <a:latin typeface="Roboto"/>
                <a:hlinkClick r:id="rId2"/>
              </a:rPr>
              <a:t>qOcOr-bzlos</a:t>
            </a:r>
            <a:endParaRPr lang="fr-FR" b="0" i="0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FDF81AA6-A500-409D-B8EF-69F20F2F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29629D2-B413-45EE-8B47-6EDA323E74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9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B04BB26E-05B8-4871-903D-51ECF2CC1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9459BCF-E488-40D9-B389-AD2E43CA6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543" y="1781186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310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EEB5DF-2C43-4B16-A047-876519D9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Position offset – Vitesse différentielle</a:t>
            </a:r>
          </a:p>
        </p:txBody>
      </p:sp>
      <p:graphicFrame>
        <p:nvGraphicFramePr>
          <p:cNvPr id="4" name="Tableau 7">
            <a:extLst>
              <a:ext uri="{FF2B5EF4-FFF2-40B4-BE49-F238E27FC236}">
                <a16:creationId xmlns:a16="http://schemas.microsoft.com/office/drawing/2014/main" id="{88C5C42F-DA9E-42F1-8772-3991F70F8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18266"/>
              </p:ext>
            </p:extLst>
          </p:nvPr>
        </p:nvGraphicFramePr>
        <p:xfrm>
          <a:off x="1216404" y="2053516"/>
          <a:ext cx="9939275" cy="36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855">
                  <a:extLst>
                    <a:ext uri="{9D8B030D-6E8A-4147-A177-3AD203B41FA5}">
                      <a16:colId xmlns:a16="http://schemas.microsoft.com/office/drawing/2014/main" val="908248987"/>
                    </a:ext>
                  </a:extLst>
                </a:gridCol>
                <a:gridCol w="1987855">
                  <a:extLst>
                    <a:ext uri="{9D8B030D-6E8A-4147-A177-3AD203B41FA5}">
                      <a16:colId xmlns:a16="http://schemas.microsoft.com/office/drawing/2014/main" val="2376426197"/>
                    </a:ext>
                  </a:extLst>
                </a:gridCol>
                <a:gridCol w="1987855">
                  <a:extLst>
                    <a:ext uri="{9D8B030D-6E8A-4147-A177-3AD203B41FA5}">
                      <a16:colId xmlns:a16="http://schemas.microsoft.com/office/drawing/2014/main" val="944650385"/>
                    </a:ext>
                  </a:extLst>
                </a:gridCol>
                <a:gridCol w="1987855">
                  <a:extLst>
                    <a:ext uri="{9D8B030D-6E8A-4147-A177-3AD203B41FA5}">
                      <a16:colId xmlns:a16="http://schemas.microsoft.com/office/drawing/2014/main" val="1692054818"/>
                    </a:ext>
                  </a:extLst>
                </a:gridCol>
                <a:gridCol w="1987855">
                  <a:extLst>
                    <a:ext uri="{9D8B030D-6E8A-4147-A177-3AD203B41FA5}">
                      <a16:colId xmlns:a16="http://schemas.microsoft.com/office/drawing/2014/main" val="4234794258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Vitesse du robot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Vitesse différentielle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Puissance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moteur gauche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Puissance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moteur droit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Résultat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3614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Tourne à droite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456119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Tourne à gauche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485889"/>
                  </a:ext>
                </a:extLst>
              </a:tr>
            </a:tbl>
          </a:graphicData>
        </a:graphic>
      </p:graphicFrame>
      <p:pic>
        <p:nvPicPr>
          <p:cNvPr id="5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5C82F2A2-6FD8-4A6A-9277-98249087F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9905E94-817B-43F3-ACDB-E4875831F6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E621958-F27A-4773-B770-D7C37FCFD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257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262ED-3DE2-4B1C-9B26-080C63D3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092" y="243830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/>
              <a:t>Solution </a:t>
            </a:r>
            <a:endParaRPr lang="fr-FR" sz="3600" b="1" dirty="0"/>
          </a:p>
        </p:txBody>
      </p:sp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B524AA83-F93D-46EA-8E07-D3C8060A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8CF024-9C6C-4D98-AE39-A73D22AAF7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11E2C27-7867-4FFA-B9CF-343D695B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B301F8D-0E2A-4ECC-8506-2A486BD6B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88" y="2021221"/>
            <a:ext cx="11243624" cy="17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97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7E2A564-964E-4FB5-B321-777221CA5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5636" y="2296433"/>
            <a:ext cx="3341688" cy="2824208"/>
          </a:xfr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3BDBC00D-AEB1-4BEC-91F5-A6C83C32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Astuce</a:t>
            </a:r>
          </a:p>
        </p:txBody>
      </p:sp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E91AF4AF-63CD-41A5-9DB5-449CE887A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CA5E8A9-BF84-4E25-8138-5630D132ED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57AF6C6-4A8C-40B9-BAA0-F3B6F8BEB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91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Rectangle 6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7" name="Straight Connector 6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" name="Rectangle 68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318" y="1511857"/>
            <a:ext cx="8864197" cy="13196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u="sng" dirty="0" err="1">
                <a:solidFill>
                  <a:schemeClr val="tx1"/>
                </a:solidFill>
              </a:rPr>
              <a:t>Détecter</a:t>
            </a:r>
            <a:r>
              <a:rPr lang="en-US" sz="4400" b="1" u="sng" dirty="0">
                <a:solidFill>
                  <a:schemeClr val="tx1"/>
                </a:solidFill>
              </a:rPr>
              <a:t> </a:t>
            </a:r>
            <a:r>
              <a:rPr lang="en-US" sz="4400" b="1" u="sng" dirty="0" err="1">
                <a:solidFill>
                  <a:schemeClr val="tx1"/>
                </a:solidFill>
              </a:rPr>
              <a:t>une</a:t>
            </a:r>
            <a:r>
              <a:rPr lang="en-US" sz="4400" b="1" u="sng" dirty="0">
                <a:solidFill>
                  <a:schemeClr val="tx1"/>
                </a:solidFill>
              </a:rPr>
              <a:t> intersection </a:t>
            </a:r>
            <a:br>
              <a:rPr lang="en-US" sz="4400" b="1" u="sng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 RGB Line Follower</a:t>
            </a:r>
          </a:p>
        </p:txBody>
      </p:sp>
      <p:sp>
        <p:nvSpPr>
          <p:cNvPr id="90" name="Rectangle 72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Rectangle 74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9965141-5494-4ABA-A672-68466467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C8C25B2-9128-4619-BAC3-20B995288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3433152A-1697-4C77-9BA9-6E804B4F1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Espace réservé du contenu 3">
            <a:extLst>
              <a:ext uri="{FF2B5EF4-FFF2-40B4-BE49-F238E27FC236}">
                <a16:creationId xmlns:a16="http://schemas.microsoft.com/office/drawing/2014/main" id="{72CFDAC7-D6FB-4DF7-8B64-A10C1BFFA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165319" y="3159106"/>
            <a:ext cx="3960196" cy="30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88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55A405-A926-47FF-99D4-C4435997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Utilisation des 4 capteurs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1A8A72-2631-4DC1-8953-C86E8B1504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fr-FR" dirty="0"/>
              <a:t>Il existe ainsi 16 états différents.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875F425-6BF7-4B26-AF53-519CE9C29D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58466"/>
            <a:ext cx="1785419" cy="875389"/>
          </a:xfrm>
          <a:prstGeom prst="rect">
            <a:avLst/>
          </a:prstGeom>
        </p:spPr>
      </p:pic>
      <p:pic>
        <p:nvPicPr>
          <p:cNvPr id="8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5D18C1B4-7F34-4753-A4A1-42B56AF18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139944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F48070C-D96A-4D48-BD70-2FB26813F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697" y="2019089"/>
            <a:ext cx="4533900" cy="3676650"/>
          </a:xfrm>
          <a:prstGeom prst="rect">
            <a:avLst/>
          </a:prstGeom>
        </p:spPr>
      </p:pic>
      <p:pic>
        <p:nvPicPr>
          <p:cNvPr id="9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C36A7E4A-09DD-4901-BB02-12B620734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119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B62E4F-7A41-4D95-81EF-26A4A956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092" y="183546"/>
            <a:ext cx="10058400" cy="1450757"/>
          </a:xfrm>
        </p:spPr>
        <p:txBody>
          <a:bodyPr>
            <a:normAutofit/>
          </a:bodyPr>
          <a:lstStyle/>
          <a:p>
            <a:r>
              <a:rPr lang="fr-FR" sz="3600" b="1" dirty="0"/>
              <a:t>A quoi correspond le 1 et le 0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734560-DCB9-4FF2-8BB0-DD43E386D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fr-FR" dirty="0"/>
              <a:t>1 : Couleur correspondante au fond. (DEL allumée)</a:t>
            </a:r>
          </a:p>
          <a:p>
            <a:r>
              <a:rPr lang="fr-FR" dirty="0"/>
              <a:t>0 : Couleur opposée (la ligne).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8AC69B-BB60-44E7-8BA3-9AA4D87163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58466"/>
            <a:ext cx="1785419" cy="875389"/>
          </a:xfrm>
          <a:prstGeom prst="rect">
            <a:avLst/>
          </a:prstGeom>
        </p:spPr>
      </p:pic>
      <p:pic>
        <p:nvPicPr>
          <p:cNvPr id="5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B72700C5-79E9-48E4-BE04-5609E6CB3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139944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9B6D70EE-A302-4DCA-8F42-2C51537F1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573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D67F1A-D4DA-4044-B1F3-E559E8FDD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Correspondance</a:t>
            </a:r>
          </a:p>
        </p:txBody>
      </p:sp>
      <p:pic>
        <p:nvPicPr>
          <p:cNvPr id="4" name="Picture 2" descr="http://learn.makeblock.com/cn/wp-content/uploads/2018/03/1111.png">
            <a:extLst>
              <a:ext uri="{FF2B5EF4-FFF2-40B4-BE49-F238E27FC236}">
                <a16:creationId xmlns:a16="http://schemas.microsoft.com/office/drawing/2014/main" id="{2AA0465B-EEC6-4780-B6C2-FF7A4EA6E1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4"/>
          <a:stretch/>
        </p:blipFill>
        <p:spPr bwMode="auto">
          <a:xfrm>
            <a:off x="1097280" y="1884020"/>
            <a:ext cx="4566541" cy="350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B519F3A-8996-4CCE-93C8-07D97F5E65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58466"/>
            <a:ext cx="1785419" cy="875389"/>
          </a:xfrm>
          <a:prstGeom prst="rect">
            <a:avLst/>
          </a:prstGeom>
        </p:spPr>
      </p:pic>
      <p:pic>
        <p:nvPicPr>
          <p:cNvPr id="6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230EA6CF-CA79-4851-82E6-3738DF53C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139944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D6246E2-A8B3-4A92-9BEF-56727A1ED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465" y="3599226"/>
            <a:ext cx="5381233" cy="544935"/>
          </a:xfrm>
          <a:prstGeom prst="rect">
            <a:avLst/>
          </a:prstGeom>
        </p:spPr>
      </p:pic>
      <p:pic>
        <p:nvPicPr>
          <p:cNvPr id="8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0A81450F-358C-400F-BA52-02A70145C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1097280" y="5538222"/>
            <a:ext cx="4039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Vu du dessous </a:t>
            </a:r>
          </a:p>
        </p:txBody>
      </p:sp>
    </p:spTree>
    <p:extLst>
      <p:ext uri="{BB962C8B-B14F-4D97-AF65-F5344CB8AC3E}">
        <p14:creationId xmlns:p14="http://schemas.microsoft.com/office/powerpoint/2010/main" val="266525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4F3C03-6849-480E-A313-CDC4D943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Ateliers</a:t>
            </a:r>
          </a:p>
        </p:txBody>
      </p:sp>
    </p:spTree>
    <p:extLst>
      <p:ext uri="{BB962C8B-B14F-4D97-AF65-F5344CB8AC3E}">
        <p14:creationId xmlns:p14="http://schemas.microsoft.com/office/powerpoint/2010/main" val="4120629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20C68-16B9-49C7-B77F-DAF8504A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Atelier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A3A9F-ABAE-4B16-AEEA-58B514D8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4272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Objectif 3</a:t>
            </a:r>
            <a:r>
              <a:rPr lang="fr-FR" b="1" dirty="0"/>
              <a:t> </a:t>
            </a:r>
            <a:r>
              <a:rPr lang="fr-F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Suivre la ligne blanche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S’arrêter à l’intersection</a:t>
            </a:r>
            <a:endParaRPr lang="fr-FR" dirty="0"/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r>
              <a:rPr lang="fr-FR" b="1" u="sng" dirty="0"/>
              <a:t>Objectif 4</a:t>
            </a:r>
            <a:r>
              <a:rPr lang="fr-FR" b="1" dirty="0"/>
              <a:t> </a:t>
            </a:r>
            <a:r>
              <a:rPr lang="fr-FR" dirty="0"/>
              <a:t>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Mettre le robot sur la ligne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Faire un demi-tour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Suivre la ligne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2DE720-BB9A-4B26-AEAB-2D8A3A552BA0}"/>
              </a:ext>
            </a:extLst>
          </p:cNvPr>
          <p:cNvSpPr txBox="1"/>
          <p:nvPr/>
        </p:nvSpPr>
        <p:spPr>
          <a:xfrm>
            <a:off x="8692457" y="2538021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Roboto"/>
                <a:hlinkClick r:id="rId2"/>
              </a:rPr>
              <a:t>youtu.be/juzUOp17zyA</a:t>
            </a:r>
            <a:endParaRPr lang="fr-FR" b="0" i="0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304336-5740-4C2E-B6B8-42B6A83B5CCF}"/>
              </a:ext>
            </a:extLst>
          </p:cNvPr>
          <p:cNvSpPr txBox="1"/>
          <p:nvPr/>
        </p:nvSpPr>
        <p:spPr>
          <a:xfrm>
            <a:off x="8806757" y="510197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Roboto"/>
                <a:hlinkClick r:id="rId3"/>
              </a:rPr>
              <a:t>youtu.be/szyhfkl2XcY</a:t>
            </a:r>
            <a:endParaRPr lang="fr-FR" dirty="0"/>
          </a:p>
        </p:txBody>
      </p:sp>
      <p:pic>
        <p:nvPicPr>
          <p:cNvPr id="9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CA192840-69C7-42D5-B308-B93217DDD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4360A07-5A3C-4BAA-903E-1A7E866271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B97257FE-1CA5-4F71-801C-A00FF109D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FFC9355-DA2E-43E2-B7D9-BD62B522D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652" y="1781186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C259DB-C15D-4E4F-9FEF-CF8343584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652" y="4136806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93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" name="Rectangle 6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7" name="Straight Connector 6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8" name="Rectangle 68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2B6C5F-6F5B-48E3-B9BD-48D2C248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318" y="1511857"/>
            <a:ext cx="8864197" cy="13196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 u="sng" dirty="0" err="1">
                <a:solidFill>
                  <a:schemeClr val="tx1"/>
                </a:solidFill>
              </a:rPr>
              <a:t>Autres</a:t>
            </a:r>
            <a:r>
              <a:rPr lang="en-US" sz="4400" b="1" u="sng" dirty="0">
                <a:solidFill>
                  <a:schemeClr val="tx1"/>
                </a:solidFill>
              </a:rPr>
              <a:t> </a:t>
            </a:r>
            <a:r>
              <a:rPr lang="en-US" sz="4400" b="1" u="sng" dirty="0" err="1">
                <a:solidFill>
                  <a:schemeClr val="tx1"/>
                </a:solidFill>
              </a:rPr>
              <a:t>fonctionnalités</a:t>
            </a:r>
            <a:r>
              <a:rPr lang="en-US" sz="4400" b="1" u="sng" dirty="0">
                <a:solidFill>
                  <a:schemeClr val="tx1"/>
                </a:solidFill>
              </a:rPr>
              <a:t> </a:t>
            </a:r>
            <a:br>
              <a:rPr lang="en-US" sz="4400" b="1" u="sng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 RGB Line Follower</a:t>
            </a:r>
          </a:p>
        </p:txBody>
      </p:sp>
      <p:sp>
        <p:nvSpPr>
          <p:cNvPr id="90" name="Rectangle 72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Rectangle 74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9965141-5494-4ABA-A672-68466467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C8C25B2-9128-4619-BAC3-20B995288A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3433152A-1697-4C77-9BA9-6E804B4F1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Espace réservé du contenu 3">
            <a:extLst>
              <a:ext uri="{FF2B5EF4-FFF2-40B4-BE49-F238E27FC236}">
                <a16:creationId xmlns:a16="http://schemas.microsoft.com/office/drawing/2014/main" id="{72CFDAC7-D6FB-4DF7-8B64-A10C1BFFA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165319" y="3159106"/>
            <a:ext cx="3960196" cy="30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4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DE881-F651-48F4-AAD4-80759D55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Les autres briques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5DFD162-5117-496A-8796-4EE7B5936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11383"/>
            <a:ext cx="6143625" cy="3076575"/>
          </a:xfrm>
          <a:prstGeom prst="rect">
            <a:avLst/>
          </a:prstGeom>
        </p:spPr>
      </p:pic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B16943EF-F314-4B97-9B48-B5C5A05BA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48D6263-D774-46A5-9EFE-EF431CC28C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6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5E62E5E4-9B0C-4BD9-9FDF-1F8AB7DE2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406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9BD96-8650-456F-97FD-2F4AF6BB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Arrière plan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7287723-A768-4E00-9C70-0E2F8ABEB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90" y="2729267"/>
            <a:ext cx="7353871" cy="1862139"/>
          </a:xfrm>
          <a:prstGeom prst="rect">
            <a:avLst/>
          </a:prstGeom>
        </p:spPr>
      </p:pic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0871C0A7-3D51-45D9-B59E-070FACF13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130C7E0-4CFE-43D1-8437-290C47543D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6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E2ADDEBE-45D3-46AA-AE67-B2BEC2A5C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568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384C2E-BF7B-4982-801C-6DA03F2B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Couleur de la cible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A62FE2-9C92-4A1D-BB89-AD2A5543F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49" y="3371850"/>
            <a:ext cx="5825034" cy="679965"/>
          </a:xfrm>
          <a:prstGeom prst="rect">
            <a:avLst/>
          </a:prstGeom>
        </p:spPr>
      </p:pic>
      <p:pic>
        <p:nvPicPr>
          <p:cNvPr id="3" name="Image 3">
            <a:extLst>
              <a:ext uri="{FF2B5EF4-FFF2-40B4-BE49-F238E27FC236}">
                <a16:creationId xmlns:a16="http://schemas.microsoft.com/office/drawing/2014/main" id="{CB09C8C6-4648-4AC6-B669-624EAFB9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107" y="2033912"/>
            <a:ext cx="4796882" cy="3152591"/>
          </a:xfrm>
          <a:prstGeom prst="rect">
            <a:avLst/>
          </a:prstGeom>
        </p:spPr>
      </p:pic>
      <p:pic>
        <p:nvPicPr>
          <p:cNvPr id="4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49689AA2-E348-4675-9581-73A5B5FC9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CD67957-0F3B-4AA0-87BA-9AA9B4FAE3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D1C2F2F1-1A17-4AEE-9582-D1577FB5E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219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3BC522-9EA3-43AD-A32B-7955F48E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Valeur de retour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A7AA90-ECD6-4281-85BD-34E828A05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174" y="3128229"/>
            <a:ext cx="6417651" cy="1267925"/>
          </a:xfrm>
          <a:prstGeom prst="rect">
            <a:avLst/>
          </a:prstGeom>
        </p:spPr>
      </p:pic>
      <p:pic>
        <p:nvPicPr>
          <p:cNvPr id="4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1380BEBE-36DA-4576-BE56-5E06B34D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4A886A5-CE54-47B2-B576-C52E7598C8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574795A0-8FD1-4141-9887-45AD4CF1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446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4F3C03-6849-480E-A313-CDC4D943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Ateliers</a:t>
            </a:r>
          </a:p>
        </p:txBody>
      </p:sp>
    </p:spTree>
    <p:extLst>
      <p:ext uri="{BB962C8B-B14F-4D97-AF65-F5344CB8AC3E}">
        <p14:creationId xmlns:p14="http://schemas.microsoft.com/office/powerpoint/2010/main" val="2185061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20C68-16B9-49C7-B77F-DAF8504A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Atelier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A3A9F-ABAE-4B16-AEEA-58B514D83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4272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Objectif 5</a:t>
            </a:r>
            <a:r>
              <a:rPr lang="fr-FR" b="1" dirty="0"/>
              <a:t> </a:t>
            </a:r>
            <a:r>
              <a:rPr lang="fr-F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Suivre la ligne blanche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Tourner à gauche à l’intersection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 Suivre la ligne blanche</a:t>
            </a:r>
            <a:endParaRPr lang="fr-FR" dirty="0"/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r>
              <a:rPr lang="fr-FR" b="1" u="sng" dirty="0"/>
              <a:t>Objectif 6</a:t>
            </a:r>
            <a:r>
              <a:rPr lang="fr-FR" b="1" dirty="0"/>
              <a:t> </a:t>
            </a:r>
            <a:r>
              <a:rPr lang="fr-FR" dirty="0"/>
              <a:t>: Tapis « Pile à combustible 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Suivre la ligne blanche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S’arrêter à l’intersection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2DE720-BB9A-4B26-AEAB-2D8A3A552BA0}"/>
              </a:ext>
            </a:extLst>
          </p:cNvPr>
          <p:cNvSpPr txBox="1"/>
          <p:nvPr/>
        </p:nvSpPr>
        <p:spPr>
          <a:xfrm>
            <a:off x="8692457" y="2538021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effectLst/>
                <a:latin typeface="Roboto"/>
                <a:hlinkClick r:id="rId2"/>
              </a:rPr>
              <a:t>youtu.be/WemZsI_E7_I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304336-5740-4C2E-B6B8-42B6A83B5CCF}"/>
              </a:ext>
            </a:extLst>
          </p:cNvPr>
          <p:cNvSpPr txBox="1"/>
          <p:nvPr/>
        </p:nvSpPr>
        <p:spPr>
          <a:xfrm>
            <a:off x="8806757" y="510197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Roboto"/>
                <a:hlinkClick r:id="rId3"/>
              </a:rPr>
              <a:t>youtu.be/</a:t>
            </a:r>
            <a:r>
              <a:rPr lang="fr-FR" b="0" i="0" dirty="0" err="1">
                <a:effectLst/>
                <a:latin typeface="Roboto"/>
                <a:hlinkClick r:id="rId3"/>
              </a:rPr>
              <a:t>UNHQATeMhUo</a:t>
            </a:r>
            <a:endParaRPr lang="fr-FR" dirty="0"/>
          </a:p>
        </p:txBody>
      </p:sp>
      <p:pic>
        <p:nvPicPr>
          <p:cNvPr id="9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F4ABF6C4-F2B1-40E7-8053-52D18FCF7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F3C1A35-519D-40E6-8546-AB5CD43CEE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2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A0B9B7CE-9149-4E73-A4B7-9591AF11C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BCAB4D4-7F6D-4D61-90EC-A576C358B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230" y="1799667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A7EF868-0D06-4766-B9CC-3EBE6B134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230" y="4136806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2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5F54226A-15A5-4F46-926F-81F3EC466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FCF670F-3E94-4C8F-95AE-035FB45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0479AEA-6C87-4786-A668-54BF815A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EBE45A86-783B-4F2C-BE47-70B28B98A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EC43F7-62BB-4D24-A858-81B322CD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175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chemeClr val="accent2"/>
                </a:solidFill>
              </a:rPr>
              <a:t>Atelier *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Disponible sur </a:t>
            </a:r>
            <a:r>
              <a:rPr lang="en-US" sz="4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l’ENT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309993B-ED13-4A38-A24F-95A8070F2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903" y="691672"/>
            <a:ext cx="2636076" cy="245107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0B8915-08D2-4D6F-8094-96D7714935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2175" y="1447901"/>
            <a:ext cx="2305160" cy="968167"/>
          </a:xfrm>
          <a:prstGeom prst="rect">
            <a:avLst/>
          </a:prstGeom>
          <a:noFill/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251543AF-FABF-4B9B-A51F-6E32B09AD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730" y="691673"/>
            <a:ext cx="2644595" cy="2451078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B413FE-95A8-4FED-A263-6AEC0380593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22077" y="1125232"/>
            <a:ext cx="2339902" cy="1649630"/>
          </a:xfrm>
          <a:prstGeom prst="rect">
            <a:avLst/>
          </a:prstGeom>
          <a:noFill/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B448F9F0-74F6-4FA2-97EA-D1CEA818C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903" y="3345545"/>
            <a:ext cx="2631017" cy="2481832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FEF7D2F6-82C3-4703-AA15-94BC98BB098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2175" y="3787033"/>
            <a:ext cx="2309420" cy="1610819"/>
          </a:xfrm>
          <a:prstGeom prst="rect">
            <a:avLst/>
          </a:prstGeom>
          <a:noFill/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4D5AE9DE-ADA2-4F40-8C1D-E5A094FBB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730" y="3336707"/>
            <a:ext cx="2644595" cy="2490670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9D58FD2-A1DF-42CF-A76A-27267B9F11FA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185" b="23184"/>
          <a:stretch/>
        </p:blipFill>
        <p:spPr bwMode="auto">
          <a:xfrm>
            <a:off x="3622077" y="4171295"/>
            <a:ext cx="2331368" cy="861345"/>
          </a:xfrm>
          <a:prstGeom prst="rect">
            <a:avLst/>
          </a:prstGeom>
          <a:noFill/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643966D-84D0-49C3-9412-0C410587F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60228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19DBA7B9-E378-45BB-8AE8-9C06D887A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D2B0DFB-948D-4DE0-A2B7-C79ED4A06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7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DC923FCF-2B0C-488E-8F10-F627C95C5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60A498A3-FAE9-4BC8-BB9E-CBF8D000BF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61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9EF772C5-A40A-4DE7-8817-704DE0096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425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0E1512-F607-44DA-B649-3AF76BBE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chemeClr val="accent2"/>
                </a:solidFill>
              </a:rPr>
              <a:t>Pour aller plus loin</a:t>
            </a:r>
            <a:br>
              <a:rPr lang="fr-FR" sz="4000">
                <a:solidFill>
                  <a:schemeClr val="accent2"/>
                </a:solidFill>
              </a:rPr>
            </a:br>
            <a:r>
              <a:rPr lang="fr-FR" sz="4000">
                <a:solidFill>
                  <a:schemeClr val="accent2"/>
                </a:solidFill>
              </a:rPr>
              <a:t>Mission – Le radiateur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B3CB63-93CC-4266-AD3A-47FFD3507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721" y="2035522"/>
            <a:ext cx="2028825" cy="29241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BC904A6-4351-48D4-93D9-3E21741582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62" r="22026" b="13723"/>
          <a:stretch/>
        </p:blipFill>
        <p:spPr>
          <a:xfrm>
            <a:off x="990932" y="3557380"/>
            <a:ext cx="1867639" cy="234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7E9ED1D-1982-45FC-91AD-971CCC58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093" y="2419350"/>
            <a:ext cx="20193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DBB8DC7-9AE1-4609-97D1-00B8351D9A49}"/>
              </a:ext>
            </a:extLst>
          </p:cNvPr>
          <p:cNvSpPr txBox="1"/>
          <p:nvPr/>
        </p:nvSpPr>
        <p:spPr>
          <a:xfrm>
            <a:off x="6408418" y="4438650"/>
            <a:ext cx="5200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/>
              <a:t>www.moncollege.valdoise.fr/lectureFichiergw.do?ID_FICHIER=62853</a:t>
            </a:r>
          </a:p>
        </p:txBody>
      </p:sp>
      <p:pic>
        <p:nvPicPr>
          <p:cNvPr id="7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126998D9-E234-4011-B392-C4DF936F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A5D4AAD-287E-45B5-9C73-68AB2F7BA0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1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DB2DD59E-9EF3-4D38-93EB-3709BAD40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63B87E6E-B2BB-46F1-B67B-67B16D0BD990}"/>
              </a:ext>
            </a:extLst>
          </p:cNvPr>
          <p:cNvSpPr txBox="1"/>
          <p:nvPr/>
        </p:nvSpPr>
        <p:spPr>
          <a:xfrm>
            <a:off x="3844371" y="5712714"/>
            <a:ext cx="802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>
                <a:solidFill>
                  <a:schemeClr val="tx1"/>
                </a:solidFill>
              </a:rPr>
              <a:t>Mais aussi exercices avec les autres modules, voir Formation - Préparation 2</a:t>
            </a:r>
          </a:p>
        </p:txBody>
      </p:sp>
    </p:spTree>
    <p:extLst>
      <p:ext uri="{BB962C8B-B14F-4D97-AF65-F5344CB8AC3E}">
        <p14:creationId xmlns:p14="http://schemas.microsoft.com/office/powerpoint/2010/main" val="3290092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74A308-3AC8-49C7-B724-A5BD3C1DC7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62" r="22026" b="13723"/>
          <a:stretch/>
        </p:blipFill>
        <p:spPr>
          <a:xfrm>
            <a:off x="951222" y="1504413"/>
            <a:ext cx="3072325" cy="384917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E02022-8B74-4F46-ADE6-3D84A421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pPr algn="ctr"/>
            <a:r>
              <a:rPr lang="fr-FR" sz="6000" dirty="0">
                <a:latin typeface="+mn-lt"/>
                <a:ea typeface="+mn-ea"/>
                <a:cs typeface="+mn-cs"/>
              </a:rPr>
              <a:t>Questions diverses</a:t>
            </a:r>
            <a:endParaRPr lang="fr-FR" sz="6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2" descr="RÃ©sultat de recherche d'images pour &quot;logo val d'oise&quot;">
            <a:extLst>
              <a:ext uri="{FF2B5EF4-FFF2-40B4-BE49-F238E27FC236}">
                <a16:creationId xmlns:a16="http://schemas.microsoft.com/office/drawing/2014/main" id="{AF07C0FE-0477-44EE-88DE-9068EE8A1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595" y="243830"/>
            <a:ext cx="1613795" cy="90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58BC17E-E2D1-4A3B-9AA3-E0698093C4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52" y="269897"/>
            <a:ext cx="1785419" cy="875389"/>
          </a:xfrm>
          <a:prstGeom prst="rect">
            <a:avLst/>
          </a:prstGeom>
        </p:spPr>
      </p:pic>
      <p:pic>
        <p:nvPicPr>
          <p:cNvPr id="14" name="Picture 2" descr="Délégation académique au numérique éducatif - Académie de Versailles">
            <a:extLst>
              <a:ext uri="{FF2B5EF4-FFF2-40B4-BE49-F238E27FC236}">
                <a16:creationId xmlns:a16="http://schemas.microsoft.com/office/drawing/2014/main" id="{2E2BAD11-A8CB-4C03-AE6C-1DE6B626E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528" y="0"/>
            <a:ext cx="1371600" cy="114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46543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1BD8E5-A18E-435C-B431-90A6B59F4B6F}">
  <ds:schemaRefs>
    <ds:schemaRef ds:uri="http://purl.org/dc/dcmitype/"/>
    <ds:schemaRef ds:uri="http://schemas.openxmlformats.org/package/2006/metadata/core-properties"/>
    <ds:schemaRef ds:uri="a4f35948-e619-41b3-aa29-22878b09cfd2"/>
    <ds:schemaRef ds:uri="http://purl.org/dc/elements/1.1/"/>
    <ds:schemaRef ds:uri="http://schemas.microsoft.com/office/2006/documentManagement/types"/>
    <ds:schemaRef ds:uri="40262f94-9f35-4ac3-9a90-690165a166b7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453</Words>
  <Application>Microsoft Office PowerPoint</Application>
  <PresentationFormat>Grand écran</PresentationFormat>
  <Paragraphs>110</Paragraphs>
  <Slides>37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Roboto</vt:lpstr>
      <vt:lpstr>Rétrospective</vt:lpstr>
      <vt:lpstr>VObot 2021</vt:lpstr>
      <vt:lpstr>Marine SAVOURET </vt:lpstr>
      <vt:lpstr>Cyril Chartraire et Laurent TOUCHE</vt:lpstr>
      <vt:lpstr>Présentation PowerPoint</vt:lpstr>
      <vt:lpstr>Presentation du module  RGB Line Follower</vt:lpstr>
      <vt:lpstr>Différences avec le suiveur de ligne</vt:lpstr>
      <vt:lpstr>Initialiser le capteur </vt:lpstr>
      <vt:lpstr>Initialiser le capteur </vt:lpstr>
      <vt:lpstr>Installer l’extension</vt:lpstr>
      <vt:lpstr>/!\ Choix du port</vt:lpstr>
      <vt:lpstr>Régler la sensibilité</vt:lpstr>
      <vt:lpstr>Suivre une ligne   RGB Line Follower</vt:lpstr>
      <vt:lpstr>Ancien suiveur de ligne</vt:lpstr>
      <vt:lpstr>Position offset – Vitesse différentielle</vt:lpstr>
      <vt:lpstr>Atelier</vt:lpstr>
      <vt:lpstr>Position offset – Vitesse différentielle</vt:lpstr>
      <vt:lpstr>Ateliers</vt:lpstr>
      <vt:lpstr>Atelier</vt:lpstr>
      <vt:lpstr>Position offset – Vitesse différentielle</vt:lpstr>
      <vt:lpstr>Solution </vt:lpstr>
      <vt:lpstr>Astuce</vt:lpstr>
      <vt:lpstr>Détecter une intersection   RGB Line Follower</vt:lpstr>
      <vt:lpstr>Utilisation des 4 capteurs</vt:lpstr>
      <vt:lpstr>A quoi correspond le 1 et le 0 ?</vt:lpstr>
      <vt:lpstr>Correspondance</vt:lpstr>
      <vt:lpstr>Ateliers</vt:lpstr>
      <vt:lpstr>Atelier</vt:lpstr>
      <vt:lpstr>Autres fonctionnalités   RGB Line Follower</vt:lpstr>
      <vt:lpstr>Les autres briques</vt:lpstr>
      <vt:lpstr>Arrière plan</vt:lpstr>
      <vt:lpstr>Couleur de la cible</vt:lpstr>
      <vt:lpstr>Valeur de retour</vt:lpstr>
      <vt:lpstr>Ateliers</vt:lpstr>
      <vt:lpstr>Atelier</vt:lpstr>
      <vt:lpstr>Atelier * Disponible sur l’ENT</vt:lpstr>
      <vt:lpstr>Pour aller plus loin Mission – Le radiateur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VObot 2021</dc:title>
  <dc:creator>Romain Rachenne</dc:creator>
  <cp:lastModifiedBy>Romain Rachenne</cp:lastModifiedBy>
  <cp:revision>19</cp:revision>
  <dcterms:created xsi:type="dcterms:W3CDTF">2021-01-27T14:04:32Z</dcterms:created>
  <dcterms:modified xsi:type="dcterms:W3CDTF">2021-03-19T08:09:18Z</dcterms:modified>
</cp:coreProperties>
</file>