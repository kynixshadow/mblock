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30"/>
  </p:notesMasterIdLst>
  <p:handoutMasterIdLst>
    <p:handoutMasterId r:id="rId31"/>
  </p:handoutMasterIdLst>
  <p:sldIdLst>
    <p:sldId id="257" r:id="rId5"/>
    <p:sldId id="358" r:id="rId6"/>
    <p:sldId id="359" r:id="rId7"/>
    <p:sldId id="292" r:id="rId8"/>
    <p:sldId id="379" r:id="rId9"/>
    <p:sldId id="389" r:id="rId10"/>
    <p:sldId id="397" r:id="rId11"/>
    <p:sldId id="398" r:id="rId12"/>
    <p:sldId id="399" r:id="rId13"/>
    <p:sldId id="400" r:id="rId14"/>
    <p:sldId id="392" r:id="rId15"/>
    <p:sldId id="401" r:id="rId16"/>
    <p:sldId id="408" r:id="rId17"/>
    <p:sldId id="360" r:id="rId18"/>
    <p:sldId id="406" r:id="rId19"/>
    <p:sldId id="394" r:id="rId20"/>
    <p:sldId id="402" r:id="rId21"/>
    <p:sldId id="409" r:id="rId22"/>
    <p:sldId id="403" r:id="rId23"/>
    <p:sldId id="407" r:id="rId24"/>
    <p:sldId id="405" r:id="rId25"/>
    <p:sldId id="404" r:id="rId26"/>
    <p:sldId id="410" r:id="rId27"/>
    <p:sldId id="395" r:id="rId28"/>
    <p:sldId id="396" r:id="rId29"/>
  </p:sldIdLst>
  <p:sldSz cx="12192000" cy="6858000"/>
  <p:notesSz cx="6797675" cy="9926638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2E9F63-8DE0-489A-A1B2-32A308F9E609}" v="24" dt="2021-01-27T14:06:48.748"/>
    <p1510:client id="{D11DE92B-2652-46CF-9859-74DC33324D2E}" v="364" dt="2021-01-26T21:40:28.269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0" autoAdjust="0"/>
    <p:restoredTop sz="94704" autoAdjust="0"/>
  </p:normalViewPr>
  <p:slideViewPr>
    <p:cSldViewPr snapToGrid="0">
      <p:cViewPr varScale="1">
        <p:scale>
          <a:sx n="71" d="100"/>
          <a:sy n="71" d="100"/>
        </p:scale>
        <p:origin x="76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7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Rachenne" userId="d05ffb5d262588ec" providerId="LiveId" clId="{06656A3A-E950-4235-A17B-3814C8920733}"/>
    <pc:docChg chg="undo custSel mod addSld modSld">
      <pc:chgData name="Romain Rachenne" userId="d05ffb5d262588ec" providerId="LiveId" clId="{06656A3A-E950-4235-A17B-3814C8920733}" dt="2020-01-14T09:10:29.619" v="49" actId="20577"/>
      <pc:docMkLst>
        <pc:docMk/>
      </pc:docMkLst>
      <pc:sldChg chg="modSp">
        <pc:chgData name="Romain Rachenne" userId="d05ffb5d262588ec" providerId="LiveId" clId="{06656A3A-E950-4235-A17B-3814C8920733}" dt="2020-01-14T09:09:08.270" v="15" actId="20577"/>
        <pc:sldMkLst>
          <pc:docMk/>
          <pc:sldMk cId="209503933" sldId="293"/>
        </pc:sldMkLst>
        <pc:spChg chg="mod">
          <ac:chgData name="Romain Rachenne" userId="d05ffb5d262588ec" providerId="LiveId" clId="{06656A3A-E950-4235-A17B-3814C8920733}" dt="2020-01-14T09:09:08.270" v="15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modSp">
        <pc:chgData name="Romain Rachenne" userId="d05ffb5d262588ec" providerId="LiveId" clId="{06656A3A-E950-4235-A17B-3814C8920733}" dt="2020-01-14T09:09:34.534" v="36" actId="20577"/>
        <pc:sldMkLst>
          <pc:docMk/>
          <pc:sldMk cId="4176775444" sldId="315"/>
        </pc:sldMkLst>
        <pc:spChg chg="mod">
          <ac:chgData name="Romain Rachenne" userId="d05ffb5d262588ec" providerId="LiveId" clId="{06656A3A-E950-4235-A17B-3814C8920733}" dt="2020-01-14T09:09:34.534" v="36" actId="20577"/>
          <ac:spMkLst>
            <pc:docMk/>
            <pc:sldMk cId="4176775444" sldId="315"/>
            <ac:spMk id="28" creationId="{A75684BF-3755-4E0C-A265-53BED496AE66}"/>
          </ac:spMkLst>
        </pc:spChg>
      </pc:sldChg>
      <pc:sldChg chg="modSp">
        <pc:chgData name="Romain Rachenne" userId="d05ffb5d262588ec" providerId="LiveId" clId="{06656A3A-E950-4235-A17B-3814C8920733}" dt="2020-01-14T09:10:24.504" v="47" actId="20577"/>
        <pc:sldMkLst>
          <pc:docMk/>
          <pc:sldMk cId="325053439" sldId="316"/>
        </pc:sldMkLst>
        <pc:spChg chg="mod">
          <ac:chgData name="Romain Rachenne" userId="d05ffb5d262588ec" providerId="LiveId" clId="{06656A3A-E950-4235-A17B-3814C8920733}" dt="2020-01-14T09:10:24.504" v="47" actId="20577"/>
          <ac:spMkLst>
            <pc:docMk/>
            <pc:sldMk cId="325053439" sldId="316"/>
            <ac:spMk id="2" creationId="{75B29198-38D2-4F14-8368-E19B38755140}"/>
          </ac:spMkLst>
        </pc:spChg>
      </pc:sldChg>
      <pc:sldChg chg="modSp">
        <pc:chgData name="Romain Rachenne" userId="d05ffb5d262588ec" providerId="LiveId" clId="{06656A3A-E950-4235-A17B-3814C8920733}" dt="2020-01-14T09:10:29.619" v="49" actId="20577"/>
        <pc:sldMkLst>
          <pc:docMk/>
          <pc:sldMk cId="3681781555" sldId="317"/>
        </pc:sldMkLst>
        <pc:spChg chg="mod">
          <ac:chgData name="Romain Rachenne" userId="d05ffb5d262588ec" providerId="LiveId" clId="{06656A3A-E950-4235-A17B-3814C8920733}" dt="2020-01-14T09:10:29.619" v="49" actId="20577"/>
          <ac:spMkLst>
            <pc:docMk/>
            <pc:sldMk cId="3681781555" sldId="317"/>
            <ac:spMk id="2" creationId="{E72E9791-C2DC-4B99-ABDA-520BD39549F0}"/>
          </ac:spMkLst>
        </pc:spChg>
      </pc:sldChg>
      <pc:sldChg chg="addSp delSp modSp add mod setBg delDesignElem">
        <pc:chgData name="Romain Rachenne" userId="d05ffb5d262588ec" providerId="LiveId" clId="{06656A3A-E950-4235-A17B-3814C8920733}" dt="2020-01-14T09:10:21.299" v="45"/>
        <pc:sldMkLst>
          <pc:docMk/>
          <pc:sldMk cId="1466029007" sldId="321"/>
        </pc:sldMkLst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" creationId="{197C80DD-D548-4B5D-B6F4-21C97F120760}"/>
          </ac:spMkLst>
        </pc:spChg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8" creationId="{A75684BF-3755-4E0C-A265-53BED496AE6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1" creationId="{B4C27B90-DF2B-4D00-BA07-18ED774CD2F1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2" creationId="{593ACC25-C262-417A-8AA9-0641C772BDB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3" creationId="{4E4490D0-3672-446A-AC12-B4830333BDDD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5" creationId="{39CB82C2-DF65-4EC1-8280-F201D50F570B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9" creationId="{FA4CD5CB-D209-4D70-8CA4-629731C59219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1" creationId="{BB2B8762-61F0-4F1B-9364-D633EE9D6AF5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3" creationId="{E97675C8-1328-460C-9EBF-6B446B67EAD3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7" creationId="{8B330648-BE73-41A0-9F64-E5B1075E2C2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1" creationId="{02C3C01D-C868-4B78-9A8F-417BF50A429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2" creationId="{4E4490D0-3672-446A-AC12-B4830333BDD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3" creationId="{8345B934-7CE4-4DA7-A0CB-2A2DF8818CE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4" creationId="{39CB82C2-DF65-4EC1-8280-F201D50F570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8" creationId="{FA4CD5CB-D209-4D70-8CA4-629731C59219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2" creationId="{B4C27B90-DF2B-4D00-BA07-18ED774CD2F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4" creationId="{593ACC25-C262-417A-8AA9-0641C772BDB6}"/>
          </ac:spMkLst>
        </pc:spChg>
        <pc:picChg chg="mod">
          <ac:chgData name="Romain Rachenne" userId="d05ffb5d262588ec" providerId="LiveId" clId="{06656A3A-E950-4235-A17B-3814C8920733}" dt="2020-01-14T09:10:12.200" v="40" actId="26606"/>
          <ac:picMkLst>
            <pc:docMk/>
            <pc:sldMk cId="1466029007" sldId="321"/>
            <ac:picMk id="7" creationId="{74BC4696-1BC0-4F3A-BDA0-ABAEBD0C034A}"/>
          </ac:picMkLst>
        </pc:picChg>
        <pc:picChg chg="add">
          <ac:chgData name="Romain Rachenne" userId="d05ffb5d262588ec" providerId="LiveId" clId="{06656A3A-E950-4235-A17B-3814C8920733}" dt="2020-01-14T09:10:18.914" v="44"/>
          <ac:picMkLst>
            <pc:docMk/>
            <pc:sldMk cId="1466029007" sldId="321"/>
            <ac:picMk id="29" creationId="{1ABF9CE3-4136-4880-BD37-8BD866C37452}"/>
          </ac:picMkLst>
        </pc:picChg>
        <pc:picChg chg="del mod">
          <ac:chgData name="Romain Rachenne" userId="d05ffb5d262588ec" providerId="LiveId" clId="{06656A3A-E950-4235-A17B-3814C8920733}" dt="2020-01-14T09:10:13.681" v="41" actId="478"/>
          <ac:picMkLst>
            <pc:docMk/>
            <pc:sldMk cId="1466029007" sldId="321"/>
            <ac:picMk id="34" creationId="{89C8E169-8E78-4A4E-B1E9-EF7D430B0BB3}"/>
          </ac:picMkLst>
        </pc:picChg>
        <pc:picChg chg="del">
          <ac:chgData name="Romain Rachenne" userId="d05ffb5d262588ec" providerId="LiveId" clId="{06656A3A-E950-4235-A17B-3814C8920733}" dt="2020-01-14T09:10:14.425" v="42" actId="478"/>
          <ac:picMkLst>
            <pc:docMk/>
            <pc:sldMk cId="1466029007" sldId="321"/>
            <ac:picMk id="36" creationId="{BE16ED3B-A3A7-47B0-A15F-3C5FD9C4DEDC}"/>
          </ac:picMkLst>
        </pc:picChg>
        <pc:picChg chg="add">
          <ac:chgData name="Romain Rachenne" userId="d05ffb5d262588ec" providerId="LiveId" clId="{06656A3A-E950-4235-A17B-3814C8920733}" dt="2020-01-14T09:10:21.299" v="45"/>
          <ac:picMkLst>
            <pc:docMk/>
            <pc:sldMk cId="1466029007" sldId="321"/>
            <ac:picMk id="38" creationId="{A1AE81D9-5DDE-43CC-AC15-E1BBBE06B848}"/>
          </ac:picMkLst>
        </pc:pic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0" creationId="{5C6A2BAE-B461-4B55-8E1F-0722ABDD1393}"/>
          </ac:cxnSpMkLst>
        </pc:cxn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7" creationId="{7E1D4427-852B-4B37-8E76-0E9F1810BA2A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5" creationId="{514EE78B-AF71-4195-A01B-F1165D9233BF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9" creationId="{6DAFB303-4B24-485A-B806-C147A23632BD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56" creationId="{7E1D4427-852B-4B37-8E76-0E9F1810BA2A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60" creationId="{5C6A2BAE-B461-4B55-8E1F-0722ABDD1393}"/>
          </ac:cxnSpMkLst>
        </pc:cxnChg>
      </pc:sldChg>
    </pc:docChg>
  </pc:docChgLst>
  <pc:docChgLst>
    <pc:chgData name="Romain Rachenne" userId="d05ffb5d262588ec" providerId="LiveId" clId="{E3807FEB-92A2-45B9-8B5D-9C9F9C2445ED}"/>
    <pc:docChg chg="undo custSel mod addSld delSld modSld sldOrd">
      <pc:chgData name="Romain Rachenne" userId="d05ffb5d262588ec" providerId="LiveId" clId="{E3807FEB-92A2-45B9-8B5D-9C9F9C2445ED}" dt="2020-12-09T14:31:27.935" v="3253" actId="20577"/>
      <pc:docMkLst>
        <pc:docMk/>
      </pc:docMkLst>
      <pc:sldChg chg="addSp modSp mod">
        <pc:chgData name="Romain Rachenne" userId="d05ffb5d262588ec" providerId="LiveId" clId="{E3807FEB-92A2-45B9-8B5D-9C9F9C2445ED}" dt="2020-12-09T14:05:30.415" v="3031" actId="1076"/>
        <pc:sldMkLst>
          <pc:docMk/>
          <pc:sldMk cId="1990881570" sldId="257"/>
        </pc:sldMkLst>
        <pc:spChg chg="mod">
          <ac:chgData name="Romain Rachenne" userId="d05ffb5d262588ec" providerId="LiveId" clId="{E3807FEB-92A2-45B9-8B5D-9C9F9C2445ED}" dt="2020-12-06T22:59:39.518" v="732" actId="20577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E3807FEB-92A2-45B9-8B5D-9C9F9C2445ED}" dt="2020-12-06T22:40:19.803" v="35" actId="20577"/>
          <ac:spMkLst>
            <pc:docMk/>
            <pc:sldMk cId="1990881570" sldId="257"/>
            <ac:spMk id="3" creationId="{00000000-0000-0000-0000-000000000000}"/>
          </ac:spMkLst>
        </pc:spChg>
        <pc:picChg chg="add mod">
          <ac:chgData name="Romain Rachenne" userId="d05ffb5d262588ec" providerId="LiveId" clId="{E3807FEB-92A2-45B9-8B5D-9C9F9C2445ED}" dt="2020-12-09T14:05:30.415" v="3031" actId="1076"/>
          <ac:picMkLst>
            <pc:docMk/>
            <pc:sldMk cId="1990881570" sldId="257"/>
            <ac:picMk id="10" creationId="{12396202-C6D0-424D-A49A-CFD03F13D508}"/>
          </ac:picMkLst>
        </pc:picChg>
      </pc:sldChg>
      <pc:sldChg chg="addSp modSp mod">
        <pc:chgData name="Romain Rachenne" userId="d05ffb5d262588ec" providerId="LiveId" clId="{E3807FEB-92A2-45B9-8B5D-9C9F9C2445ED}" dt="2020-12-09T14:19:06.800" v="3143" actId="1076"/>
        <pc:sldMkLst>
          <pc:docMk/>
          <pc:sldMk cId="782006460" sldId="292"/>
        </pc:sldMkLst>
        <pc:spChg chg="mod">
          <ac:chgData name="Romain Rachenne" userId="d05ffb5d262588ec" providerId="LiveId" clId="{E3807FEB-92A2-45B9-8B5D-9C9F9C2445ED}" dt="2020-12-07T15:27:17.972" v="2761" actId="1076"/>
          <ac:spMkLst>
            <pc:docMk/>
            <pc:sldMk cId="782006460" sldId="292"/>
            <ac:spMk id="5" creationId="{CA24649E-C454-4F33-B392-0356E6DC227A}"/>
          </ac:spMkLst>
        </pc:spChg>
        <pc:picChg chg="mod">
          <ac:chgData name="Romain Rachenne" userId="d05ffb5d262588ec" providerId="LiveId" clId="{E3807FEB-92A2-45B9-8B5D-9C9F9C2445ED}" dt="2020-12-09T14:19:06.800" v="3143" actId="1076"/>
          <ac:picMkLst>
            <pc:docMk/>
            <pc:sldMk cId="782006460" sldId="292"/>
            <ac:picMk id="2" creationId="{B8CFAE8E-2FFE-418D-8081-CD4958430758}"/>
          </ac:picMkLst>
        </pc:picChg>
        <pc:picChg chg="add mod">
          <ac:chgData name="Romain Rachenne" userId="d05ffb5d262588ec" providerId="LiveId" clId="{E3807FEB-92A2-45B9-8B5D-9C9F9C2445ED}" dt="2020-12-09T14:05:03.409" v="3029" actId="1076"/>
          <ac:picMkLst>
            <pc:docMk/>
            <pc:sldMk cId="782006460" sldId="292"/>
            <ac:picMk id="1026" creationId="{956188A3-9A7A-4699-AD49-2EBBAC98FA46}"/>
          </ac:picMkLst>
        </pc:picChg>
      </pc:sldChg>
      <pc:sldChg chg="addSp modSp mod">
        <pc:chgData name="Romain Rachenne" userId="d05ffb5d262588ec" providerId="LiveId" clId="{E3807FEB-92A2-45B9-8B5D-9C9F9C2445ED}" dt="2020-12-09T14:13:42.546" v="3141" actId="27636"/>
        <pc:sldMkLst>
          <pc:docMk/>
          <pc:sldMk cId="209503933" sldId="293"/>
        </pc:sldMkLst>
        <pc:spChg chg="mod">
          <ac:chgData name="Romain Rachenne" userId="d05ffb5d262588ec" providerId="LiveId" clId="{E3807FEB-92A2-45B9-8B5D-9C9F9C2445ED}" dt="2020-12-09T14:13:42.546" v="3141" actId="27636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E3807FEB-92A2-45B9-8B5D-9C9F9C2445ED}" dt="2020-12-06T23:07:06.786" v="930" actId="20577"/>
          <ac:spMkLst>
            <pc:docMk/>
            <pc:sldMk cId="209503933" sldId="293"/>
            <ac:spMk id="3" creationId="{9FE57C0E-CD38-4E23-A4D2-8FFD61996D1E}"/>
          </ac:spMkLst>
        </pc:spChg>
        <pc:picChg chg="add mod">
          <ac:chgData name="Romain Rachenne" userId="d05ffb5d262588ec" providerId="LiveId" clId="{E3807FEB-92A2-45B9-8B5D-9C9F9C2445ED}" dt="2020-12-09T14:05:34.520" v="3032"/>
          <ac:picMkLst>
            <pc:docMk/>
            <pc:sldMk cId="209503933" sldId="293"/>
            <ac:picMk id="6" creationId="{3DD358B1-036C-4E95-ADDB-A09E2CEECF12}"/>
          </ac:picMkLst>
        </pc:picChg>
      </pc:sldChg>
      <pc:sldChg chg="del">
        <pc:chgData name="Romain Rachenne" userId="d05ffb5d262588ec" providerId="LiveId" clId="{E3807FEB-92A2-45B9-8B5D-9C9F9C2445ED}" dt="2020-12-06T22:40:49.637" v="60" actId="47"/>
        <pc:sldMkLst>
          <pc:docMk/>
          <pc:sldMk cId="929417147" sldId="296"/>
        </pc:sldMkLst>
      </pc:sldChg>
      <pc:sldChg chg="del">
        <pc:chgData name="Romain Rachenne" userId="d05ffb5d262588ec" providerId="LiveId" clId="{E3807FEB-92A2-45B9-8B5D-9C9F9C2445ED}" dt="2020-12-06T22:40:54.113" v="61" actId="47"/>
        <pc:sldMkLst>
          <pc:docMk/>
          <pc:sldMk cId="1908614898" sldId="297"/>
        </pc:sldMkLst>
      </pc:sldChg>
      <pc:sldChg chg="addSp modSp">
        <pc:chgData name="Romain Rachenne" userId="d05ffb5d262588ec" providerId="LiveId" clId="{E3807FEB-92A2-45B9-8B5D-9C9F9C2445ED}" dt="2020-12-09T14:05:41.840" v="3034"/>
        <pc:sldMkLst>
          <pc:docMk/>
          <pc:sldMk cId="611248365" sldId="299"/>
        </pc:sldMkLst>
        <pc:picChg chg="add mod">
          <ac:chgData name="Romain Rachenne" userId="d05ffb5d262588ec" providerId="LiveId" clId="{E3807FEB-92A2-45B9-8B5D-9C9F9C2445ED}" dt="2020-12-09T14:05:41.840" v="3034"/>
          <ac:picMkLst>
            <pc:docMk/>
            <pc:sldMk cId="611248365" sldId="299"/>
            <ac:picMk id="14" creationId="{8DD6D8FF-5DD1-419A-8991-65D9AB38E7F0}"/>
          </ac:picMkLst>
        </pc:picChg>
      </pc:sldChg>
      <pc:sldChg chg="addSp modSp">
        <pc:chgData name="Romain Rachenne" userId="d05ffb5d262588ec" providerId="LiveId" clId="{E3807FEB-92A2-45B9-8B5D-9C9F9C2445ED}" dt="2020-12-09T14:05:44.264" v="3035"/>
        <pc:sldMkLst>
          <pc:docMk/>
          <pc:sldMk cId="1889928538" sldId="300"/>
        </pc:sldMkLst>
        <pc:picChg chg="add mod">
          <ac:chgData name="Romain Rachenne" userId="d05ffb5d262588ec" providerId="LiveId" clId="{E3807FEB-92A2-45B9-8B5D-9C9F9C2445ED}" dt="2020-12-09T14:05:44.264" v="3035"/>
          <ac:picMkLst>
            <pc:docMk/>
            <pc:sldMk cId="1889928538" sldId="300"/>
            <ac:picMk id="13" creationId="{0797788D-DE9D-4A81-854A-D6DED0E17FF1}"/>
          </ac:picMkLst>
        </pc:picChg>
      </pc:sldChg>
      <pc:sldChg chg="addSp modSp">
        <pc:chgData name="Romain Rachenne" userId="d05ffb5d262588ec" providerId="LiveId" clId="{E3807FEB-92A2-45B9-8B5D-9C9F9C2445ED}" dt="2020-12-09T14:06:20.870" v="3038"/>
        <pc:sldMkLst>
          <pc:docMk/>
          <pc:sldMk cId="736833271" sldId="301"/>
        </pc:sldMkLst>
        <pc:picChg chg="add mod">
          <ac:chgData name="Romain Rachenne" userId="d05ffb5d262588ec" providerId="LiveId" clId="{E3807FEB-92A2-45B9-8B5D-9C9F9C2445ED}" dt="2020-12-09T14:06:20.870" v="3038"/>
          <ac:picMkLst>
            <pc:docMk/>
            <pc:sldMk cId="736833271" sldId="301"/>
            <ac:picMk id="13" creationId="{19B4B2CC-5919-4997-81CB-6DB36723421D}"/>
          </ac:picMkLst>
        </pc:picChg>
      </pc:sldChg>
      <pc:sldChg chg="addSp modSp">
        <pc:chgData name="Romain Rachenne" userId="d05ffb5d262588ec" providerId="LiveId" clId="{E3807FEB-92A2-45B9-8B5D-9C9F9C2445ED}" dt="2020-12-09T14:06:39.588" v="3039"/>
        <pc:sldMkLst>
          <pc:docMk/>
          <pc:sldMk cId="1557803393" sldId="302"/>
        </pc:sldMkLst>
        <pc:picChg chg="add mod">
          <ac:chgData name="Romain Rachenne" userId="d05ffb5d262588ec" providerId="LiveId" clId="{E3807FEB-92A2-45B9-8B5D-9C9F9C2445ED}" dt="2020-12-09T14:06:39.588" v="3039"/>
          <ac:picMkLst>
            <pc:docMk/>
            <pc:sldMk cId="1557803393" sldId="302"/>
            <ac:picMk id="13" creationId="{B640DFB1-8638-460C-AFE9-820FA07D17BB}"/>
          </ac:picMkLst>
        </pc:picChg>
      </pc:sldChg>
      <pc:sldChg chg="addSp modSp">
        <pc:chgData name="Romain Rachenne" userId="d05ffb5d262588ec" providerId="LiveId" clId="{E3807FEB-92A2-45B9-8B5D-9C9F9C2445ED}" dt="2020-12-09T14:06:42.168" v="3040"/>
        <pc:sldMkLst>
          <pc:docMk/>
          <pc:sldMk cId="3279052357" sldId="303"/>
        </pc:sldMkLst>
        <pc:picChg chg="add mod">
          <ac:chgData name="Romain Rachenne" userId="d05ffb5d262588ec" providerId="LiveId" clId="{E3807FEB-92A2-45B9-8B5D-9C9F9C2445ED}" dt="2020-12-09T14:06:42.168" v="3040"/>
          <ac:picMkLst>
            <pc:docMk/>
            <pc:sldMk cId="3279052357" sldId="303"/>
            <ac:picMk id="13" creationId="{9AB31DF6-6651-42A5-8080-8A505E8EFDE6}"/>
          </ac:picMkLst>
        </pc:picChg>
      </pc:sldChg>
      <pc:sldChg chg="addSp modSp mod">
        <pc:chgData name="Romain Rachenne" userId="d05ffb5d262588ec" providerId="LiveId" clId="{E3807FEB-92A2-45B9-8B5D-9C9F9C2445ED}" dt="2020-12-09T14:06:45.324" v="3041"/>
        <pc:sldMkLst>
          <pc:docMk/>
          <pc:sldMk cId="2561025989" sldId="304"/>
        </pc:sldMkLst>
        <pc:spChg chg="mod">
          <ac:chgData name="Romain Rachenne" userId="d05ffb5d262588ec" providerId="LiveId" clId="{E3807FEB-92A2-45B9-8B5D-9C9F9C2445ED}" dt="2020-12-06T22:41:26.299" v="71" actId="20577"/>
          <ac:spMkLst>
            <pc:docMk/>
            <pc:sldMk cId="2561025989" sldId="304"/>
            <ac:spMk id="2" creationId="{B2573A26-394D-440A-AF90-FD17475BD578}"/>
          </ac:spMkLst>
        </pc:spChg>
        <pc:picChg chg="add mod">
          <ac:chgData name="Romain Rachenne" userId="d05ffb5d262588ec" providerId="LiveId" clId="{E3807FEB-92A2-45B9-8B5D-9C9F9C2445ED}" dt="2020-12-09T14:06:45.324" v="3041"/>
          <ac:picMkLst>
            <pc:docMk/>
            <pc:sldMk cId="2561025989" sldId="304"/>
            <ac:picMk id="11" creationId="{8CB59D50-DD2D-4D94-8190-C232ADC98203}"/>
          </ac:picMkLst>
        </pc:picChg>
      </pc:sldChg>
      <pc:sldChg chg="addSp modSp">
        <pc:chgData name="Romain Rachenne" userId="d05ffb5d262588ec" providerId="LiveId" clId="{E3807FEB-92A2-45B9-8B5D-9C9F9C2445ED}" dt="2020-12-09T14:06:48.428" v="3042"/>
        <pc:sldMkLst>
          <pc:docMk/>
          <pc:sldMk cId="2444492771" sldId="305"/>
        </pc:sldMkLst>
        <pc:picChg chg="add mod">
          <ac:chgData name="Romain Rachenne" userId="d05ffb5d262588ec" providerId="LiveId" clId="{E3807FEB-92A2-45B9-8B5D-9C9F9C2445ED}" dt="2020-12-09T14:06:48.428" v="3042"/>
          <ac:picMkLst>
            <pc:docMk/>
            <pc:sldMk cId="2444492771" sldId="305"/>
            <ac:picMk id="13" creationId="{299F3DC9-9DF1-4231-942F-853BBE41D19B}"/>
          </ac:picMkLst>
        </pc:picChg>
      </pc:sldChg>
      <pc:sldChg chg="addSp modSp">
        <pc:chgData name="Romain Rachenne" userId="d05ffb5d262588ec" providerId="LiveId" clId="{E3807FEB-92A2-45B9-8B5D-9C9F9C2445ED}" dt="2020-12-09T14:06:54.734" v="3044"/>
        <pc:sldMkLst>
          <pc:docMk/>
          <pc:sldMk cId="1578935267" sldId="306"/>
        </pc:sldMkLst>
        <pc:picChg chg="add mod">
          <ac:chgData name="Romain Rachenne" userId="d05ffb5d262588ec" providerId="LiveId" clId="{E3807FEB-92A2-45B9-8B5D-9C9F9C2445ED}" dt="2020-12-09T14:06:54.734" v="3044"/>
          <ac:picMkLst>
            <pc:docMk/>
            <pc:sldMk cId="1578935267" sldId="306"/>
            <ac:picMk id="16" creationId="{802D9F1B-50BC-41C2-9A30-BC041A31D5BA}"/>
          </ac:picMkLst>
        </pc:picChg>
      </pc:sldChg>
      <pc:sldChg chg="addSp modSp">
        <pc:chgData name="Romain Rachenne" userId="d05ffb5d262588ec" providerId="LiveId" clId="{E3807FEB-92A2-45B9-8B5D-9C9F9C2445ED}" dt="2020-12-09T14:06:50.532" v="3043"/>
        <pc:sldMkLst>
          <pc:docMk/>
          <pc:sldMk cId="914353542" sldId="307"/>
        </pc:sldMkLst>
        <pc:picChg chg="add mod">
          <ac:chgData name="Romain Rachenne" userId="d05ffb5d262588ec" providerId="LiveId" clId="{E3807FEB-92A2-45B9-8B5D-9C9F9C2445ED}" dt="2020-12-09T14:06:50.532" v="3043"/>
          <ac:picMkLst>
            <pc:docMk/>
            <pc:sldMk cId="914353542" sldId="307"/>
            <ac:picMk id="13" creationId="{84440A18-52BA-4E88-8551-3CDA82A30A61}"/>
          </ac:picMkLst>
        </pc:picChg>
      </pc:sldChg>
      <pc:sldChg chg="addSp modSp mod ord">
        <pc:chgData name="Romain Rachenne" userId="d05ffb5d262588ec" providerId="LiveId" clId="{E3807FEB-92A2-45B9-8B5D-9C9F9C2445ED}" dt="2020-12-09T14:06:17.553" v="3037" actId="14100"/>
        <pc:sldMkLst>
          <pc:docMk/>
          <pc:sldMk cId="2804954091" sldId="308"/>
        </pc:sldMkLst>
        <pc:spChg chg="mod">
          <ac:chgData name="Romain Rachenne" userId="d05ffb5d262588ec" providerId="LiveId" clId="{E3807FEB-92A2-45B9-8B5D-9C9F9C2445ED}" dt="2020-12-06T22:42:55.518" v="103" actId="20577"/>
          <ac:spMkLst>
            <pc:docMk/>
            <pc:sldMk cId="2804954091" sldId="308"/>
            <ac:spMk id="2" creationId="{14D26D25-252F-4F1D-8982-3A5D04480D5D}"/>
          </ac:spMkLst>
        </pc:spChg>
        <pc:picChg chg="mod">
          <ac:chgData name="Romain Rachenne" userId="d05ffb5d262588ec" providerId="LiveId" clId="{E3807FEB-92A2-45B9-8B5D-9C9F9C2445ED}" dt="2020-12-09T14:06:17.553" v="3037" actId="14100"/>
          <ac:picMkLst>
            <pc:docMk/>
            <pc:sldMk cId="2804954091" sldId="308"/>
            <ac:picMk id="4" creationId="{D7982D1A-CB2C-4CF4-B521-73DE56E7E857}"/>
          </ac:picMkLst>
        </pc:picChg>
        <pc:picChg chg="add mod">
          <ac:chgData name="Romain Rachenne" userId="d05ffb5d262588ec" providerId="LiveId" clId="{E3807FEB-92A2-45B9-8B5D-9C9F9C2445ED}" dt="2020-12-09T14:05:46.577" v="3036"/>
          <ac:picMkLst>
            <pc:docMk/>
            <pc:sldMk cId="2804954091" sldId="308"/>
            <ac:picMk id="13" creationId="{DBEA09BF-F18F-48A8-A82A-DFE4EE40EA67}"/>
          </ac:picMkLst>
        </pc:picChg>
      </pc:sldChg>
      <pc:sldChg chg="del">
        <pc:chgData name="Romain Rachenne" userId="d05ffb5d262588ec" providerId="LiveId" clId="{E3807FEB-92A2-45B9-8B5D-9C9F9C2445ED}" dt="2020-12-06T22:44:13.863" v="262" actId="47"/>
        <pc:sldMkLst>
          <pc:docMk/>
          <pc:sldMk cId="2737012127" sldId="309"/>
        </pc:sldMkLst>
      </pc:sldChg>
      <pc:sldChg chg="del">
        <pc:chgData name="Romain Rachenne" userId="d05ffb5d262588ec" providerId="LiveId" clId="{E3807FEB-92A2-45B9-8B5D-9C9F9C2445ED}" dt="2020-12-06T22:43:01.322" v="104" actId="47"/>
        <pc:sldMkLst>
          <pc:docMk/>
          <pc:sldMk cId="727029302" sldId="310"/>
        </pc:sldMkLst>
      </pc:sldChg>
      <pc:sldChg chg="del">
        <pc:chgData name="Romain Rachenne" userId="d05ffb5d262588ec" providerId="LiveId" clId="{E3807FEB-92A2-45B9-8B5D-9C9F9C2445ED}" dt="2020-12-06T22:44:11.155" v="261" actId="47"/>
        <pc:sldMkLst>
          <pc:docMk/>
          <pc:sldMk cId="596126318" sldId="311"/>
        </pc:sldMkLst>
      </pc:sldChg>
      <pc:sldChg chg="del">
        <pc:chgData name="Romain Rachenne" userId="d05ffb5d262588ec" providerId="LiveId" clId="{E3807FEB-92A2-45B9-8B5D-9C9F9C2445ED}" dt="2020-12-06T22:42:44.506" v="83" actId="47"/>
        <pc:sldMkLst>
          <pc:docMk/>
          <pc:sldMk cId="501262003" sldId="312"/>
        </pc:sldMkLst>
      </pc:sldChg>
      <pc:sldChg chg="del">
        <pc:chgData name="Romain Rachenne" userId="d05ffb5d262588ec" providerId="LiveId" clId="{E3807FEB-92A2-45B9-8B5D-9C9F9C2445ED}" dt="2020-12-06T22:43:02.011" v="105" actId="47"/>
        <pc:sldMkLst>
          <pc:docMk/>
          <pc:sldMk cId="3336453759" sldId="313"/>
        </pc:sldMkLst>
      </pc:sldChg>
      <pc:sldChg chg="add del">
        <pc:chgData name="Romain Rachenne" userId="d05ffb5d262588ec" providerId="LiveId" clId="{E3807FEB-92A2-45B9-8B5D-9C9F9C2445ED}" dt="2020-12-06T22:59:28.803" v="728" actId="47"/>
        <pc:sldMkLst>
          <pc:docMk/>
          <pc:sldMk cId="3759657653" sldId="314"/>
        </pc:sldMkLst>
      </pc:sldChg>
      <pc:sldChg chg="del">
        <pc:chgData name="Romain Rachenne" userId="d05ffb5d262588ec" providerId="LiveId" clId="{E3807FEB-92A2-45B9-8B5D-9C9F9C2445ED}" dt="2020-12-06T22:59:23.115" v="724" actId="47"/>
        <pc:sldMkLst>
          <pc:docMk/>
          <pc:sldMk cId="4176775444" sldId="315"/>
        </pc:sldMkLst>
      </pc:sldChg>
      <pc:sldChg chg="del">
        <pc:chgData name="Romain Rachenne" userId="d05ffb5d262588ec" providerId="LiveId" clId="{E3807FEB-92A2-45B9-8B5D-9C9F9C2445ED}" dt="2020-12-06T22:59:24.484" v="726" actId="47"/>
        <pc:sldMkLst>
          <pc:docMk/>
          <pc:sldMk cId="325053439" sldId="316"/>
        </pc:sldMkLst>
      </pc:sldChg>
      <pc:sldChg chg="del">
        <pc:chgData name="Romain Rachenne" userId="d05ffb5d262588ec" providerId="LiveId" clId="{E3807FEB-92A2-45B9-8B5D-9C9F9C2445ED}" dt="2020-12-06T22:59:24.918" v="727" actId="47"/>
        <pc:sldMkLst>
          <pc:docMk/>
          <pc:sldMk cId="3681781555" sldId="317"/>
        </pc:sldMkLst>
      </pc:sldChg>
      <pc:sldChg chg="add del">
        <pc:chgData name="Romain Rachenne" userId="d05ffb5d262588ec" providerId="LiveId" clId="{E3807FEB-92A2-45B9-8B5D-9C9F9C2445ED}" dt="2020-12-06T22:43:13.354" v="110" actId="47"/>
        <pc:sldMkLst>
          <pc:docMk/>
          <pc:sldMk cId="990746230" sldId="320"/>
        </pc:sldMkLst>
      </pc:sldChg>
      <pc:sldChg chg="del">
        <pc:chgData name="Romain Rachenne" userId="d05ffb5d262588ec" providerId="LiveId" clId="{E3807FEB-92A2-45B9-8B5D-9C9F9C2445ED}" dt="2020-12-06T22:59:23.929" v="725" actId="47"/>
        <pc:sldMkLst>
          <pc:docMk/>
          <pc:sldMk cId="1466029007" sldId="321"/>
        </pc:sldMkLst>
      </pc:sldChg>
      <pc:sldChg chg="addSp delSp modSp new mod modTransition setBg">
        <pc:chgData name="Romain Rachenne" userId="d05ffb5d262588ec" providerId="LiveId" clId="{E3807FEB-92A2-45B9-8B5D-9C9F9C2445ED}" dt="2020-12-09T14:13:35.365" v="3138" actId="1076"/>
        <pc:sldMkLst>
          <pc:docMk/>
          <pc:sldMk cId="1993337092" sldId="322"/>
        </pc:sldMkLst>
        <pc:spChg chg="mod or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" creationId="{D4F7714B-B43D-4167-80F0-13CEDD5F4C13}"/>
          </ac:spMkLst>
        </pc:spChg>
        <pc:spChg chg="del">
          <ac:chgData name="Romain Rachenne" userId="d05ffb5d262588ec" providerId="LiveId" clId="{E3807FEB-92A2-45B9-8B5D-9C9F9C2445ED}" dt="2020-12-07T15:14:05.542" v="2571" actId="478"/>
          <ac:spMkLst>
            <pc:docMk/>
            <pc:sldMk cId="1993337092" sldId="322"/>
            <ac:spMk id="3" creationId="{27D46B74-E9A7-4BB8-A45F-42F995EB044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6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2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6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8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5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9" creationId="{BE268116-E2A7-4F98-8812-192B4975E49B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3" creationId="{FBEFFA83-BC6D-4CD2-A2BA-98AD67423BF2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5" creationId="{AB5696BF-D495-4CAC-AA8A-4EBFF2C32A55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0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1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3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4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6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7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8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0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3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5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6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5:54.062" v="2584" actId="26606"/>
          <ac:picMkLst>
            <pc:docMk/>
            <pc:sldMk cId="1993337092" sldId="322"/>
            <ac:picMk id="4" creationId="{289AB069-9BE0-4CFC-BFF9-3DCB19A20432}"/>
          </ac:picMkLst>
        </pc:picChg>
        <pc:picChg chg="add mod">
          <ac:chgData name="Romain Rachenne" userId="d05ffb5d262588ec" providerId="LiveId" clId="{E3807FEB-92A2-45B9-8B5D-9C9F9C2445ED}" dt="2020-12-09T14:05:38.457" v="3033"/>
          <ac:picMkLst>
            <pc:docMk/>
            <pc:sldMk cId="1993337092" sldId="322"/>
            <ac:picMk id="13" creationId="{E06E1C90-8E8B-425E-9CBB-1D9F6DB517BC}"/>
          </ac:picMkLst>
        </pc:picChg>
        <pc:picChg chg="add mod">
          <ac:chgData name="Romain Rachenne" userId="d05ffb5d262588ec" providerId="LiveId" clId="{E3807FEB-92A2-45B9-8B5D-9C9F9C2445ED}" dt="2020-12-07T15:16:03.448" v="2585"/>
          <ac:picMkLst>
            <pc:docMk/>
            <pc:sldMk cId="1993337092" sldId="322"/>
            <ac:picMk id="44" creationId="{FB379D8A-12CA-4AF8-AD0D-D605A3ECE19F}"/>
          </ac:picMkLst>
        </pc:picChg>
        <pc:picChg chg="add mod">
          <ac:chgData name="Romain Rachenne" userId="d05ffb5d262588ec" providerId="LiveId" clId="{E3807FEB-92A2-45B9-8B5D-9C9F9C2445ED}" dt="2020-12-09T14:13:35.365" v="3138" actId="1076"/>
          <ac:picMkLst>
            <pc:docMk/>
            <pc:sldMk cId="1993337092" sldId="322"/>
            <ac:picMk id="46" creationId="{5AE6BCF0-30CC-4A22-AF14-8EB30B1B08D0}"/>
          </ac:picMkLst>
        </pc:pic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0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4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47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51" creationId="{73D8893D-DEBE-4F67-901F-166F75E9C6E7}"/>
          </ac:cxnSpMkLst>
        </pc:cxnChg>
        <pc:cxnChg chg="add del">
          <ac:chgData name="Romain Rachenne" userId="d05ffb5d262588ec" providerId="LiveId" clId="{E3807FEB-92A2-45B9-8B5D-9C9F9C2445ED}" dt="2020-12-07T15:15:52.979" v="2581" actId="26606"/>
          <ac:cxnSpMkLst>
            <pc:docMk/>
            <pc:sldMk cId="1993337092" sldId="322"/>
            <ac:cxnSpMk id="5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4.037" v="2583" actId="26606"/>
          <ac:cxnSpMkLst>
            <pc:docMk/>
            <pc:sldMk cId="1993337092" sldId="322"/>
            <ac:cxnSpMk id="6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2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4" creationId="{6B5B1DD8-6224-4137-8621-32982B00F9FC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6:57.434" v="3045"/>
        <pc:sldMkLst>
          <pc:docMk/>
          <pc:sldMk cId="3484099205" sldId="323"/>
        </pc:sldMkLst>
        <pc:spChg chg="mo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" creationId="{1FD163B8-A24B-404C-80E8-55934821F0FA}"/>
          </ac:spMkLst>
        </pc:spChg>
        <pc:spChg chg="del">
          <ac:chgData name="Romain Rachenne" userId="d05ffb5d262588ec" providerId="LiveId" clId="{E3807FEB-92A2-45B9-8B5D-9C9F9C2445ED}" dt="2020-12-07T13:31:59.652" v="2127"/>
          <ac:spMkLst>
            <pc:docMk/>
            <pc:sldMk cId="3484099205" sldId="323"/>
            <ac:spMk id="3" creationId="{D66507D2-96C6-4B3E-9650-352DD768F024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1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3" creationId="{593ACC25-C262-417A-8AA9-0641C772BDB6}"/>
          </ac:spMkLst>
        </pc:spChg>
        <pc:picChg chg="add del mod">
          <ac:chgData name="Romain Rachenne" userId="d05ffb5d262588ec" providerId="LiveId" clId="{E3807FEB-92A2-45B9-8B5D-9C9F9C2445ED}" dt="2020-12-07T13:32:09.404" v="2128" actId="478"/>
          <ac:picMkLst>
            <pc:docMk/>
            <pc:sldMk cId="3484099205" sldId="323"/>
            <ac:picMk id="4" creationId="{0C1C2CBE-DC00-432E-B3BC-4C37248AA48D}"/>
          </ac:picMkLst>
        </pc:picChg>
        <pc:picChg chg="add del mod">
          <ac:chgData name="Romain Rachenne" userId="d05ffb5d262588ec" providerId="LiveId" clId="{E3807FEB-92A2-45B9-8B5D-9C9F9C2445ED}" dt="2020-12-07T13:32:10.586" v="2129" actId="478"/>
          <ac:picMkLst>
            <pc:docMk/>
            <pc:sldMk cId="3484099205" sldId="323"/>
            <ac:picMk id="5" creationId="{63852A32-40D5-4AA9-8A81-AF563C62D12D}"/>
          </ac:picMkLst>
        </pc:picChg>
        <pc:picChg chg="add mod">
          <ac:chgData name="Romain Rachenne" userId="d05ffb5d262588ec" providerId="LiveId" clId="{E3807FEB-92A2-45B9-8B5D-9C9F9C2445ED}" dt="2020-12-07T13:32:12.883" v="2130" actId="26606"/>
          <ac:picMkLst>
            <pc:docMk/>
            <pc:sldMk cId="3484099205" sldId="323"/>
            <ac:picMk id="6" creationId="{F3BA9CF5-E530-4646-8BC1-ECBEEBFF26CF}"/>
          </ac:picMkLst>
        </pc:picChg>
        <pc:picChg chg="add mod">
          <ac:chgData name="Romain Rachenne" userId="d05ffb5d262588ec" providerId="LiveId" clId="{E3807FEB-92A2-45B9-8B5D-9C9F9C2445ED}" dt="2020-12-07T15:16:11.276" v="2588" actId="1036"/>
          <ac:picMkLst>
            <pc:docMk/>
            <pc:sldMk cId="3484099205" sldId="323"/>
            <ac:picMk id="14" creationId="{7517EC85-F4D9-49A7-8445-412E0E0DAA8B}"/>
          </ac:picMkLst>
        </pc:picChg>
        <pc:picChg chg="add mod">
          <ac:chgData name="Romain Rachenne" userId="d05ffb5d262588ec" providerId="LiveId" clId="{E3807FEB-92A2-45B9-8B5D-9C9F9C2445ED}" dt="2020-12-07T15:17:59.025" v="2626"/>
          <ac:picMkLst>
            <pc:docMk/>
            <pc:sldMk cId="3484099205" sldId="323"/>
            <ac:picMk id="16" creationId="{91BC759D-8FDE-496C-8D80-A94F3D684C42}"/>
          </ac:picMkLst>
        </pc:picChg>
        <pc:picChg chg="add mod">
          <ac:chgData name="Romain Rachenne" userId="d05ffb5d262588ec" providerId="LiveId" clId="{E3807FEB-92A2-45B9-8B5D-9C9F9C2445ED}" dt="2020-12-09T14:06:57.434" v="3045"/>
          <ac:picMkLst>
            <pc:docMk/>
            <pc:sldMk cId="3484099205" sldId="323"/>
            <ac:picMk id="18" creationId="{9BA494E2-50F1-42CA-B121-B494A83AC6F6}"/>
          </ac:picMkLst>
        </pc:pic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9" creationId="{5C6A2BAE-B461-4B55-8E1F-0722ABDD1393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29:01.039" v="3145" actId="20577"/>
        <pc:sldMkLst>
          <pc:docMk/>
          <pc:sldMk cId="2146091089" sldId="324"/>
        </pc:sldMkLst>
        <pc:spChg chg="mod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2" creationId="{D11FAE35-D882-4808-BC79-41E636B7A22D}"/>
          </ac:spMkLst>
        </pc:spChg>
        <pc:spChg chg="del mod">
          <ac:chgData name="Romain Rachenne" userId="d05ffb5d262588ec" providerId="LiveId" clId="{E3807FEB-92A2-45B9-8B5D-9C9F9C2445ED}" dt="2020-12-06T23:22:47.798" v="1668" actId="26606"/>
          <ac:spMkLst>
            <pc:docMk/>
            <pc:sldMk cId="2146091089" sldId="324"/>
            <ac:spMk id="3" creationId="{DFD8851E-4531-47C6-BA50-1A14699E2FBC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3" creationId="{B7AF614F-5BC3-4086-99F5-B87C5847A071}"/>
          </ac:spMkLst>
        </pc:spChg>
        <pc:graphicFrameChg chg="add mod ord modGraphic">
          <ac:chgData name="Romain Rachenne" userId="d05ffb5d262588ec" providerId="LiveId" clId="{E3807FEB-92A2-45B9-8B5D-9C9F9C2445ED}" dt="2020-12-09T14:29:01.039" v="3145" actId="20577"/>
          <ac:graphicFrameMkLst>
            <pc:docMk/>
            <pc:sldMk cId="2146091089" sldId="32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7" creationId="{4CA2FCE9-FE1D-468A-8803-E06C191D7016}"/>
          </ac:picMkLst>
        </pc:picChg>
        <pc:picChg chg="add mo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E3807FEB-92A2-45B9-8B5D-9C9F9C2445ED}" dt="2020-12-09T14:07:46.332" v="3055"/>
          <ac:picMkLst>
            <pc:docMk/>
            <pc:sldMk cId="2146091089" sldId="324"/>
            <ac:picMk id="9" creationId="{96E47F7F-B6B7-484F-A1D1-6F1043EA339E}"/>
          </ac:picMkLst>
        </pc:picChg>
        <pc:picChg chg="add mod">
          <ac:chgData name="Romain Rachenne" userId="d05ffb5d262588ec" providerId="LiveId" clId="{E3807FEB-92A2-45B9-8B5D-9C9F9C2445ED}" dt="2020-12-07T15:21:21.239" v="2662"/>
          <ac:picMkLst>
            <pc:docMk/>
            <pc:sldMk cId="2146091089" sldId="324"/>
            <ac:picMk id="10" creationId="{53A02A1E-FD16-4646-9690-F699FD39A32D}"/>
          </ac:picMkLst>
        </pc:picChg>
      </pc:sldChg>
      <pc:sldChg chg="modSp new del mod ord">
        <pc:chgData name="Romain Rachenne" userId="d05ffb5d262588ec" providerId="LiveId" clId="{E3807FEB-92A2-45B9-8B5D-9C9F9C2445ED}" dt="2020-12-06T22:55:12.782" v="395" actId="47"/>
        <pc:sldMkLst>
          <pc:docMk/>
          <pc:sldMk cId="1890038083" sldId="325"/>
        </pc:sldMkLst>
        <pc:spChg chg="mod">
          <ac:chgData name="Romain Rachenne" userId="d05ffb5d262588ec" providerId="LiveId" clId="{E3807FEB-92A2-45B9-8B5D-9C9F9C2445ED}" dt="2020-12-06T22:43:42.772" v="168" actId="20577"/>
          <ac:spMkLst>
            <pc:docMk/>
            <pc:sldMk cId="1890038083" sldId="325"/>
            <ac:spMk id="3" creationId="{CBA6F84F-9DF1-43BC-9183-BDAED2370CC4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7:02.015" v="3047"/>
        <pc:sldMkLst>
          <pc:docMk/>
          <pc:sldMk cId="4216515687" sldId="326"/>
        </pc:sldMkLst>
        <pc:spChg chg="mod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2" creationId="{46AF1247-B4C0-4993-A016-FF6DF7D9A8D1}"/>
          </ac:spMkLst>
        </pc:spChg>
        <pc:spChg chg="del mod">
          <ac:chgData name="Romain Rachenne" userId="d05ffb5d262588ec" providerId="LiveId" clId="{E3807FEB-92A2-45B9-8B5D-9C9F9C2445ED}" dt="2020-12-06T23:05:00.890" v="876" actId="26606"/>
          <ac:spMkLst>
            <pc:docMk/>
            <pc:sldMk cId="4216515687" sldId="326"/>
            <ac:spMk id="3" creationId="{EB686F66-36AD-4C38-A50C-12F2AF3EFFA3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0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4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6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8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9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20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2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3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4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6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7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8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3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7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9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4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6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8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50" creationId="{63E00694-E403-4987-8634-15F6D8E4C38C}"/>
          </ac:spMkLst>
        </pc:spChg>
        <pc:graphicFrameChg chg="add mod ord modGraphic">
          <ac:chgData name="Romain Rachenne" userId="d05ffb5d262588ec" providerId="LiveId" clId="{E3807FEB-92A2-45B9-8B5D-9C9F9C2445ED}" dt="2020-12-07T15:17:02.062" v="2606" actId="26606"/>
          <ac:graphicFrameMkLst>
            <pc:docMk/>
            <pc:sldMk cId="4216515687" sldId="326"/>
            <ac:graphicFrameMk id="5" creationId="{80FCEE63-5BEC-4D47-82C5-FBDE9F3FF032}"/>
          </ac:graphicFrameMkLst>
        </pc:graphicFrameChg>
        <pc:picChg chg="add mod">
          <ac:chgData name="Romain Rachenne" userId="d05ffb5d262588ec" providerId="LiveId" clId="{E3807FEB-92A2-45B9-8B5D-9C9F9C2445ED}" dt="2020-12-09T14:07:02.015" v="3047"/>
          <ac:picMkLst>
            <pc:docMk/>
            <pc:sldMk cId="4216515687" sldId="326"/>
            <ac:picMk id="6" creationId="{66DBFC6B-5734-43B5-83C1-14582FFA7B46}"/>
          </ac:picMkLst>
        </pc:picChg>
        <pc:picChg chg="add mod">
          <ac:chgData name="Romain Rachenne" userId="d05ffb5d262588ec" providerId="LiveId" clId="{E3807FEB-92A2-45B9-8B5D-9C9F9C2445ED}" dt="2020-12-07T15:16:13.943" v="2590"/>
          <ac:picMkLst>
            <pc:docMk/>
            <pc:sldMk cId="4216515687" sldId="326"/>
            <ac:picMk id="7" creationId="{9AC1B0EF-BCE5-438B-BA73-7C1721107EBD}"/>
          </ac:picMkLst>
        </pc:picChg>
        <pc:picChg chg="add mod">
          <ac:chgData name="Romain Rachenne" userId="d05ffb5d262588ec" providerId="LiveId" clId="{E3807FEB-92A2-45B9-8B5D-9C9F9C2445ED}" dt="2020-12-07T15:18:01.567" v="2628"/>
          <ac:picMkLst>
            <pc:docMk/>
            <pc:sldMk cId="4216515687" sldId="326"/>
            <ac:picMk id="16" creationId="{BC2B23B3-C4F6-4BAB-B417-068D1F0C55AD}"/>
          </ac:picMkLst>
        </pc:picChg>
        <pc:cxnChg chg="add del">
          <ac:chgData name="Romain Rachenne" userId="d05ffb5d262588ec" providerId="LiveId" clId="{E3807FEB-92A2-45B9-8B5D-9C9F9C2445ED}" dt="2020-12-06T23:05:31.338" v="884" actId="26606"/>
          <ac:cxnSpMkLst>
            <pc:docMk/>
            <pc:sldMk cId="4216515687" sldId="326"/>
            <ac:cxnSpMk id="12" creationId="{06DA680F-F6AC-453E-A8BF-C5BDED2851DE}"/>
          </ac:cxnSpMkLst>
        </pc:cxnChg>
        <pc:cxnChg chg="add del">
          <ac:chgData name="Romain Rachenne" userId="d05ffb5d262588ec" providerId="LiveId" clId="{E3807FEB-92A2-45B9-8B5D-9C9F9C2445ED}" dt="2020-12-07T15:16:48.121" v="2601" actId="26606"/>
          <ac:cxnSpMkLst>
            <pc:docMk/>
            <pc:sldMk cId="4216515687" sldId="326"/>
            <ac:cxnSpMk id="35" creationId="{06DA680F-F6AC-453E-A8BF-C5BDED2851DE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2.876" v="3053"/>
        <pc:sldMkLst>
          <pc:docMk/>
          <pc:sldMk cId="3547788640" sldId="327"/>
        </pc:sldMkLst>
        <pc:spChg chg="mod or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2" creationId="{8F552E0A-D2E0-4415-A747-48569702A124}"/>
          </ac:spMkLst>
        </pc:spChg>
        <pc:spChg chg="del">
          <ac:chgData name="Romain Rachenne" userId="d05ffb5d262588ec" providerId="LiveId" clId="{E3807FEB-92A2-45B9-8B5D-9C9F9C2445ED}" dt="2020-12-06T23:18:21.932" v="1317" actId="478"/>
          <ac:spMkLst>
            <pc:docMk/>
            <pc:sldMk cId="3547788640" sldId="327"/>
            <ac:spMk id="3" creationId="{C71DCF54-DBA5-4F6A-B91E-EEE8C1F2E50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4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6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8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9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4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0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4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6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6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2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6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8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3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2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5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7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8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0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1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3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4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5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0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2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3" creationId="{289CEAD5-ED2F-4675-9E4C-80B8A0E8A0A1}"/>
          </ac:spMkLst>
        </pc:spChg>
        <pc:picChg chg="add mod ord">
          <ac:chgData name="Romain Rachenne" userId="d05ffb5d262588ec" providerId="LiveId" clId="{E3807FEB-92A2-45B9-8B5D-9C9F9C2445ED}" dt="2020-12-07T15:18:42.320" v="2640" actId="26606"/>
          <ac:picMkLst>
            <pc:docMk/>
            <pc:sldMk cId="3547788640" sldId="327"/>
            <ac:picMk id="4" creationId="{F6E076CD-4288-4750-B4DE-046ABEBE8605}"/>
          </ac:picMkLst>
        </pc:picChg>
        <pc:picChg chg="add mod">
          <ac:chgData name="Romain Rachenne" userId="d05ffb5d262588ec" providerId="LiveId" clId="{E3807FEB-92A2-45B9-8B5D-9C9F9C2445ED}" dt="2020-12-09T14:07:42.876" v="3053"/>
          <ac:picMkLst>
            <pc:docMk/>
            <pc:sldMk cId="3547788640" sldId="327"/>
            <ac:picMk id="13" creationId="{B7FA7FC9-4A39-4E42-A3E7-984B17221629}"/>
          </ac:picMkLst>
        </pc:picChg>
        <pc:picChg chg="add mod">
          <ac:chgData name="Romain Rachenne" userId="d05ffb5d262588ec" providerId="LiveId" clId="{E3807FEB-92A2-45B9-8B5D-9C9F9C2445ED}" dt="2020-12-07T15:17:20.681" v="2611"/>
          <ac:picMkLst>
            <pc:docMk/>
            <pc:sldMk cId="3547788640" sldId="327"/>
            <ac:picMk id="30" creationId="{7AD1589B-7682-4242-AB57-2A75A509212B}"/>
          </ac:picMkLst>
        </pc:picChg>
        <pc:picChg chg="add mod">
          <ac:chgData name="Romain Rachenne" userId="d05ffb5d262588ec" providerId="LiveId" clId="{E3807FEB-92A2-45B9-8B5D-9C9F9C2445ED}" dt="2020-12-07T15:18:46.040" v="2641"/>
          <ac:picMkLst>
            <pc:docMk/>
            <pc:sldMk cId="3547788640" sldId="327"/>
            <ac:picMk id="32" creationId="{025D31EF-0089-406E-A6FA-2BEC06ADACCF}"/>
          </ac:picMkLst>
        </pc:picChg>
        <pc:picChg chg="add del mod">
          <ac:chgData name="Romain Rachenne" userId="d05ffb5d262588ec" providerId="LiveId" clId="{E3807FEB-92A2-45B9-8B5D-9C9F9C2445ED}" dt="2020-12-06T23:19:11.109" v="1327" actId="478"/>
          <ac:picMkLst>
            <pc:docMk/>
            <pc:sldMk cId="3547788640" sldId="327"/>
            <ac:picMk id="2050" creationId="{236AA07E-AD18-4A8F-926A-61ADA718CFF2}"/>
          </ac:picMkLst>
        </pc:pic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5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7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38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42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5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4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9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4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6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18:31.188" v="1324" actId="26606"/>
          <ac:cxnSpMkLst>
            <pc:docMk/>
            <pc:sldMk cId="3547788640" sldId="327"/>
            <ac:cxnSpMk id="2062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6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71" creationId="{E7A7CD63-7EC3-44F3-95D0-595C4019FF24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05.474" v="3048"/>
        <pc:sldMkLst>
          <pc:docMk/>
          <pc:sldMk cId="3415019206" sldId="328"/>
        </pc:sldMkLst>
        <pc:spChg chg="mod or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2" creationId="{AB3130B8-E896-4D98-90EE-14249DAADCEB}"/>
          </ac:spMkLst>
        </pc:spChg>
        <pc:spChg chg="del">
          <ac:chgData name="Romain Rachenne" userId="d05ffb5d262588ec" providerId="LiveId" clId="{E3807FEB-92A2-45B9-8B5D-9C9F9C2445ED}" dt="2020-12-06T23:06:41.410" v="912" actId="26606"/>
          <ac:spMkLst>
            <pc:docMk/>
            <pc:sldMk cId="3415019206" sldId="328"/>
            <ac:spMk id="3" creationId="{09BC0152-87D9-44BC-8491-E3003C31C9D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7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3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7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5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7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1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5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7" creationId="{289CEAD5-ED2F-4675-9E4C-80B8A0E8A0A1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2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5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6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7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8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9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1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2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3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8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7T15:16:15.481" v="2591"/>
          <ac:picMkLst>
            <pc:docMk/>
            <pc:sldMk cId="3415019206" sldId="328"/>
            <ac:picMk id="10" creationId="{227AEB82-A5ED-4431-B875-97695B2842BF}"/>
          </ac:picMkLst>
        </pc:picChg>
        <pc:picChg chg="add del mod">
          <ac:chgData name="Romain Rachenne" userId="d05ffb5d262588ec" providerId="LiveId" clId="{E3807FEB-92A2-45B9-8B5D-9C9F9C2445ED}" dt="2020-12-07T15:19:03.183" v="2645" actId="478"/>
          <ac:picMkLst>
            <pc:docMk/>
            <pc:sldMk cId="3415019206" sldId="328"/>
            <ac:picMk id="11" creationId="{DFF77AED-D32B-47C3-A4EF-F534BED4D382}"/>
          </ac:picMkLst>
        </pc:picChg>
        <pc:picChg chg="add mod">
          <ac:chgData name="Romain Rachenne" userId="d05ffb5d262588ec" providerId="LiveId" clId="{E3807FEB-92A2-45B9-8B5D-9C9F9C2445ED}" dt="2020-12-09T14:07:05.474" v="3048"/>
          <ac:picMkLst>
            <pc:docMk/>
            <pc:sldMk cId="3415019206" sldId="328"/>
            <ac:picMk id="13" creationId="{38C97797-DDAD-4FCE-8B0F-83F38DE28A80}"/>
          </ac:picMkLst>
        </pc:picChg>
        <pc:picChg chg="add mod">
          <ac:chgData name="Romain Rachenne" userId="d05ffb5d262588ec" providerId="LiveId" clId="{E3807FEB-92A2-45B9-8B5D-9C9F9C2445ED}" dt="2020-12-07T15:19:06.958" v="2647"/>
          <ac:picMkLst>
            <pc:docMk/>
            <pc:sldMk cId="3415019206" sldId="328"/>
            <ac:picMk id="19" creationId="{B56D25A0-E81D-4E5F-AC88-A18A75B02903}"/>
          </ac:picMkLst>
        </pc:picChg>
        <pc:picChg chg="add mod ord">
          <ac:chgData name="Romain Rachenne" userId="d05ffb5d262588ec" providerId="LiveId" clId="{E3807FEB-92A2-45B9-8B5D-9C9F9C2445ED}" dt="2020-12-07T15:19:05.155" v="2646" actId="26606"/>
          <ac:picMkLst>
            <pc:docMk/>
            <pc:sldMk cId="3415019206" sldId="32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9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8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93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3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43" creationId="{E7A7CD63-7EC3-44F3-95D0-595C4019FF24}"/>
          </ac:cxnSpMkLst>
        </pc:cxnChg>
        <pc:cxnChg chg="add del">
          <ac:chgData name="Romain Rachenne" userId="d05ffb5d262588ec" providerId="LiveId" clId="{E3807FEB-92A2-45B9-8B5D-9C9F9C2445ED}" dt="2020-12-06T23:33:33.603" v="2012" actId="26606"/>
          <ac:cxnSpMkLst>
            <pc:docMk/>
            <pc:sldMk cId="3415019206" sldId="328"/>
            <ac:cxnSpMk id="194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33:34.522" v="2014" actId="26606"/>
          <ac:cxnSpMkLst>
            <pc:docMk/>
            <pc:sldMk cId="3415019206" sldId="328"/>
            <ac:cxnSpMk id="10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1037" creationId="{7E1D4427-852B-4B37-8E76-0E9F1810BA2A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8.087" v="3056"/>
        <pc:sldMkLst>
          <pc:docMk/>
          <pc:sldMk cId="2576980164" sldId="329"/>
        </pc:sldMkLst>
        <pc:spChg chg="mod or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2" creationId="{2787197C-D96C-4991-BB48-A90B69FB2603}"/>
          </ac:spMkLst>
        </pc:spChg>
        <pc:spChg chg="del mod">
          <ac:chgData name="Romain Rachenne" userId="d05ffb5d262588ec" providerId="LiveId" clId="{E3807FEB-92A2-45B9-8B5D-9C9F9C2445ED}" dt="2020-12-06T23:21:37.871" v="1623" actId="478"/>
          <ac:spMkLst>
            <pc:docMk/>
            <pc:sldMk cId="2576980164" sldId="329"/>
            <ac:spMk id="3" creationId="{8D9A9A8E-EDDC-4639-9A74-6C034281EB9D}"/>
          </ac:spMkLst>
        </pc:spChg>
        <pc:spChg chg="add del mod">
          <ac:chgData name="Romain Rachenne" userId="d05ffb5d262588ec" providerId="LiveId" clId="{E3807FEB-92A2-45B9-8B5D-9C9F9C2445ED}" dt="2020-12-06T23:21:43.002" v="1625" actId="26606"/>
          <ac:spMkLst>
            <pc:docMk/>
            <pc:sldMk cId="2576980164" sldId="329"/>
            <ac:spMk id="5" creationId="{4D19CB9D-E260-41FF-9227-775D9F1C4783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5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7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1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5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7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7T15:17:26.666" v="2614"/>
          <ac:picMkLst>
            <pc:docMk/>
            <pc:sldMk cId="2576980164" sldId="329"/>
            <ac:picMk id="10" creationId="{8CB8EF0D-15A2-4EB7-A57E-6584A7704474}"/>
          </ac:picMkLst>
        </pc:picChg>
        <pc:picChg chg="add del mod">
          <ac:chgData name="Romain Rachenne" userId="d05ffb5d262588ec" providerId="LiveId" clId="{E3807FEB-92A2-45B9-8B5D-9C9F9C2445ED}" dt="2020-12-07T15:21:31.226" v="2664" actId="478"/>
          <ac:picMkLst>
            <pc:docMk/>
            <pc:sldMk cId="2576980164" sldId="329"/>
            <ac:picMk id="11" creationId="{650C8833-8861-4C9E-B6D3-7C578B7CD05B}"/>
          </ac:picMkLst>
        </pc:picChg>
        <pc:picChg chg="add mod">
          <ac:chgData name="Romain Rachenne" userId="d05ffb5d262588ec" providerId="LiveId" clId="{E3807FEB-92A2-45B9-8B5D-9C9F9C2445ED}" dt="2020-12-09T14:07:48.087" v="3056"/>
          <ac:picMkLst>
            <pc:docMk/>
            <pc:sldMk cId="2576980164" sldId="329"/>
            <ac:picMk id="13" creationId="{88722104-AB2A-4773-A4B3-9E479C65C972}"/>
          </ac:picMkLst>
        </pc:picChg>
        <pc:picChg chg="add mod">
          <ac:chgData name="Romain Rachenne" userId="d05ffb5d262588ec" providerId="LiveId" clId="{E3807FEB-92A2-45B9-8B5D-9C9F9C2445ED}" dt="2020-12-07T15:21:36.667" v="2666"/>
          <ac:picMkLst>
            <pc:docMk/>
            <pc:sldMk cId="2576980164" sldId="329"/>
            <ac:picMk id="19" creationId="{3320A0B7-5AEB-4192-A42D-458DD208D459}"/>
          </ac:picMkLst>
        </pc:picChg>
        <pc:picChg chg="add mod ord">
          <ac:chgData name="Romain Rachenne" userId="d05ffb5d262588ec" providerId="LiveId" clId="{E3807FEB-92A2-45B9-8B5D-9C9F9C2445ED}" dt="2020-12-07T15:21:33.852" v="2665" actId="26606"/>
          <ac:picMkLst>
            <pc:docMk/>
            <pc:sldMk cId="2576980164" sldId="329"/>
            <ac:picMk id="3074" creationId="{0856E6F6-2414-4CD0-BBFD-344A997C3680}"/>
          </ac:picMkLst>
        </pc:picChg>
        <pc:cxnChg chg="add del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43" creationId="{5C6A2BAE-B461-4B55-8E1F-0722ABDD1393}"/>
          </ac:cxnSpMkLst>
        </pc:cxnChg>
      </pc:sldChg>
      <pc:sldChg chg="new del">
        <pc:chgData name="Romain Rachenne" userId="d05ffb5d262588ec" providerId="LiveId" clId="{E3807FEB-92A2-45B9-8B5D-9C9F9C2445ED}" dt="2020-12-06T23:03:33.374" v="785" actId="47"/>
        <pc:sldMkLst>
          <pc:docMk/>
          <pc:sldMk cId="90053145" sldId="330"/>
        </pc:sldMkLst>
      </pc:sldChg>
      <pc:sldChg chg="addSp delSp modSp new mod ord modTransition setBg">
        <pc:chgData name="Romain Rachenne" userId="d05ffb5d262588ec" providerId="LiveId" clId="{E3807FEB-92A2-45B9-8B5D-9C9F9C2445ED}" dt="2020-12-09T14:07:35.470" v="3050"/>
        <pc:sldMkLst>
          <pc:docMk/>
          <pc:sldMk cId="845234078" sldId="331"/>
        </pc:sldMkLst>
        <pc:spChg chg="mod or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2" creationId="{52E7652C-AF54-4A5C-8C42-94B95AA0EE42}"/>
          </ac:spMkLst>
        </pc:spChg>
        <pc:spChg chg="del">
          <ac:chgData name="Romain Rachenne" userId="d05ffb5d262588ec" providerId="LiveId" clId="{E3807FEB-92A2-45B9-8B5D-9C9F9C2445ED}" dt="2020-12-06T23:13:29.824" v="996" actId="478"/>
          <ac:spMkLst>
            <pc:docMk/>
            <pc:sldMk cId="845234078" sldId="331"/>
            <ac:spMk id="3" creationId="{190610C5-3E11-4483-A943-18CD2B25E335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6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2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4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6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7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0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1" creationId="{984BBFDD-E720-4805-A9C8-129FBBF6DD70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6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8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2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6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8" creationId="{D2644120-A6B9-4D5C-8A60-E2F4CC220E77}"/>
          </ac:spMkLst>
        </pc:spChg>
        <pc:picChg chg="add mod ord">
          <ac:chgData name="Romain Rachenne" userId="d05ffb5d262588ec" providerId="LiveId" clId="{E3807FEB-92A2-45B9-8B5D-9C9F9C2445ED}" dt="2020-12-07T15:18:53.654" v="2643" actId="26606"/>
          <ac:picMkLst>
            <pc:docMk/>
            <pc:sldMk cId="845234078" sldId="331"/>
            <ac:picMk id="4" creationId="{594E7202-94E3-4A5F-B58B-AE68E1A46070}"/>
          </ac:picMkLst>
        </pc:picChg>
        <pc:picChg chg="add mod">
          <ac:chgData name="Romain Rachenne" userId="d05ffb5d262588ec" providerId="LiveId" clId="{E3807FEB-92A2-45B9-8B5D-9C9F9C2445ED}" dt="2020-12-07T15:17:16.027" v="2610"/>
          <ac:picMkLst>
            <pc:docMk/>
            <pc:sldMk cId="845234078" sldId="331"/>
            <ac:picMk id="10" creationId="{49C2BBB7-8A12-4528-8D0C-C32493B8ADF3}"/>
          </ac:picMkLst>
        </pc:picChg>
        <pc:picChg chg="add del mod">
          <ac:chgData name="Romain Rachenne" userId="d05ffb5d262588ec" providerId="LiveId" clId="{E3807FEB-92A2-45B9-8B5D-9C9F9C2445ED}" dt="2020-12-07T15:18:50.681" v="2642" actId="478"/>
          <ac:picMkLst>
            <pc:docMk/>
            <pc:sldMk cId="845234078" sldId="331"/>
            <ac:picMk id="11" creationId="{2D799C11-20C9-4B03-9A6F-DBAA8903EFC1}"/>
          </ac:picMkLst>
        </pc:picChg>
        <pc:picChg chg="add mod">
          <ac:chgData name="Romain Rachenne" userId="d05ffb5d262588ec" providerId="LiveId" clId="{E3807FEB-92A2-45B9-8B5D-9C9F9C2445ED}" dt="2020-12-09T14:07:35.470" v="3050"/>
          <ac:picMkLst>
            <pc:docMk/>
            <pc:sldMk cId="845234078" sldId="331"/>
            <ac:picMk id="13" creationId="{BCB6A1C4-3D93-488E-9E70-2B81DC294EF4}"/>
          </ac:picMkLst>
        </pc:picChg>
        <pc:picChg chg="add mod">
          <ac:chgData name="Romain Rachenne" userId="d05ffb5d262588ec" providerId="LiveId" clId="{E3807FEB-92A2-45B9-8B5D-9C9F9C2445ED}" dt="2020-12-07T15:18:55.707" v="2644"/>
          <ac:picMkLst>
            <pc:docMk/>
            <pc:sldMk cId="845234078" sldId="331"/>
            <ac:picMk id="19" creationId="{A5A04B06-025D-4F32-8095-CB6C5D5DEBEB}"/>
          </ac:picMkLst>
        </pc:pic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3:55.973" v="1017" actId="26606"/>
          <ac:cxnSpMkLst>
            <pc:docMk/>
            <pc:sldMk cId="845234078" sldId="331"/>
            <ac:cxnSpMk id="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4" creationId="{D28A9C89-B313-458F-9C85-515930A51A93}"/>
          </ac:cxnSpMkLst>
        </pc:cxnChg>
      </pc:sldChg>
      <pc:sldChg chg="modSp new del mod ord">
        <pc:chgData name="Romain Rachenne" userId="d05ffb5d262588ec" providerId="LiveId" clId="{E3807FEB-92A2-45B9-8B5D-9C9F9C2445ED}" dt="2020-12-06T23:29:32.641" v="1796" actId="47"/>
        <pc:sldMkLst>
          <pc:docMk/>
          <pc:sldMk cId="692328046" sldId="332"/>
        </pc:sldMkLst>
        <pc:spChg chg="mod">
          <ac:chgData name="Romain Rachenne" userId="d05ffb5d262588ec" providerId="LiveId" clId="{E3807FEB-92A2-45B9-8B5D-9C9F9C2445ED}" dt="2020-12-06T23:14:36.213" v="1066" actId="20577"/>
          <ac:spMkLst>
            <pc:docMk/>
            <pc:sldMk cId="692328046" sldId="332"/>
            <ac:spMk id="2" creationId="{50B8FD14-1F6A-4D18-904D-8B8C262EDB31}"/>
          </ac:spMkLst>
        </pc:spChg>
        <pc:spChg chg="mod">
          <ac:chgData name="Romain Rachenne" userId="d05ffb5d262588ec" providerId="LiveId" clId="{E3807FEB-92A2-45B9-8B5D-9C9F9C2445ED}" dt="2020-12-06T23:17:54.301" v="1316" actId="6549"/>
          <ac:spMkLst>
            <pc:docMk/>
            <pc:sldMk cId="692328046" sldId="332"/>
            <ac:spMk id="3" creationId="{8860C470-8CE2-43F7-81FE-45BBB24D63B6}"/>
          </ac:spMkLst>
        </pc:spChg>
      </pc:sldChg>
      <pc:sldChg chg="addSp delSp modSp new mod ord modTransition setBg">
        <pc:chgData name="Romain Rachenne" userId="d05ffb5d262588ec" providerId="LiveId" clId="{E3807FEB-92A2-45B9-8B5D-9C9F9C2445ED}" dt="2020-12-09T14:07:07.430" v="3049"/>
        <pc:sldMkLst>
          <pc:docMk/>
          <pc:sldMk cId="17619743" sldId="333"/>
        </pc:sldMkLst>
        <pc:spChg chg="mo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" creationId="{EDAC7B71-94A3-4188-AD4A-F05DE6B8E1A3}"/>
          </ac:spMkLst>
        </pc:spChg>
        <pc:spChg chg="del mod">
          <ac:chgData name="Romain Rachenne" userId="d05ffb5d262588ec" providerId="LiveId" clId="{E3807FEB-92A2-45B9-8B5D-9C9F9C2445ED}" dt="2020-12-07T13:34:49.852" v="2139" actId="478"/>
          <ac:spMkLst>
            <pc:docMk/>
            <pc:sldMk cId="17619743" sldId="333"/>
            <ac:spMk id="3" creationId="{AC5B8F14-FBF3-44AB-A239-1D4620176A49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0" creationId="{BB2B8762-61F0-4F1B-9364-D633EE9D6AF5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2" creationId="{E97675C8-1328-460C-9EBF-6B446B67EAD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6" creationId="{C6417104-D4C1-4710-9982-2154A7F48492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8" creationId="{626F1402-2DEC-4071-84AF-350C7BF00D4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2" creationId="{DA52A394-10F4-4AA5-90E4-634D1E919DBA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4" creationId="{07BDDC51-8BB2-42BE-8EA8-39B3E9AC1EF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9" creationId="{BB2B8762-61F0-4F1B-9364-D633EE9D6AF5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1" creationId="{E97675C8-1328-460C-9EBF-6B446B67EAD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5" creationId="{2AD83CFE-1CA3-4832-A4B9-C48CD1347C0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7" creationId="{BC98641C-7F74-435D-996F-A4387A3C3C2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9" creationId="{F530C0F6-C8DF-4539-B30C-8105DB618C20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41" creationId="{BAE51241-AA8B-4B82-9C59-6738DB85674C}"/>
          </ac:spMkLst>
        </pc:spChg>
        <pc:picChg chg="add mod">
          <ac:chgData name="Romain Rachenne" userId="d05ffb5d262588ec" providerId="LiveId" clId="{E3807FEB-92A2-45B9-8B5D-9C9F9C2445ED}" dt="2020-12-07T13:34:52.356" v="2141" actId="26606"/>
          <ac:picMkLst>
            <pc:docMk/>
            <pc:sldMk cId="17619743" sldId="333"/>
            <ac:picMk id="4" creationId="{E6AF84C5-247A-4733-A78E-D659937EE9BD}"/>
          </ac:picMkLst>
        </pc:picChg>
        <pc:picChg chg="add mod">
          <ac:chgData name="Romain Rachenne" userId="d05ffb5d262588ec" providerId="LiveId" clId="{E3807FEB-92A2-45B9-8B5D-9C9F9C2445ED}" dt="2020-12-07T15:16:26.024" v="2595" actId="1076"/>
          <ac:picMkLst>
            <pc:docMk/>
            <pc:sldMk cId="17619743" sldId="333"/>
            <ac:picMk id="5" creationId="{5DC94739-4CD3-460C-BF54-747898F709CF}"/>
          </ac:picMkLst>
        </pc:picChg>
        <pc:picChg chg="add mod">
          <ac:chgData name="Romain Rachenne" userId="d05ffb5d262588ec" providerId="LiveId" clId="{E3807FEB-92A2-45B9-8B5D-9C9F9C2445ED}" dt="2020-12-09T14:07:07.430" v="3049"/>
          <ac:picMkLst>
            <pc:docMk/>
            <pc:sldMk cId="17619743" sldId="333"/>
            <ac:picMk id="14" creationId="{18F23642-EE02-4C5A-B535-C577D5EE817E}"/>
          </ac:picMkLst>
        </pc:picChg>
        <pc:picChg chg="add mod">
          <ac:chgData name="Romain Rachenne" userId="d05ffb5d262588ec" providerId="LiveId" clId="{E3807FEB-92A2-45B9-8B5D-9C9F9C2445ED}" dt="2020-12-07T15:16:17.791" v="2592"/>
          <ac:picMkLst>
            <pc:docMk/>
            <pc:sldMk cId="17619743" sldId="333"/>
            <ac:picMk id="21" creationId="{F51F75D3-4BAD-4179-A837-1F2964A436CD}"/>
          </ac:picMkLst>
        </pc:picChg>
        <pc:picChg chg="add mod">
          <ac:chgData name="Romain Rachenne" userId="d05ffb5d262588ec" providerId="LiveId" clId="{E3807FEB-92A2-45B9-8B5D-9C9F9C2445ED}" dt="2020-12-07T15:18:06.893" v="2630"/>
          <ac:picMkLst>
            <pc:docMk/>
            <pc:sldMk cId="17619743" sldId="333"/>
            <ac:picMk id="23" creationId="{14E0AB3C-4853-4334-A90E-2DA284D0DA8E}"/>
          </ac:picMkLst>
        </pc:pic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14" creationId="{514EE78B-AF71-4195-A01B-F1165D9233BF}"/>
          </ac:cxnSpMkLst>
        </pc:cxn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20" creationId="{04733B62-1719-4677-A612-CA0AC0AD7482}"/>
          </ac:cxnSpMkLst>
        </pc:cxnChg>
        <pc:cxnChg chg="add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33" creationId="{514EE78B-AF71-4195-A01B-F1165D9233BF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6:59.887" v="3046"/>
        <pc:sldMkLst>
          <pc:docMk/>
          <pc:sldMk cId="4277785877" sldId="334"/>
        </pc:sldMkLst>
        <pc:spChg chg="mo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2" creationId="{F217BBEE-37DB-4022-8BBF-DF05E481D051}"/>
          </ac:spMkLst>
        </pc:spChg>
        <pc:spChg chg="del">
          <ac:chgData name="Romain Rachenne" userId="d05ffb5d262588ec" providerId="LiveId" clId="{E3807FEB-92A2-45B9-8B5D-9C9F9C2445ED}" dt="2020-12-07T13:32:34.155" v="2131" actId="478"/>
          <ac:spMkLst>
            <pc:docMk/>
            <pc:sldMk cId="4277785877" sldId="334"/>
            <ac:spMk id="3" creationId="{ADBF4179-5846-4243-81F0-431FCE5D8E46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7" creationId="{52C0B2E1-0268-42EC-ABD3-94F81A05BCBD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9" creationId="{7D2256B4-48EA-40FC-BBC0-AA1EE6E0080C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3" creationId="{8C6E698C-8155-4B8B-BDC9-B7299772B509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7" creationId="{8A549DE7-671D-4575-AF43-858FD99981CF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9" creationId="{C22D9B36-9BE7-472B-8808-7E0D6810738F}"/>
          </ac:spMkLst>
        </pc:spChg>
        <pc:picChg chg="add mod">
          <ac:chgData name="Romain Rachenne" userId="d05ffb5d262588ec" providerId="LiveId" clId="{E3807FEB-92A2-45B9-8B5D-9C9F9C2445ED}" dt="2020-12-07T15:16:12.545" v="2589"/>
          <ac:picMkLst>
            <pc:docMk/>
            <pc:sldMk cId="4277785877" sldId="334"/>
            <ac:picMk id="12" creationId="{F6F95B07-AC23-4ADC-9D01-9D4E128567A5}"/>
          </ac:picMkLst>
        </pc:picChg>
        <pc:picChg chg="add mod">
          <ac:chgData name="Romain Rachenne" userId="d05ffb5d262588ec" providerId="LiveId" clId="{E3807FEB-92A2-45B9-8B5D-9C9F9C2445ED}" dt="2020-12-07T15:18:00.280" v="2627"/>
          <ac:picMkLst>
            <pc:docMk/>
            <pc:sldMk cId="4277785877" sldId="334"/>
            <ac:picMk id="14" creationId="{5C310886-34A4-4CE4-8811-4A08C9DDDDAF}"/>
          </ac:picMkLst>
        </pc:picChg>
        <pc:picChg chg="add mod">
          <ac:chgData name="Romain Rachenne" userId="d05ffb5d262588ec" providerId="LiveId" clId="{E3807FEB-92A2-45B9-8B5D-9C9F9C2445ED}" dt="2020-12-09T14:06:59.887" v="3046"/>
          <ac:picMkLst>
            <pc:docMk/>
            <pc:sldMk cId="4277785877" sldId="334"/>
            <ac:picMk id="16" creationId="{61E000C2-6AEC-426B-BEEF-8E0A90A19F96}"/>
          </ac:picMkLst>
        </pc:pic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1" creationId="{3D44BCCA-102D-4A9D-B1E4-2450CAF0B05E}"/>
          </ac:cxnSpMkLst>
        </pc:cxn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5" creationId="{09525C9A-1972-4836-BA7A-706C946EF4DA}"/>
          </ac:cxnSpMkLst>
        </pc:cxnChg>
      </pc:sldChg>
      <pc:sldChg chg="delSp modSp new del mod">
        <pc:chgData name="Romain Rachenne" userId="d05ffb5d262588ec" providerId="LiveId" clId="{E3807FEB-92A2-45B9-8B5D-9C9F9C2445ED}" dt="2020-12-07T13:33:08.072" v="2134" actId="47"/>
        <pc:sldMkLst>
          <pc:docMk/>
          <pc:sldMk cId="396112470" sldId="335"/>
        </pc:sldMkLst>
        <pc:spChg chg="mod">
          <ac:chgData name="Romain Rachenne" userId="d05ffb5d262588ec" providerId="LiveId" clId="{E3807FEB-92A2-45B9-8B5D-9C9F9C2445ED}" dt="2020-12-06T23:02:58.824" v="784" actId="20577"/>
          <ac:spMkLst>
            <pc:docMk/>
            <pc:sldMk cId="396112470" sldId="335"/>
            <ac:spMk id="2" creationId="{65C5A7FF-7B4F-4E6C-80B2-9BB97C925066}"/>
          </ac:spMkLst>
        </pc:spChg>
        <pc:spChg chg="del">
          <ac:chgData name="Romain Rachenne" userId="d05ffb5d262588ec" providerId="LiveId" clId="{E3807FEB-92A2-45B9-8B5D-9C9F9C2445ED}" dt="2020-12-07T13:32:57.640" v="2133" actId="478"/>
          <ac:spMkLst>
            <pc:docMk/>
            <pc:sldMk cId="396112470" sldId="335"/>
            <ac:spMk id="3" creationId="{908C16C1-08A0-4577-83FA-50134C5F75DD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8:09.325" v="3064"/>
        <pc:sldMkLst>
          <pc:docMk/>
          <pc:sldMk cId="3193949044" sldId="336"/>
        </pc:sldMkLst>
        <pc:spChg chg="mo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2" creationId="{C4B1AA5B-4013-405D-98A4-605F7B6CE86E}"/>
          </ac:spMkLst>
        </pc:spChg>
        <pc:spChg chg="del">
          <ac:chgData name="Romain Rachenne" userId="d05ffb5d262588ec" providerId="LiveId" clId="{E3807FEB-92A2-45B9-8B5D-9C9F9C2445ED}" dt="2020-12-07T15:03:56.611" v="2517" actId="478"/>
          <ac:spMkLst>
            <pc:docMk/>
            <pc:sldMk cId="3193949044" sldId="336"/>
            <ac:spMk id="3" creationId="{86BBFA38-F91D-430C-AB1D-A862DF6B05D4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7:45.101" v="2623"/>
          <ac:picMkLst>
            <pc:docMk/>
            <pc:sldMk cId="3193949044" sldId="336"/>
            <ac:picMk id="12" creationId="{380A92E8-C6F1-4FBB-B95F-A5B9FDEC4E86}"/>
          </ac:picMkLst>
        </pc:picChg>
        <pc:picChg chg="add mod">
          <ac:chgData name="Romain Rachenne" userId="d05ffb5d262588ec" providerId="LiveId" clId="{E3807FEB-92A2-45B9-8B5D-9C9F9C2445ED}" dt="2020-12-07T15:23:40.221" v="2686"/>
          <ac:picMkLst>
            <pc:docMk/>
            <pc:sldMk cId="3193949044" sldId="336"/>
            <ac:picMk id="13" creationId="{87908DB6-3EF4-42BC-8AB9-DCE1C5B55CCE}"/>
          </ac:picMkLst>
        </pc:picChg>
        <pc:picChg chg="add mod">
          <ac:chgData name="Romain Rachenne" userId="d05ffb5d262588ec" providerId="LiveId" clId="{E3807FEB-92A2-45B9-8B5D-9C9F9C2445ED}" dt="2020-12-09T14:08:09.325" v="3064"/>
          <ac:picMkLst>
            <pc:docMk/>
            <pc:sldMk cId="3193949044" sldId="336"/>
            <ac:picMk id="14" creationId="{BE6A4CE1-509C-4708-B9FD-FDA2FE861936}"/>
          </ac:picMkLst>
        </pc:picChg>
        <pc:picChg chg="add mod">
          <ac:chgData name="Romain Rachenne" userId="d05ffb5d262588ec" providerId="LiveId" clId="{E3807FEB-92A2-45B9-8B5D-9C9F9C2445ED}" dt="2020-12-07T15:04:00.547" v="2520" actId="26606"/>
          <ac:picMkLst>
            <pc:docMk/>
            <pc:sldMk cId="3193949044" sldId="336"/>
            <ac:picMk id="2050" creationId="{56D11FB5-E6E6-4162-A5D3-2DC1E6B8CA17}"/>
          </ac:picMkLst>
        </pc:pic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9" creationId="{6B5B1DD8-6224-4137-8621-32982B00F9FC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8:00.149" v="3061"/>
        <pc:sldMkLst>
          <pc:docMk/>
          <pc:sldMk cId="3494313312" sldId="337"/>
        </pc:sldMkLst>
        <pc:spChg chg="mod or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2" creationId="{74DD36E0-8A12-479F-B870-48E8CD544641}"/>
          </ac:spMkLst>
        </pc:spChg>
        <pc:spChg chg="del mod">
          <ac:chgData name="Romain Rachenne" userId="d05ffb5d262588ec" providerId="LiveId" clId="{E3807FEB-92A2-45B9-8B5D-9C9F9C2445ED}" dt="2020-12-07T15:04:35.278" v="2523" actId="478"/>
          <ac:spMkLst>
            <pc:docMk/>
            <pc:sldMk cId="3494313312" sldId="337"/>
            <ac:spMk id="3" creationId="{3EE95763-768A-40C1-9464-01E979A659A4}"/>
          </ac:spMkLst>
        </pc:spChg>
        <pc:spChg chg="add del mod">
          <ac:chgData name="Romain Rachenne" userId="d05ffb5d262588ec" providerId="LiveId" clId="{E3807FEB-92A2-45B9-8B5D-9C9F9C2445ED}" dt="2020-12-07T15:04:40.839" v="2525" actId="478"/>
          <ac:spMkLst>
            <pc:docMk/>
            <pc:sldMk cId="3494313312" sldId="337"/>
            <ac:spMk id="5" creationId="{4E1F92FC-2B84-40AD-A4B5-1D294C2AB8A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8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7" creationId="{D2644120-A6B9-4D5C-8A60-E2F4CC220E77}"/>
          </ac:spMkLst>
        </pc:spChg>
        <pc:picChg chg="add mod">
          <ac:chgData name="Romain Rachenne" userId="d05ffb5d262588ec" providerId="LiveId" clId="{E3807FEB-92A2-45B9-8B5D-9C9F9C2445ED}" dt="2020-12-07T15:17:40.041" v="2621"/>
          <ac:picMkLst>
            <pc:docMk/>
            <pc:sldMk cId="3494313312" sldId="337"/>
            <ac:picMk id="13" creationId="{1DC288C7-B3B9-4CB0-8FBB-FB722E01E6AD}"/>
          </ac:picMkLst>
        </pc:picChg>
        <pc:picChg chg="add mod">
          <ac:chgData name="Romain Rachenne" userId="d05ffb5d262588ec" providerId="LiveId" clId="{E3807FEB-92A2-45B9-8B5D-9C9F9C2445ED}" dt="2020-12-09T14:08:00.149" v="3061"/>
          <ac:picMkLst>
            <pc:docMk/>
            <pc:sldMk cId="3494313312" sldId="337"/>
            <ac:picMk id="14" creationId="{7ECE0124-571A-4CDA-8EBB-4C19E8B9BF7F}"/>
          </ac:picMkLst>
        </pc:picChg>
        <pc:picChg chg="add mod">
          <ac:chgData name="Romain Rachenne" userId="d05ffb5d262588ec" providerId="LiveId" clId="{E3807FEB-92A2-45B9-8B5D-9C9F9C2445ED}" dt="2020-12-07T15:23:36.157" v="2684"/>
          <ac:picMkLst>
            <pc:docMk/>
            <pc:sldMk cId="3494313312" sldId="337"/>
            <ac:picMk id="21" creationId="{8EDF5F8E-893B-4FC0-A0EB-3FC1D4ACE3DB}"/>
          </ac:picMkLst>
        </pc:picChg>
        <pc:picChg chg="add mod ord">
          <ac:chgData name="Romain Rachenne" userId="d05ffb5d262588ec" providerId="LiveId" clId="{E3807FEB-92A2-45B9-8B5D-9C9F9C2445ED}" dt="2020-12-07T15:23:34.806" v="2683" actId="26606"/>
          <ac:picMkLst>
            <pc:docMk/>
            <pc:sldMk cId="3494313312" sldId="337"/>
            <ac:picMk id="3074" creationId="{C6CB4DAC-5D63-4A14-83A0-B1734FF92B15}"/>
          </ac:picMkLst>
        </pc:picChg>
        <pc:cxnChg chg="add del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7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3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43" creationId="{D28A9C89-B313-458F-9C85-515930A51A93}"/>
          </ac:cxnSpMkLst>
        </pc:cxnChg>
      </pc:sldChg>
      <pc:sldChg chg="new del">
        <pc:chgData name="Romain Rachenne" userId="d05ffb5d262588ec" providerId="LiveId" clId="{E3807FEB-92A2-45B9-8B5D-9C9F9C2445ED}" dt="2020-12-06T23:26:26.426" v="1698" actId="47"/>
        <pc:sldMkLst>
          <pc:docMk/>
          <pc:sldMk cId="1389035872" sldId="338"/>
        </pc:sldMkLst>
      </pc:sldChg>
      <pc:sldChg chg="modSp new del mod ord">
        <pc:chgData name="Romain Rachenne" userId="d05ffb5d262588ec" providerId="LiveId" clId="{E3807FEB-92A2-45B9-8B5D-9C9F9C2445ED}" dt="2020-12-07T15:07:56.614" v="2550" actId="47"/>
        <pc:sldMkLst>
          <pc:docMk/>
          <pc:sldMk cId="2141754736" sldId="338"/>
        </pc:sldMkLst>
        <pc:spChg chg="mod">
          <ac:chgData name="Romain Rachenne" userId="d05ffb5d262588ec" providerId="LiveId" clId="{E3807FEB-92A2-45B9-8B5D-9C9F9C2445ED}" dt="2020-12-06T23:26:31.542" v="1717" actId="20577"/>
          <ac:spMkLst>
            <pc:docMk/>
            <pc:sldMk cId="2141754736" sldId="338"/>
            <ac:spMk id="3" creationId="{7F4257C0-1079-4D8A-A55E-B82F507A5056}"/>
          </ac:spMkLst>
        </pc:spChg>
      </pc:sldChg>
      <pc:sldChg chg="delSp add del ord setBg delDesignElem">
        <pc:chgData name="Romain Rachenne" userId="d05ffb5d262588ec" providerId="LiveId" clId="{E3807FEB-92A2-45B9-8B5D-9C9F9C2445ED}" dt="2020-12-06T23:26:52.348" v="1725" actId="47"/>
        <pc:sldMkLst>
          <pc:docMk/>
          <pc:sldMk cId="3469963263" sldId="339"/>
        </pc:sldMkLst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3" creationId="{B7AF614F-5BC3-4086-99F5-B87C5847A071}"/>
          </ac:spMkLst>
        </pc:spChg>
      </pc:sldChg>
      <pc:sldChg chg="addSp delSp modSp add del mod ord modTransition">
        <pc:chgData name="Romain Rachenne" userId="d05ffb5d262588ec" providerId="LiveId" clId="{E3807FEB-92A2-45B9-8B5D-9C9F9C2445ED}" dt="2020-12-07T15:28:40.808" v="2774" actId="47"/>
        <pc:sldMkLst>
          <pc:docMk/>
          <pc:sldMk cId="3257774262" sldId="340"/>
        </pc:sldMkLst>
        <pc:spChg chg="mod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3" creationId="{B7AF614F-5BC3-4086-99F5-B87C5847A071}"/>
          </ac:spMkLst>
        </pc:spChg>
        <pc:graphicFrameChg chg="mod ord modGraphic">
          <ac:chgData name="Romain Rachenne" userId="d05ffb5d262588ec" providerId="LiveId" clId="{E3807FEB-92A2-45B9-8B5D-9C9F9C2445ED}" dt="2020-12-07T15:19:25.255" v="2648" actId="26606"/>
          <ac:graphicFrameMkLst>
            <pc:docMk/>
            <pc:sldMk cId="3257774262" sldId="34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7" creationId="{8FD93710-7951-4E51-BF3D-A1923B0995E2}"/>
          </ac:picMkLst>
        </pc:picChg>
        <pc:picChg chg="add mo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8" creationId="{812D15FE-33D1-4DEA-B3E0-3B7152F85AFB}"/>
          </ac:picMkLst>
        </pc:picChg>
        <pc:picChg chg="add mod">
          <ac:chgData name="Romain Rachenne" userId="d05ffb5d262588ec" providerId="LiveId" clId="{E3807FEB-92A2-45B9-8B5D-9C9F9C2445ED}" dt="2020-12-07T15:24:47.709" v="2697"/>
          <ac:picMkLst>
            <pc:docMk/>
            <pc:sldMk cId="3257774262" sldId="340"/>
            <ac:picMk id="10" creationId="{63C526A7-D9DD-455F-91E4-87954D34BD3A}"/>
          </ac:picMkLst>
        </pc:picChg>
      </pc:sldChg>
      <pc:sldChg chg="modSp add del ord">
        <pc:chgData name="Romain Rachenne" userId="d05ffb5d262588ec" providerId="LiveId" clId="{E3807FEB-92A2-45B9-8B5D-9C9F9C2445ED}" dt="2020-12-06T23:32:30.585" v="1984" actId="47"/>
        <pc:sldMkLst>
          <pc:docMk/>
          <pc:sldMk cId="1026619275" sldId="341"/>
        </pc:sldMkLst>
        <pc:graphicFrameChg chg="mod">
          <ac:chgData name="Romain Rachenne" userId="d05ffb5d262588ec" providerId="LiveId" clId="{E3807FEB-92A2-45B9-8B5D-9C9F9C2445ED}" dt="2020-12-06T23:32:27.379" v="1983"/>
          <ac:graphicFrameMkLst>
            <pc:docMk/>
            <pc:sldMk cId="1026619275" sldId="341"/>
            <ac:graphicFrameMk id="5" creationId="{FB5EA03B-4A14-4367-8014-8E835B6E3848}"/>
          </ac:graphicFrameMkLst>
        </pc:graphicFrameChg>
      </pc:sldChg>
      <pc:sldChg chg="addSp delSp modSp add mod ord modTransition">
        <pc:chgData name="Romain Rachenne" userId="d05ffb5d262588ec" providerId="LiveId" clId="{E3807FEB-92A2-45B9-8B5D-9C9F9C2445ED}" dt="2020-12-08T08:24:53.681" v="3025" actId="20577"/>
        <pc:sldMkLst>
          <pc:docMk/>
          <pc:sldMk cId="2528595908" sldId="342"/>
        </pc:sldMkLst>
        <pc:spChg chg="mod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0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4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5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7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9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1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53.681" v="3025" actId="20577"/>
          <ac:graphicFrameMkLst>
            <pc:docMk/>
            <pc:sldMk cId="2528595908" sldId="342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8:25.035" v="2636" actId="26606"/>
          <ac:picMkLst>
            <pc:docMk/>
            <pc:sldMk cId="2528595908" sldId="342"/>
            <ac:picMk id="7" creationId="{437B1E1C-4BDF-403E-B50D-05E018F56A1C}"/>
          </ac:picMkLst>
        </pc:picChg>
        <pc:picChg chg="add mod">
          <ac:chgData name="Romain Rachenne" userId="d05ffb5d262588ec" providerId="LiveId" clId="{E3807FEB-92A2-45B9-8B5D-9C9F9C2445ED}" dt="2020-12-07T15:28:04.762" v="2765" actId="26606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E3807FEB-92A2-45B9-8B5D-9C9F9C2445ED}" dt="2020-12-07T15:28:33.349" v="2772"/>
          <ac:picMkLst>
            <pc:docMk/>
            <pc:sldMk cId="2528595908" sldId="342"/>
            <ac:picMk id="23" creationId="{05B0CB5F-DCD2-4E41-B9ED-7D51B55DB9FC}"/>
          </ac:picMkLst>
        </pc:picChg>
        <pc:cxnChg chg="add del">
          <ac:chgData name="Romain Rachenne" userId="d05ffb5d262588ec" providerId="LiveId" clId="{E3807FEB-92A2-45B9-8B5D-9C9F9C2445ED}" dt="2020-12-07T15:28:04.762" v="2765" actId="26606"/>
          <ac:cxnSpMkLst>
            <pc:docMk/>
            <pc:sldMk cId="2528595908" sldId="342"/>
            <ac:cxnSpMk id="12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21:07.413" v="2661" actId="26606"/>
          <ac:cxnSpMkLst>
            <pc:docMk/>
            <pc:sldMk cId="2528595908" sldId="342"/>
            <ac:cxnSpMk id="16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18:21.077" v="2633" actId="26606"/>
          <ac:cxnSpMkLst>
            <pc:docMk/>
            <pc:sldMk cId="2528595908" sldId="342"/>
            <ac:cxnSpMk id="20" creationId="{C65F3E9C-EF11-4F8F-A621-399C7A3E6401}"/>
          </ac:cxnSpMkLst>
        </pc:cxnChg>
      </pc:sldChg>
      <pc:sldChg chg="addSp delSp modSp add mod ord modTransition">
        <pc:chgData name="Romain Rachenne" userId="d05ffb5d262588ec" providerId="LiveId" clId="{E3807FEB-92A2-45B9-8B5D-9C9F9C2445ED}" dt="2020-12-09T14:07:37.946" v="3051"/>
        <pc:sldMkLst>
          <pc:docMk/>
          <pc:sldMk cId="1290040714" sldId="343"/>
        </pc:sldMkLst>
        <pc:spChg chg="mod">
          <ac:chgData name="Romain Rachenne" userId="d05ffb5d262588ec" providerId="LiveId" clId="{E3807FEB-92A2-45B9-8B5D-9C9F9C2445ED}" dt="2020-12-07T13:36:08.229" v="2168" actId="20577"/>
          <ac:spMkLst>
            <pc:docMk/>
            <pc:sldMk cId="1290040714" sldId="343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6:03.689" v="2145" actId="478"/>
          <ac:spMkLst>
            <pc:docMk/>
            <pc:sldMk cId="1290040714" sldId="343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6:10.718" v="2169" actId="478"/>
          <ac:spMkLst>
            <pc:docMk/>
            <pc:sldMk cId="1290040714" sldId="343"/>
            <ac:spMk id="6" creationId="{6DCD1674-3F63-4965-9FE4-223D44F14BFE}"/>
          </ac:spMkLst>
        </pc:spChg>
        <pc:picChg chg="add del">
          <ac:chgData name="Romain Rachenne" userId="d05ffb5d262588ec" providerId="LiveId" clId="{E3807FEB-92A2-45B9-8B5D-9C9F9C2445ED}" dt="2020-12-07T13:36:27.245" v="2170" actId="21"/>
          <ac:picMkLst>
            <pc:docMk/>
            <pc:sldMk cId="1290040714" sldId="343"/>
            <ac:picMk id="4" creationId="{0D18DDF5-7B3C-4925-A0C2-56D2166EBEBE}"/>
          </ac:picMkLst>
        </pc:picChg>
        <pc:picChg chg="add mod">
          <ac:chgData name="Romain Rachenne" userId="d05ffb5d262588ec" providerId="LiveId" clId="{E3807FEB-92A2-45B9-8B5D-9C9F9C2445ED}" dt="2020-12-09T14:07:37.946" v="3051"/>
          <ac:picMkLst>
            <pc:docMk/>
            <pc:sldMk cId="1290040714" sldId="343"/>
            <ac:picMk id="6" creationId="{7E90D080-18EC-4EAF-B934-2FECF692E080}"/>
          </ac:picMkLst>
        </pc:picChg>
        <pc:picChg chg="add mod">
          <ac:chgData name="Romain Rachenne" userId="d05ffb5d262588ec" providerId="LiveId" clId="{E3807FEB-92A2-45B9-8B5D-9C9F9C2445ED}" dt="2020-12-07T13:36:39.866" v="2175" actId="1076"/>
          <ac:picMkLst>
            <pc:docMk/>
            <pc:sldMk cId="1290040714" sldId="343"/>
            <ac:picMk id="7" creationId="{50AB97FB-A100-4C90-ABF6-A98C1A3552FA}"/>
          </ac:picMkLst>
        </pc:picChg>
        <pc:picChg chg="add mod">
          <ac:chgData name="Romain Rachenne" userId="d05ffb5d262588ec" providerId="LiveId" clId="{E3807FEB-92A2-45B9-8B5D-9C9F9C2445ED}" dt="2020-12-07T15:17:14.923" v="2609"/>
          <ac:picMkLst>
            <pc:docMk/>
            <pc:sldMk cId="1290040714" sldId="343"/>
            <ac:picMk id="8" creationId="{4BC1EC8D-A8DB-4ECC-9A79-214144B32F1A}"/>
          </ac:picMkLst>
        </pc:picChg>
        <pc:picChg chg="add mod">
          <ac:chgData name="Romain Rachenne" userId="d05ffb5d262588ec" providerId="LiveId" clId="{E3807FEB-92A2-45B9-8B5D-9C9F9C2445ED}" dt="2020-12-07T15:18:34.524" v="2638"/>
          <ac:picMkLst>
            <pc:docMk/>
            <pc:sldMk cId="1290040714" sldId="343"/>
            <ac:picMk id="9" creationId="{CCBFFBE6-047F-4604-9E69-A616775A84EA}"/>
          </ac:picMkLst>
        </pc:picChg>
      </pc:sldChg>
      <pc:sldChg chg="add del ord">
        <pc:chgData name="Romain Rachenne" userId="d05ffb5d262588ec" providerId="LiveId" clId="{E3807FEB-92A2-45B9-8B5D-9C9F9C2445ED}" dt="2020-12-07T13:38:07.564" v="2196" actId="47"/>
        <pc:sldMkLst>
          <pc:docMk/>
          <pc:sldMk cId="1953322278" sldId="344"/>
        </pc:sldMkLst>
      </pc:sldChg>
      <pc:sldChg chg="addSp delSp modSp add mod ord modTransition setBg">
        <pc:chgData name="Romain Rachenne" userId="d05ffb5d262588ec" providerId="LiveId" clId="{E3807FEB-92A2-45B9-8B5D-9C9F9C2445ED}" dt="2020-12-09T14:07:44.439" v="3054"/>
        <pc:sldMkLst>
          <pc:docMk/>
          <pc:sldMk cId="174890171" sldId="345"/>
        </pc:sldMkLst>
        <pc:spChg chg="mo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7:36.914" v="2176" actId="478"/>
          <ac:spMkLst>
            <pc:docMk/>
            <pc:sldMk cId="174890171" sldId="345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7:55.270" v="2194" actId="478"/>
          <ac:spMkLst>
            <pc:docMk/>
            <pc:sldMk cId="174890171" sldId="345"/>
            <ac:spMk id="5" creationId="{1D87280A-FC29-4F6B-A516-74CFAD9FFCB6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3:37:57.354" v="2195" actId="26606"/>
          <ac:picMkLst>
            <pc:docMk/>
            <pc:sldMk cId="174890171" sldId="345"/>
            <ac:picMk id="6" creationId="{EDC80D32-BD2F-4E75-8D1D-50572C43014B}"/>
          </ac:picMkLst>
        </pc:picChg>
        <pc:picChg chg="add mod">
          <ac:chgData name="Romain Rachenne" userId="d05ffb5d262588ec" providerId="LiveId" clId="{E3807FEB-92A2-45B9-8B5D-9C9F9C2445ED}" dt="2020-12-07T15:17:23.175" v="2612"/>
          <ac:picMkLst>
            <pc:docMk/>
            <pc:sldMk cId="174890171" sldId="345"/>
            <ac:picMk id="14" creationId="{E112F227-54D7-4DBC-A065-67CDEB20D1C4}"/>
          </ac:picMkLst>
        </pc:picChg>
        <pc:picChg chg="add mod">
          <ac:chgData name="Romain Rachenne" userId="d05ffb5d262588ec" providerId="LiveId" clId="{E3807FEB-92A2-45B9-8B5D-9C9F9C2445ED}" dt="2020-12-07T15:19:45.189" v="2649"/>
          <ac:picMkLst>
            <pc:docMk/>
            <pc:sldMk cId="174890171" sldId="345"/>
            <ac:picMk id="16" creationId="{70CE21BB-58EF-4B14-83D1-8492EEF16930}"/>
          </ac:picMkLst>
        </pc:picChg>
        <pc:picChg chg="add mod">
          <ac:chgData name="Romain Rachenne" userId="d05ffb5d262588ec" providerId="LiveId" clId="{E3807FEB-92A2-45B9-8B5D-9C9F9C2445ED}" dt="2020-12-09T14:07:44.439" v="3054"/>
          <ac:picMkLst>
            <pc:docMk/>
            <pc:sldMk cId="174890171" sldId="345"/>
            <ac:picMk id="18" creationId="{7426A060-C40C-4470-A0B4-C825F8C83D6B}"/>
          </ac:picMkLst>
        </pc:pic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9" creationId="{6B5B1DD8-6224-4137-8621-32982B00F9FC}"/>
          </ac:cxnSpMkLst>
        </pc:cxnChg>
      </pc:sldChg>
      <pc:sldChg chg="addSp delSp modSp new mod ord modTransition">
        <pc:chgData name="Romain Rachenne" userId="d05ffb5d262588ec" providerId="LiveId" clId="{E3807FEB-92A2-45B9-8B5D-9C9F9C2445ED}" dt="2020-12-09T14:08:15.050" v="3067"/>
        <pc:sldMkLst>
          <pc:docMk/>
          <pc:sldMk cId="889845360" sldId="346"/>
        </pc:sldMkLst>
        <pc:spChg chg="mod">
          <ac:chgData name="Romain Rachenne" userId="d05ffb5d262588ec" providerId="LiveId" clId="{E3807FEB-92A2-45B9-8B5D-9C9F9C2445ED}" dt="2020-12-06T23:33:52.574" v="2039" actId="20577"/>
          <ac:spMkLst>
            <pc:docMk/>
            <pc:sldMk cId="889845360" sldId="346"/>
            <ac:spMk id="2" creationId="{12372918-4D65-4200-B388-94A0E92D8C15}"/>
          </ac:spMkLst>
        </pc:spChg>
        <pc:spChg chg="del">
          <ac:chgData name="Romain Rachenne" userId="d05ffb5d262588ec" providerId="LiveId" clId="{E3807FEB-92A2-45B9-8B5D-9C9F9C2445ED}" dt="2020-12-07T13:38:14.321" v="2197" actId="478"/>
          <ac:spMkLst>
            <pc:docMk/>
            <pc:sldMk cId="889845360" sldId="346"/>
            <ac:spMk id="3" creationId="{E56D3355-7E4E-4202-BC0A-A3A38724C629}"/>
          </ac:spMkLst>
        </pc:spChg>
        <pc:picChg chg="add mod">
          <ac:chgData name="Romain Rachenne" userId="d05ffb5d262588ec" providerId="LiveId" clId="{E3807FEB-92A2-45B9-8B5D-9C9F9C2445ED}" dt="2020-12-07T14:52:53.782" v="2200" actId="1076"/>
          <ac:picMkLst>
            <pc:docMk/>
            <pc:sldMk cId="889845360" sldId="346"/>
            <ac:picMk id="4" creationId="{03E3F430-E46E-419A-BE17-BF9226B0738F}"/>
          </ac:picMkLst>
        </pc:picChg>
        <pc:picChg chg="add mod">
          <ac:chgData name="Romain Rachenne" userId="d05ffb5d262588ec" providerId="LiveId" clId="{E3807FEB-92A2-45B9-8B5D-9C9F9C2445ED}" dt="2020-12-07T15:17:34.445" v="2618"/>
          <ac:picMkLst>
            <pc:docMk/>
            <pc:sldMk cId="889845360" sldId="346"/>
            <ac:picMk id="5" creationId="{7D3393BC-609F-48E1-B2C0-5CECF1A64359}"/>
          </ac:picMkLst>
        </pc:picChg>
        <pc:picChg chg="add mod">
          <ac:chgData name="Romain Rachenne" userId="d05ffb5d262588ec" providerId="LiveId" clId="{E3807FEB-92A2-45B9-8B5D-9C9F9C2445ED}" dt="2020-12-07T15:22:39.214" v="2678"/>
          <ac:picMkLst>
            <pc:docMk/>
            <pc:sldMk cId="889845360" sldId="346"/>
            <ac:picMk id="6" creationId="{2712401F-66AC-499E-B6D9-D0F3F6731C80}"/>
          </ac:picMkLst>
        </pc:picChg>
        <pc:picChg chg="add mod">
          <ac:chgData name="Romain Rachenne" userId="d05ffb5d262588ec" providerId="LiveId" clId="{E3807FEB-92A2-45B9-8B5D-9C9F9C2445ED}" dt="2020-12-09T14:08:15.050" v="3067"/>
          <ac:picMkLst>
            <pc:docMk/>
            <pc:sldMk cId="889845360" sldId="346"/>
            <ac:picMk id="7" creationId="{B1A404A4-E021-431C-82F5-4D90E04C0757}"/>
          </ac:picMkLst>
        </pc:picChg>
      </pc:sldChg>
      <pc:sldChg chg="addSp delSp modSp add mod ord modTransition">
        <pc:chgData name="Romain Rachenne" userId="d05ffb5d262588ec" providerId="LiveId" clId="{E3807FEB-92A2-45B9-8B5D-9C9F9C2445ED}" dt="2020-12-09T14:08:24.711" v="3068"/>
        <pc:sldMkLst>
          <pc:docMk/>
          <pc:sldMk cId="1504780826" sldId="347"/>
        </pc:sldMkLst>
        <pc:spChg chg="mod">
          <ac:chgData name="Romain Rachenne" userId="d05ffb5d262588ec" providerId="LiveId" clId="{E3807FEB-92A2-45B9-8B5D-9C9F9C2445ED}" dt="2020-12-08T08:22:53.136" v="2841" actId="20577"/>
          <ac:spMkLst>
            <pc:docMk/>
            <pc:sldMk cId="1504780826" sldId="347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04.478" v="3015" actId="20577"/>
          <ac:graphicFrameMkLst>
            <pc:docMk/>
            <pc:sldMk cId="1504780826" sldId="347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7" creationId="{5E1ADAD3-ACAC-43B7-A9D8-2C1B8DCE2786}"/>
          </ac:picMkLst>
        </pc:picChg>
        <pc:picChg chg="add mo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E3807FEB-92A2-45B9-8B5D-9C9F9C2445ED}" dt="2020-12-09T14:08:24.711" v="3068"/>
          <ac:picMkLst>
            <pc:docMk/>
            <pc:sldMk cId="1504780826" sldId="347"/>
            <ac:picMk id="9" creationId="{6EA24FD2-522C-4B8F-85B8-A455411CF6EB}"/>
          </ac:picMkLst>
        </pc:picChg>
        <pc:picChg chg="add mod">
          <ac:chgData name="Romain Rachenne" userId="d05ffb5d262588ec" providerId="LiveId" clId="{E3807FEB-92A2-45B9-8B5D-9C9F9C2445ED}" dt="2020-12-07T15:30:55.038" v="2835"/>
          <ac:picMkLst>
            <pc:docMk/>
            <pc:sldMk cId="1504780826" sldId="347"/>
            <ac:picMk id="14" creationId="{9D95E9EB-61D2-42A8-B052-E1E7744BCCDE}"/>
          </ac:picMkLst>
        </pc:picChg>
        <pc:cxnChg chg="add del">
          <ac:chgData name="Romain Rachenne" userId="d05ffb5d262588ec" providerId="LiveId" clId="{E3807FEB-92A2-45B9-8B5D-9C9F9C2445ED}" dt="2020-12-07T15:22:48.881" v="2681" actId="26606"/>
          <ac:cxnSpMkLst>
            <pc:docMk/>
            <pc:sldMk cId="1504780826" sldId="347"/>
            <ac:cxnSpMk id="20" creationId="{C65F3E9C-EF11-4F8F-A621-399C7A3E6401}"/>
          </ac:cxnSpMkLst>
        </pc:cxnChg>
      </pc:sldChg>
      <pc:sldChg chg="new del">
        <pc:chgData name="Romain Rachenne" userId="d05ffb5d262588ec" providerId="LiveId" clId="{E3807FEB-92A2-45B9-8B5D-9C9F9C2445ED}" dt="2020-12-06T23:35:14.277" v="2124" actId="47"/>
        <pc:sldMkLst>
          <pc:docMk/>
          <pc:sldMk cId="2149201036" sldId="347"/>
        </pc:sldMkLst>
      </pc:sldChg>
      <pc:sldChg chg="delSp add del ord setBg delDesignElem">
        <pc:chgData name="Romain Rachenne" userId="d05ffb5d262588ec" providerId="LiveId" clId="{E3807FEB-92A2-45B9-8B5D-9C9F9C2445ED}" dt="2020-12-07T14:53:13.270" v="2205" actId="47"/>
        <pc:sldMkLst>
          <pc:docMk/>
          <pc:sldMk cId="3585628593" sldId="347"/>
        </pc:sldMkLst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3" creationId="{B7AF614F-5BC3-4086-99F5-B87C5847A071}"/>
          </ac:spMkLst>
        </pc:spChg>
      </pc:sldChg>
      <pc:sldChg chg="addSp delSp modSp add mod ord modTransition">
        <pc:chgData name="Romain Rachenne" userId="d05ffb5d262588ec" providerId="LiveId" clId="{E3807FEB-92A2-45B9-8B5D-9C9F9C2445ED}" dt="2020-12-09T14:08:13.502" v="3066"/>
        <pc:sldMkLst>
          <pc:docMk/>
          <pc:sldMk cId="171717929" sldId="348"/>
        </pc:sldMkLst>
        <pc:spChg chg="mo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2" creationId="{AB3130B8-E896-4D98-90EE-14249DAADCE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1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3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5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1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5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7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8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9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3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4" creationId="{D2644120-A6B9-4D5C-8A60-E2F4CC220E77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5" creationId="{4E4490D0-3672-446A-AC12-B4830333BDDD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6" creationId="{39CB82C2-DF65-4EC1-8280-F201D50F570B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8" creationId="{5A1B47C8-47A0-4A88-8830-6DEA3B5DE392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9" creationId="{984BBFDD-E720-4805-A9C8-129FBBF6DD70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9T14:08:13.502" v="3066"/>
          <ac:picMkLst>
            <pc:docMk/>
            <pc:sldMk cId="171717929" sldId="348"/>
            <ac:picMk id="13" creationId="{D66C9BBA-30DF-49BA-B616-14A56B37E95A}"/>
          </ac:picMkLst>
        </pc:picChg>
        <pc:picChg chg="add mod">
          <ac:chgData name="Romain Rachenne" userId="d05ffb5d262588ec" providerId="LiveId" clId="{E3807FEB-92A2-45B9-8B5D-9C9F9C2445ED}" dt="2020-12-07T15:17:36.022" v="2619"/>
          <ac:picMkLst>
            <pc:docMk/>
            <pc:sldMk cId="171717929" sldId="348"/>
            <ac:picMk id="16" creationId="{18F3DDEE-59D5-479C-99E5-3BFB33F56D1A}"/>
          </ac:picMkLst>
        </pc:picChg>
        <pc:picChg chg="add del mod">
          <ac:chgData name="Romain Rachenne" userId="d05ffb5d262588ec" providerId="LiveId" clId="{E3807FEB-92A2-45B9-8B5D-9C9F9C2445ED}" dt="2020-12-07T15:22:33.078" v="2673" actId="478"/>
          <ac:picMkLst>
            <pc:docMk/>
            <pc:sldMk cId="171717929" sldId="348"/>
            <ac:picMk id="17" creationId="{10665C2C-F232-46F4-B793-F6DD1C147039}"/>
          </ac:picMkLst>
        </pc:picChg>
        <pc:picChg chg="add mod">
          <ac:chgData name="Romain Rachenne" userId="d05ffb5d262588ec" providerId="LiveId" clId="{E3807FEB-92A2-45B9-8B5D-9C9F9C2445ED}" dt="2020-12-07T15:22:37.112" v="2677"/>
          <ac:picMkLst>
            <pc:docMk/>
            <pc:sldMk cId="171717929" sldId="348"/>
            <ac:picMk id="32" creationId="{69406A64-0CE5-40A5-BC13-C9B2E4E2D423}"/>
          </ac:picMkLst>
        </pc:picChg>
        <pc:picChg chg="mod ord">
          <ac:chgData name="Romain Rachenne" userId="d05ffb5d262588ec" providerId="LiveId" clId="{E3807FEB-92A2-45B9-8B5D-9C9F9C2445ED}" dt="2020-12-07T15:22:35.204" v="2676" actId="26606"/>
          <ac:picMkLst>
            <pc:docMk/>
            <pc:sldMk cId="171717929" sldId="34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8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3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43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2" creationId="{D28A9C89-B313-458F-9C85-515930A51A93}"/>
          </ac:cxnSpMkLst>
        </pc:cxnChg>
        <pc:cxnChg chg="del">
          <ac:chgData name="Romain Rachenne" userId="d05ffb5d262588ec" providerId="LiveId" clId="{E3807FEB-92A2-45B9-8B5D-9C9F9C2445ED}" dt="2020-12-07T14:55:16.672" v="2267" actId="26606"/>
          <ac:cxnSpMkLst>
            <pc:docMk/>
            <pc:sldMk cId="171717929" sldId="348"/>
            <ac:cxnSpMk id="1037" creationId="{7E1D4427-852B-4B37-8E76-0E9F1810BA2A}"/>
          </ac:cxnSpMkLst>
        </pc:cxnChg>
      </pc:sldChg>
      <pc:sldChg chg="addSp delSp modSp new mod modTransition">
        <pc:chgData name="Romain Rachenne" userId="d05ffb5d262588ec" providerId="LiveId" clId="{E3807FEB-92A2-45B9-8B5D-9C9F9C2445ED}" dt="2020-12-09T14:07:50.835" v="3057"/>
        <pc:sldMkLst>
          <pc:docMk/>
          <pc:sldMk cId="3435762778" sldId="349"/>
        </pc:sldMkLst>
        <pc:spChg chg="mod">
          <ac:chgData name="Romain Rachenne" userId="d05ffb5d262588ec" providerId="LiveId" clId="{E3807FEB-92A2-45B9-8B5D-9C9F9C2445ED}" dt="2020-12-07T14:59:28.920" v="2368" actId="20577"/>
          <ac:spMkLst>
            <pc:docMk/>
            <pc:sldMk cId="3435762778" sldId="349"/>
            <ac:spMk id="2" creationId="{D8BD39CD-9C92-4A7A-B1C0-A8AB2E52775B}"/>
          </ac:spMkLst>
        </pc:spChg>
        <pc:spChg chg="del">
          <ac:chgData name="Romain Rachenne" userId="d05ffb5d262588ec" providerId="LiveId" clId="{E3807FEB-92A2-45B9-8B5D-9C9F9C2445ED}" dt="2020-12-07T14:58:44.423" v="2338"/>
          <ac:spMkLst>
            <pc:docMk/>
            <pc:sldMk cId="3435762778" sldId="349"/>
            <ac:spMk id="3" creationId="{767218EA-8CCD-4432-9C8B-EC789B60AA85}"/>
          </ac:spMkLst>
        </pc:spChg>
        <pc:picChg chg="add mod">
          <ac:chgData name="Romain Rachenne" userId="d05ffb5d262588ec" providerId="LiveId" clId="{E3807FEB-92A2-45B9-8B5D-9C9F9C2445ED}" dt="2020-12-07T14:59:34.139" v="2370" actId="1076"/>
          <ac:picMkLst>
            <pc:docMk/>
            <pc:sldMk cId="3435762778" sldId="349"/>
            <ac:picMk id="4" creationId="{3B106B0D-654D-4032-8E11-848BB843B106}"/>
          </ac:picMkLst>
        </pc:picChg>
        <pc:picChg chg="add mod">
          <ac:chgData name="Romain Rachenne" userId="d05ffb5d262588ec" providerId="LiveId" clId="{E3807FEB-92A2-45B9-8B5D-9C9F9C2445ED}" dt="2020-12-07T15:17:29.529" v="2615"/>
          <ac:picMkLst>
            <pc:docMk/>
            <pc:sldMk cId="3435762778" sldId="349"/>
            <ac:picMk id="5" creationId="{24555C4B-8EA8-4C7E-9BD9-2ED24D954A90}"/>
          </ac:picMkLst>
        </pc:picChg>
        <pc:picChg chg="add mod">
          <ac:chgData name="Romain Rachenne" userId="d05ffb5d262588ec" providerId="LiveId" clId="{E3807FEB-92A2-45B9-8B5D-9C9F9C2445ED}" dt="2020-12-07T15:21:39.126" v="2667"/>
          <ac:picMkLst>
            <pc:docMk/>
            <pc:sldMk cId="3435762778" sldId="349"/>
            <ac:picMk id="6" creationId="{9389A496-E05F-4B7E-B519-03E5D8D8AAB0}"/>
          </ac:picMkLst>
        </pc:picChg>
        <pc:picChg chg="add mod">
          <ac:chgData name="Romain Rachenne" userId="d05ffb5d262588ec" providerId="LiveId" clId="{E3807FEB-92A2-45B9-8B5D-9C9F9C2445ED}" dt="2020-12-09T14:07:50.835" v="3057"/>
          <ac:picMkLst>
            <pc:docMk/>
            <pc:sldMk cId="3435762778" sldId="349"/>
            <ac:picMk id="7" creationId="{C50BD064-7C2D-4955-80DA-46D15BBE6B22}"/>
          </ac:picMkLst>
        </pc:picChg>
      </pc:sldChg>
      <pc:sldChg chg="addSp delSp modSp add del mod ord modTransition">
        <pc:chgData name="Romain Rachenne" userId="d05ffb5d262588ec" providerId="LiveId" clId="{E3807FEB-92A2-45B9-8B5D-9C9F9C2445ED}" dt="2020-12-07T15:29:15.799" v="2781" actId="47"/>
        <pc:sldMkLst>
          <pc:docMk/>
          <pc:sldMk cId="2001727013" sldId="350"/>
        </pc:sldMkLst>
        <pc:spChg chg="mo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3" creationId="{B7AF614F-5BC3-4086-99F5-B87C5847A07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8" creationId="{5CF81D86-BDBA-477C-B7DD-8D359BB9965B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2" creationId="{88AA064E-5F6E-4024-BC28-EDDC3DFC70E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1:54.423" v="2669" actId="26606"/>
          <ac:graphicFrameMkLst>
            <pc:docMk/>
            <pc:sldMk cId="2001727013" sldId="35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1:54.423" v="2669" actId="26606"/>
          <ac:picMkLst>
            <pc:docMk/>
            <pc:sldMk cId="2001727013" sldId="350"/>
            <ac:picMk id="7" creationId="{DA6A3FD9-C6BA-4D7D-A0A9-03A6592EC8BE}"/>
          </ac:picMkLst>
        </pc:picChg>
        <pc:picChg chg="add del mod">
          <ac:chgData name="Romain Rachenne" userId="d05ffb5d262588ec" providerId="LiveId" clId="{E3807FEB-92A2-45B9-8B5D-9C9F9C2445ED}" dt="2020-12-07T15:27:51.404" v="2762" actId="478"/>
          <ac:picMkLst>
            <pc:docMk/>
            <pc:sldMk cId="2001727013" sldId="350"/>
            <ac:picMk id="8" creationId="{B0CE9D9F-BE2E-45E9-A940-C2E6B7EA04BE}"/>
          </ac:picMkLst>
        </pc:picChg>
        <pc:picChg chg="add del mod">
          <ac:chgData name="Romain Rachenne" userId="d05ffb5d262588ec" providerId="LiveId" clId="{E3807FEB-92A2-45B9-8B5D-9C9F9C2445ED}" dt="2020-12-07T15:27:53.090" v="2763" actId="478"/>
          <ac:picMkLst>
            <pc:docMk/>
            <pc:sldMk cId="2001727013" sldId="350"/>
            <ac:picMk id="14" creationId="{601F50D9-87D8-49B5-8C85-C2896F06AF05}"/>
          </ac:picMkLst>
        </pc:picChg>
        <pc:cxnChg chg="add">
          <ac:chgData name="Romain Rachenne" userId="d05ffb5d262588ec" providerId="LiveId" clId="{E3807FEB-92A2-45B9-8B5D-9C9F9C2445ED}" dt="2020-12-07T15:21:54.423" v="2669" actId="26606"/>
          <ac:cxnSpMkLst>
            <pc:docMk/>
            <pc:sldMk cId="2001727013" sldId="350"/>
            <ac:cxnSpMk id="20" creationId="{C65F3E9C-EF11-4F8F-A621-399C7A3E6401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7:58.063" v="3060" actId="14100"/>
        <pc:sldMkLst>
          <pc:docMk/>
          <pc:sldMk cId="607970337" sldId="351"/>
        </pc:sldMkLst>
        <pc:spChg chg="mod ord">
          <ac:chgData name="Romain Rachenne" userId="d05ffb5d262588ec" providerId="LiveId" clId="{E3807FEB-92A2-45B9-8B5D-9C9F9C2445ED}" dt="2020-12-07T15:22:24.874" v="2670" actId="20577"/>
          <ac:spMkLst>
            <pc:docMk/>
            <pc:sldMk cId="607970337" sldId="351"/>
            <ac:spMk id="2" creationId="{70F46DE6-245D-4C7F-A560-E6FE922FA10A}"/>
          </ac:spMkLst>
        </pc:spChg>
        <pc:spChg chg="del">
          <ac:chgData name="Romain Rachenne" userId="d05ffb5d262588ec" providerId="LiveId" clId="{E3807FEB-92A2-45B9-8B5D-9C9F9C2445ED}" dt="2020-12-07T15:01:27.985" v="2486" actId="478"/>
          <ac:spMkLst>
            <pc:docMk/>
            <pc:sldMk cId="607970337" sldId="351"/>
            <ac:spMk id="3" creationId="{1E65E400-0429-4537-9D72-49A52F539A78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83" creationId="{0D91DD17-237F-4811-BC0E-128EB1BD7CFE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8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9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1" creationId="{C4AAA502-5435-489E-9538-3A40E6C71461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3" creationId="{DE42378B-2E28-4810-8421-7A473A40E376}"/>
          </ac:spMkLst>
        </pc:spChg>
        <pc:picChg chg="add mod">
          <ac:chgData name="Romain Rachenne" userId="d05ffb5d262588ec" providerId="LiveId" clId="{E3807FEB-92A2-45B9-8B5D-9C9F9C2445ED}" dt="2020-12-09T14:07:54.286" v="3059"/>
          <ac:picMkLst>
            <pc:docMk/>
            <pc:sldMk cId="607970337" sldId="351"/>
            <ac:picMk id="13" creationId="{531C8B23-8FB4-46B5-A9CF-00D370A1CC73}"/>
          </ac:picMkLst>
        </pc:picChg>
        <pc:picChg chg="add mod">
          <ac:chgData name="Romain Rachenne" userId="d05ffb5d262588ec" providerId="LiveId" clId="{E3807FEB-92A2-45B9-8B5D-9C9F9C2445ED}" dt="2020-12-07T15:17:32.180" v="2616"/>
          <ac:picMkLst>
            <pc:docMk/>
            <pc:sldMk cId="607970337" sldId="351"/>
            <ac:picMk id="18" creationId="{D98623AF-2367-4E31-A2CE-B4E139103D0B}"/>
          </ac:picMkLst>
        </pc:picChg>
        <pc:picChg chg="add mod">
          <ac:chgData name="Romain Rachenne" userId="d05ffb5d262588ec" providerId="LiveId" clId="{E3807FEB-92A2-45B9-8B5D-9C9F9C2445ED}" dt="2020-12-07T15:22:29.726" v="2671"/>
          <ac:picMkLst>
            <pc:docMk/>
            <pc:sldMk cId="607970337" sldId="351"/>
            <ac:picMk id="19" creationId="{9E4DCDE5-0F2D-44F8-952A-8BFCC657A6D6}"/>
          </ac:picMkLst>
        </pc:picChg>
        <pc:picChg chg="add mod">
          <ac:chgData name="Romain Rachenne" userId="d05ffb5d262588ec" providerId="LiveId" clId="{E3807FEB-92A2-45B9-8B5D-9C9F9C2445ED}" dt="2020-12-09T14:07:58.063" v="3060" actId="14100"/>
          <ac:picMkLst>
            <pc:docMk/>
            <pc:sldMk cId="607970337" sldId="351"/>
            <ac:picMk id="1026" creationId="{BA822AF9-35AF-4D88-9D10-680FCB177F96}"/>
          </ac:picMkLst>
        </pc:picChg>
        <pc:cxnChg chg="add del">
          <ac:chgData name="Romain Rachenne" userId="d05ffb5d262588ec" providerId="LiveId" clId="{E3807FEB-92A2-45B9-8B5D-9C9F9C2445ED}" dt="2020-12-07T15:01:30.964" v="2488" actId="26606"/>
          <ac:cxnSpMkLst>
            <pc:docMk/>
            <pc:sldMk cId="607970337" sldId="351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2" creationId="{C9AC0290-4702-4519-B0F4-C2A46880997B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8:06.274" v="3063" actId="14100"/>
        <pc:sldMkLst>
          <pc:docMk/>
          <pc:sldMk cId="2622681677" sldId="352"/>
        </pc:sldMkLst>
        <pc:spChg chg="mo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" creationId="{DD21ED21-0C7D-4995-87D8-AD2B167D7D53}"/>
          </ac:spMkLst>
        </pc:spChg>
        <pc:spChg chg="del">
          <ac:chgData name="Romain Rachenne" userId="d05ffb5d262588ec" providerId="LiveId" clId="{E3807FEB-92A2-45B9-8B5D-9C9F9C2445ED}" dt="2020-12-07T15:06:21.220" v="2540" actId="478"/>
          <ac:spMkLst>
            <pc:docMk/>
            <pc:sldMk cId="2622681677" sldId="352"/>
            <ac:spMk id="3" creationId="{BB772A62-3AED-416F-9FCD-11E343B589DE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9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5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9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1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9T14:08:06.274" v="3063" actId="14100"/>
          <ac:picMkLst>
            <pc:docMk/>
            <pc:sldMk cId="2622681677" sldId="352"/>
            <ac:picMk id="4" creationId="{871A6CBD-D877-480B-B07F-571783D22902}"/>
          </ac:picMkLst>
        </pc:picChg>
        <pc:picChg chg="add mod">
          <ac:chgData name="Romain Rachenne" userId="d05ffb5d262588ec" providerId="LiveId" clId="{E3807FEB-92A2-45B9-8B5D-9C9F9C2445ED}" dt="2020-12-07T15:17:43.658" v="2622"/>
          <ac:picMkLst>
            <pc:docMk/>
            <pc:sldMk cId="2622681677" sldId="352"/>
            <ac:picMk id="12" creationId="{0DAF7231-E3A6-4FC1-9D22-D8F22F669B98}"/>
          </ac:picMkLst>
        </pc:picChg>
        <pc:picChg chg="add mod">
          <ac:chgData name="Romain Rachenne" userId="d05ffb5d262588ec" providerId="LiveId" clId="{E3807FEB-92A2-45B9-8B5D-9C9F9C2445ED}" dt="2020-12-07T15:23:38.898" v="2685"/>
          <ac:picMkLst>
            <pc:docMk/>
            <pc:sldMk cId="2622681677" sldId="352"/>
            <ac:picMk id="14" creationId="{C9751C2A-FE3C-47B4-8CF6-78497537E700}"/>
          </ac:picMkLst>
        </pc:picChg>
        <pc:picChg chg="add mod">
          <ac:chgData name="Romain Rachenne" userId="d05ffb5d262588ec" providerId="LiveId" clId="{E3807FEB-92A2-45B9-8B5D-9C9F9C2445ED}" dt="2020-12-09T14:08:03.017" v="3062"/>
          <ac:picMkLst>
            <pc:docMk/>
            <pc:sldMk cId="2622681677" sldId="352"/>
            <ac:picMk id="16" creationId="{65890BF4-B25B-45F2-81B4-60AD172757A9}"/>
          </ac:picMkLst>
        </pc:pic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3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7" creationId="{5C6A2BAE-B461-4B55-8E1F-0722ABDD1393}"/>
          </ac:cxnSpMkLst>
        </pc:cxnChg>
      </pc:sldChg>
      <pc:sldChg chg="new del ord">
        <pc:chgData name="Romain Rachenne" userId="d05ffb5d262588ec" providerId="LiveId" clId="{E3807FEB-92A2-45B9-8B5D-9C9F9C2445ED}" dt="2020-12-07T15:07:55.980" v="2549" actId="47"/>
        <pc:sldMkLst>
          <pc:docMk/>
          <pc:sldMk cId="1052634586" sldId="353"/>
        </pc:sldMkLst>
      </pc:sldChg>
      <pc:sldChg chg="addSp delSp modSp add del mod ord modTransition">
        <pc:chgData name="Romain Rachenne" userId="d05ffb5d262588ec" providerId="LiveId" clId="{E3807FEB-92A2-45B9-8B5D-9C9F9C2445ED}" dt="2020-12-07T15:30:35.893" v="2820" actId="47"/>
        <pc:sldMkLst>
          <pc:docMk/>
          <pc:sldMk cId="1199834003" sldId="354"/>
        </pc:sldMkLst>
        <pc:spChg chg="mod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4:24.180" v="2695" actId="26606"/>
          <ac:graphicFrameMkLst>
            <pc:docMk/>
            <pc:sldMk cId="1199834003" sldId="35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3:51.227" v="2690" actId="26606"/>
          <ac:picMkLst>
            <pc:docMk/>
            <pc:sldMk cId="1199834003" sldId="354"/>
            <ac:picMk id="7" creationId="{6788906A-B2D8-4CB5-BC90-C875A78783C5}"/>
          </ac:picMkLst>
        </pc:picChg>
        <pc:picChg chg="add del mod">
          <ac:chgData name="Romain Rachenne" userId="d05ffb5d262588ec" providerId="LiveId" clId="{E3807FEB-92A2-45B9-8B5D-9C9F9C2445ED}" dt="2020-12-07T15:23:58.584" v="2691" actId="478"/>
          <ac:picMkLst>
            <pc:docMk/>
            <pc:sldMk cId="1199834003" sldId="354"/>
            <ac:picMk id="8" creationId="{7164ED30-86C7-4140-B053-CC2361BD272F}"/>
          </ac:picMkLst>
        </pc:picChg>
        <pc:picChg chg="add mod ord">
          <ac:chgData name="Romain Rachenne" userId="d05ffb5d262588ec" providerId="LiveId" clId="{E3807FEB-92A2-45B9-8B5D-9C9F9C2445ED}" dt="2020-12-07T15:24:24.180" v="2695" actId="26606"/>
          <ac:picMkLst>
            <pc:docMk/>
            <pc:sldMk cId="1199834003" sldId="354"/>
            <ac:picMk id="14" creationId="{257C9379-9509-46D3-B59D-4EE94D413354}"/>
          </ac:picMkLst>
        </pc:picChg>
        <pc:cxnChg chg="add del">
          <ac:chgData name="Romain Rachenne" userId="d05ffb5d262588ec" providerId="LiveId" clId="{E3807FEB-92A2-45B9-8B5D-9C9F9C2445ED}" dt="2020-12-07T15:24:24.180" v="2695" actId="26606"/>
          <ac:cxnSpMkLst>
            <pc:docMk/>
            <pc:sldMk cId="1199834003" sldId="354"/>
            <ac:cxnSpMk id="20" creationId="{C65F3E9C-EF11-4F8F-A621-399C7A3E6401}"/>
          </ac:cxnSpMkLst>
        </pc:cxnChg>
      </pc:sldChg>
      <pc:sldChg chg="addSp modSp add mod ord">
        <pc:chgData name="Romain Rachenne" userId="d05ffb5d262588ec" providerId="LiveId" clId="{E3807FEB-92A2-45B9-8B5D-9C9F9C2445ED}" dt="2020-12-09T14:07:39.798" v="3052"/>
        <pc:sldMkLst>
          <pc:docMk/>
          <pc:sldMk cId="8062692" sldId="355"/>
        </pc:sldMkLst>
        <pc:spChg chg="mod">
          <ac:chgData name="Romain Rachenne" userId="d05ffb5d262588ec" providerId="LiveId" clId="{E3807FEB-92A2-45B9-8B5D-9C9F9C2445ED}" dt="2020-12-07T15:28:29.577" v="2771"/>
          <ac:spMkLst>
            <pc:docMk/>
            <pc:sldMk cId="8062692" sldId="355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8:22.570" v="2770" actId="20577"/>
          <ac:graphicFrameMkLst>
            <pc:docMk/>
            <pc:sldMk cId="8062692" sldId="355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28:35.091" v="2773"/>
          <ac:picMkLst>
            <pc:docMk/>
            <pc:sldMk cId="8062692" sldId="355"/>
            <ac:picMk id="6" creationId="{AD1E9473-3D21-4508-9051-02E18FBCD51B}"/>
          </ac:picMkLst>
        </pc:picChg>
        <pc:picChg chg="add mod">
          <ac:chgData name="Romain Rachenne" userId="d05ffb5d262588ec" providerId="LiveId" clId="{E3807FEB-92A2-45B9-8B5D-9C9F9C2445ED}" dt="2020-12-09T14:07:39.798" v="3052"/>
          <ac:picMkLst>
            <pc:docMk/>
            <pc:sldMk cId="8062692" sldId="355"/>
            <ac:picMk id="9" creationId="{F2544512-3DF1-4FCE-9F2B-24074B9896AA}"/>
          </ac:picMkLst>
        </pc:picChg>
      </pc:sldChg>
      <pc:sldChg chg="addSp modSp add mod ord">
        <pc:chgData name="Romain Rachenne" userId="d05ffb5d262588ec" providerId="LiveId" clId="{E3807FEB-92A2-45B9-8B5D-9C9F9C2445ED}" dt="2020-12-09T14:07:52.683" v="3058"/>
        <pc:sldMkLst>
          <pc:docMk/>
          <pc:sldMk cId="2598671472" sldId="356"/>
        </pc:sldMkLst>
        <pc:spChg chg="mod">
          <ac:chgData name="Romain Rachenne" userId="d05ffb5d262588ec" providerId="LiveId" clId="{E3807FEB-92A2-45B9-8B5D-9C9F9C2445ED}" dt="2020-12-07T15:29:45.899" v="2802" actId="20577"/>
          <ac:spMkLst>
            <pc:docMk/>
            <pc:sldMk cId="2598671472" sldId="356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9:09.480" v="2780" actId="20577"/>
          <ac:graphicFrameMkLst>
            <pc:docMk/>
            <pc:sldMk cId="2598671472" sldId="356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9T14:07:52.683" v="3058"/>
          <ac:picMkLst>
            <pc:docMk/>
            <pc:sldMk cId="2598671472" sldId="356"/>
            <ac:picMk id="9" creationId="{4CFBC15D-C62B-4AE9-9C34-D26BDF04DF8A}"/>
          </ac:picMkLst>
        </pc:picChg>
      </pc:sldChg>
      <pc:sldChg chg="addSp modSp add mod ord">
        <pc:chgData name="Romain Rachenne" userId="d05ffb5d262588ec" providerId="LiveId" clId="{E3807FEB-92A2-45B9-8B5D-9C9F9C2445ED}" dt="2020-12-09T14:08:11.229" v="3065"/>
        <pc:sldMkLst>
          <pc:docMk/>
          <pc:sldMk cId="1897892808" sldId="357"/>
        </pc:sldMkLst>
        <pc:spChg chg="mod">
          <ac:chgData name="Romain Rachenne" userId="d05ffb5d262588ec" providerId="LiveId" clId="{E3807FEB-92A2-45B9-8B5D-9C9F9C2445ED}" dt="2020-12-08T08:22:50.482" v="2839" actId="20577"/>
          <ac:spMkLst>
            <pc:docMk/>
            <pc:sldMk cId="1897892808" sldId="357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30:33.183" v="2819" actId="20577"/>
          <ac:graphicFrameMkLst>
            <pc:docMk/>
            <pc:sldMk cId="1897892808" sldId="357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30:48.894" v="2834"/>
          <ac:picMkLst>
            <pc:docMk/>
            <pc:sldMk cId="1897892808" sldId="357"/>
            <ac:picMk id="6" creationId="{FD73A440-D6EC-4C25-A9A6-B03C4BF5ABAD}"/>
          </ac:picMkLst>
        </pc:picChg>
        <pc:picChg chg="add mod">
          <ac:chgData name="Romain Rachenne" userId="d05ffb5d262588ec" providerId="LiveId" clId="{E3807FEB-92A2-45B9-8B5D-9C9F9C2445ED}" dt="2020-12-09T14:08:11.229" v="3065"/>
          <ac:picMkLst>
            <pc:docMk/>
            <pc:sldMk cId="1897892808" sldId="357"/>
            <ac:picMk id="9" creationId="{242EF88A-B4FE-4023-A2A0-585B2CF6B5A0}"/>
          </ac:picMkLst>
        </pc:picChg>
      </pc:sldChg>
      <pc:sldChg chg="add del ord">
        <pc:chgData name="Romain Rachenne" userId="d05ffb5d262588ec" providerId="LiveId" clId="{E3807FEB-92A2-45B9-8B5D-9C9F9C2445ED}" dt="2020-12-07T15:30:20.024" v="2803" actId="47"/>
        <pc:sldMkLst>
          <pc:docMk/>
          <pc:sldMk cId="2706206870" sldId="357"/>
        </pc:sldMkLst>
      </pc:sldChg>
      <pc:sldChg chg="addSp modSp new del">
        <pc:chgData name="Romain Rachenne" userId="d05ffb5d262588ec" providerId="LiveId" clId="{E3807FEB-92A2-45B9-8B5D-9C9F9C2445ED}" dt="2020-12-09T14:08:39.061" v="3074" actId="47"/>
        <pc:sldMkLst>
          <pc:docMk/>
          <pc:sldMk cId="175551286" sldId="358"/>
        </pc:sldMkLst>
        <pc:picChg chg="add mod">
          <ac:chgData name="Romain Rachenne" userId="d05ffb5d262588ec" providerId="LiveId" clId="{E3807FEB-92A2-45B9-8B5D-9C9F9C2445ED}" dt="2020-12-09T14:08:35.021" v="3072" actId="14100"/>
          <ac:picMkLst>
            <pc:docMk/>
            <pc:sldMk cId="175551286" sldId="358"/>
            <ac:picMk id="2" creationId="{B6E71346-8CBC-465C-B7A6-B5AC516D5D0D}"/>
          </ac:picMkLst>
        </pc:picChg>
      </pc:sldChg>
      <pc:sldChg chg="addSp delSp modSp new mod">
        <pc:chgData name="Romain Rachenne" userId="d05ffb5d262588ec" providerId="LiveId" clId="{E3807FEB-92A2-45B9-8B5D-9C9F9C2445ED}" dt="2020-12-09T14:30:36.667" v="3203" actId="20577"/>
        <pc:sldMkLst>
          <pc:docMk/>
          <pc:sldMk cId="2818825844" sldId="358"/>
        </pc:sldMkLst>
        <pc:spChg chg="mod">
          <ac:chgData name="Romain Rachenne" userId="d05ffb5d262588ec" providerId="LiveId" clId="{E3807FEB-92A2-45B9-8B5D-9C9F9C2445ED}" dt="2020-12-09T14:30:36.667" v="3203" actId="20577"/>
          <ac:spMkLst>
            <pc:docMk/>
            <pc:sldMk cId="2818825844" sldId="358"/>
            <ac:spMk id="2" creationId="{92BA1684-E405-467C-8DE1-082B19C75699}"/>
          </ac:spMkLst>
        </pc:spChg>
        <pc:spChg chg="del">
          <ac:chgData name="Romain Rachenne" userId="d05ffb5d262588ec" providerId="LiveId" clId="{E3807FEB-92A2-45B9-8B5D-9C9F9C2445ED}" dt="2020-12-09T14:30:14.518" v="3147"/>
          <ac:spMkLst>
            <pc:docMk/>
            <pc:sldMk cId="2818825844" sldId="358"/>
            <ac:spMk id="3" creationId="{A9932F10-3A43-48F6-AD83-D7C88CED1526}"/>
          </ac:spMkLst>
        </pc:spChg>
        <pc:picChg chg="add mod">
          <ac:chgData name="Romain Rachenne" userId="d05ffb5d262588ec" providerId="LiveId" clId="{E3807FEB-92A2-45B9-8B5D-9C9F9C2445ED}" dt="2020-12-09T14:30:24.025" v="3176" actId="1076"/>
          <ac:picMkLst>
            <pc:docMk/>
            <pc:sldMk cId="2818825844" sldId="358"/>
            <ac:picMk id="4" creationId="{A13FD23C-7EEC-4431-82A5-9E72758A58B0}"/>
          </ac:picMkLst>
        </pc:picChg>
      </pc:sldChg>
      <pc:sldChg chg="addSp delSp modSp add del mod">
        <pc:chgData name="Romain Rachenne" userId="d05ffb5d262588ec" providerId="LiveId" clId="{E3807FEB-92A2-45B9-8B5D-9C9F9C2445ED}" dt="2020-12-09T14:18:47.274" v="3142" actId="47"/>
        <pc:sldMkLst>
          <pc:docMk/>
          <pc:sldMk cId="1421184151" sldId="359"/>
        </pc:sldMkLst>
        <pc:spChg chg="mod">
          <ac:chgData name="Romain Rachenne" userId="d05ffb5d262588ec" providerId="LiveId" clId="{E3807FEB-92A2-45B9-8B5D-9C9F9C2445ED}" dt="2020-12-09T14:09:33.947" v="3132" actId="20577"/>
          <ac:spMkLst>
            <pc:docMk/>
            <pc:sldMk cId="1421184151" sldId="359"/>
            <ac:spMk id="5" creationId="{CA24649E-C454-4F33-B392-0356E6DC227A}"/>
          </ac:spMkLst>
        </pc:spChg>
        <pc:picChg chg="del">
          <ac:chgData name="Romain Rachenne" userId="d05ffb5d262588ec" providerId="LiveId" clId="{E3807FEB-92A2-45B9-8B5D-9C9F9C2445ED}" dt="2020-12-09T14:08:41.220" v="3075" actId="478"/>
          <ac:picMkLst>
            <pc:docMk/>
            <pc:sldMk cId="1421184151" sldId="359"/>
            <ac:picMk id="4" creationId="{7B327573-C8E0-409A-A73D-DB9C7873341C}"/>
          </ac:picMkLst>
        </pc:picChg>
        <pc:picChg chg="add mod">
          <ac:chgData name="Romain Rachenne" userId="d05ffb5d262588ec" providerId="LiveId" clId="{E3807FEB-92A2-45B9-8B5D-9C9F9C2445ED}" dt="2020-12-09T14:08:55.905" v="3079" actId="1076"/>
          <ac:picMkLst>
            <pc:docMk/>
            <pc:sldMk cId="1421184151" sldId="359"/>
            <ac:picMk id="7" creationId="{5E6527C3-1475-4511-9E56-A88D490AA56F}"/>
          </ac:picMkLst>
        </pc:picChg>
        <pc:picChg chg="del">
          <ac:chgData name="Romain Rachenne" userId="d05ffb5d262588ec" providerId="LiveId" clId="{E3807FEB-92A2-45B9-8B5D-9C9F9C2445ED}" dt="2020-12-09T14:08:58.793" v="3080" actId="478"/>
          <ac:picMkLst>
            <pc:docMk/>
            <pc:sldMk cId="1421184151" sldId="359"/>
            <ac:picMk id="1026" creationId="{956188A3-9A7A-4699-AD49-2EBBAC98FA46}"/>
          </ac:picMkLst>
        </pc:picChg>
      </pc:sldChg>
      <pc:sldChg chg="modSp new mod">
        <pc:chgData name="Romain Rachenne" userId="d05ffb5d262588ec" providerId="LiveId" clId="{E3807FEB-92A2-45B9-8B5D-9C9F9C2445ED}" dt="2020-12-09T14:31:27.935" v="3253" actId="20577"/>
        <pc:sldMkLst>
          <pc:docMk/>
          <pc:sldMk cId="1482809837" sldId="359"/>
        </pc:sldMkLst>
        <pc:spChg chg="mod">
          <ac:chgData name="Romain Rachenne" userId="d05ffb5d262588ec" providerId="LiveId" clId="{E3807FEB-92A2-45B9-8B5D-9C9F9C2445ED}" dt="2020-12-09T14:31:27.935" v="3253" actId="20577"/>
          <ac:spMkLst>
            <pc:docMk/>
            <pc:sldMk cId="1482809837" sldId="359"/>
            <ac:spMk id="2" creationId="{151CD8BC-E868-4D08-A768-62ADD13FA9C4}"/>
          </ac:spMkLst>
        </pc:spChg>
      </pc:sldChg>
    </pc:docChg>
  </pc:docChgLst>
  <pc:docChgLst>
    <pc:chgData name="Romain Rachenne" userId="d05ffb5d262588ec" providerId="LiveId" clId="{6EF55C5A-D936-464F-8BDD-1A87440F9A13}"/>
    <pc:docChg chg="undo custSel mod modSld sldOrd">
      <pc:chgData name="Romain Rachenne" userId="d05ffb5d262588ec" providerId="LiveId" clId="{6EF55C5A-D936-464F-8BDD-1A87440F9A13}" dt="2020-12-11T07:43:56.813" v="168" actId="1076"/>
      <pc:docMkLst>
        <pc:docMk/>
      </pc:docMkLst>
      <pc:sldChg chg="ord">
        <pc:chgData name="Romain Rachenne" userId="d05ffb5d262588ec" providerId="LiveId" clId="{6EF55C5A-D936-464F-8BDD-1A87440F9A13}" dt="2020-12-11T05:44:15.873" v="12"/>
        <pc:sldMkLst>
          <pc:docMk/>
          <pc:sldMk cId="782006460" sldId="292"/>
        </pc:sldMkLst>
      </pc:sldChg>
      <pc:sldChg chg="addSp delSp modSp mod">
        <pc:chgData name="Romain Rachenne" userId="d05ffb5d262588ec" providerId="LiveId" clId="{6EF55C5A-D936-464F-8BDD-1A87440F9A13}" dt="2020-12-11T05:45:14.655" v="28"/>
        <pc:sldMkLst>
          <pc:docMk/>
          <pc:sldMk cId="209503933" sldId="293"/>
        </pc:sldMkLst>
        <pc:picChg chg="del">
          <ac:chgData name="Romain Rachenne" userId="d05ffb5d262588ec" providerId="LiveId" clId="{6EF55C5A-D936-464F-8BDD-1A87440F9A13}" dt="2020-12-11T05:45:14.375" v="27" actId="478"/>
          <ac:picMkLst>
            <pc:docMk/>
            <pc:sldMk cId="209503933" sldId="293"/>
            <ac:picMk id="4" creationId="{26A434AC-82D8-4FC6-8592-2CFB53F9287C}"/>
          </ac:picMkLst>
        </pc:picChg>
        <pc:picChg chg="add mod">
          <ac:chgData name="Romain Rachenne" userId="d05ffb5d262588ec" providerId="LiveId" clId="{6EF55C5A-D936-464F-8BDD-1A87440F9A13}" dt="2020-12-11T05:45:14.655" v="28"/>
          <ac:picMkLst>
            <pc:docMk/>
            <pc:sldMk cId="209503933" sldId="293"/>
            <ac:picMk id="7" creationId="{CAEE1ED5-7F36-4343-A621-117F47350DFB}"/>
          </ac:picMkLst>
        </pc:picChg>
      </pc:sldChg>
      <pc:sldChg chg="addSp delSp modSp mod">
        <pc:chgData name="Romain Rachenne" userId="d05ffb5d262588ec" providerId="LiveId" clId="{6EF55C5A-D936-464F-8BDD-1A87440F9A13}" dt="2020-12-11T05:45:21.317" v="32"/>
        <pc:sldMkLst>
          <pc:docMk/>
          <pc:sldMk cId="611248365" sldId="299"/>
        </pc:sldMkLst>
        <pc:picChg chg="add mod">
          <ac:chgData name="Romain Rachenne" userId="d05ffb5d262588ec" providerId="LiveId" clId="{6EF55C5A-D936-464F-8BDD-1A87440F9A13}" dt="2020-12-11T05:45:21.317" v="32"/>
          <ac:picMkLst>
            <pc:docMk/>
            <pc:sldMk cId="611248365" sldId="299"/>
            <ac:picMk id="15" creationId="{4E4A015D-5DC1-42D7-957D-BF024A735B79}"/>
          </ac:picMkLst>
        </pc:picChg>
        <pc:picChg chg="del">
          <ac:chgData name="Romain Rachenne" userId="d05ffb5d262588ec" providerId="LiveId" clId="{6EF55C5A-D936-464F-8BDD-1A87440F9A13}" dt="2020-12-11T05:45:21.062" v="31" actId="478"/>
          <ac:picMkLst>
            <pc:docMk/>
            <pc:sldMk cId="611248365" sldId="299"/>
            <ac:picMk id="27" creationId="{B0B18234-9EBA-486F-ADE6-7DD5D4ECE03E}"/>
          </ac:picMkLst>
        </pc:picChg>
      </pc:sldChg>
      <pc:sldChg chg="addSp delSp modSp mod">
        <pc:chgData name="Romain Rachenne" userId="d05ffb5d262588ec" providerId="LiveId" clId="{6EF55C5A-D936-464F-8BDD-1A87440F9A13}" dt="2020-12-11T05:45:18.235" v="30"/>
        <pc:sldMkLst>
          <pc:docMk/>
          <pc:sldMk cId="1993337092" sldId="322"/>
        </pc:sldMkLst>
        <pc:picChg chg="add mod">
          <ac:chgData name="Romain Rachenne" userId="d05ffb5d262588ec" providerId="LiveId" clId="{6EF55C5A-D936-464F-8BDD-1A87440F9A13}" dt="2020-12-11T05:45:18.235" v="30"/>
          <ac:picMkLst>
            <pc:docMk/>
            <pc:sldMk cId="1993337092" sldId="322"/>
            <ac:picMk id="14" creationId="{C8811ACA-31B0-493F-A16D-31EF1E61B7B3}"/>
          </ac:picMkLst>
        </pc:picChg>
        <pc:picChg chg="del">
          <ac:chgData name="Romain Rachenne" userId="d05ffb5d262588ec" providerId="LiveId" clId="{6EF55C5A-D936-464F-8BDD-1A87440F9A13}" dt="2020-12-11T05:45:17.888" v="29" actId="478"/>
          <ac:picMkLst>
            <pc:docMk/>
            <pc:sldMk cId="1993337092" sldId="322"/>
            <ac:picMk id="46" creationId="{5AE6BCF0-30CC-4A22-AF14-8EB30B1B08D0}"/>
          </ac:picMkLst>
        </pc:picChg>
      </pc:sldChg>
      <pc:sldChg chg="addSp delSp modSp mod">
        <pc:chgData name="Romain Rachenne" userId="d05ffb5d262588ec" providerId="LiveId" clId="{6EF55C5A-D936-464F-8BDD-1A87440F9A13}" dt="2020-12-11T07:43:10.135" v="156" actId="1076"/>
        <pc:sldMkLst>
          <pc:docMk/>
          <pc:sldMk cId="2146091089" sldId="324"/>
        </pc:sldMkLst>
        <pc:spChg chg="add mod">
          <ac:chgData name="Romain Rachenne" userId="d05ffb5d262588ec" providerId="LiveId" clId="{6EF55C5A-D936-464F-8BDD-1A87440F9A13}" dt="2020-12-11T07:43:10.135" v="156" actId="1076"/>
          <ac:spMkLst>
            <pc:docMk/>
            <pc:sldMk cId="2146091089" sldId="324"/>
            <ac:spMk id="3" creationId="{19D3ABE5-255F-491A-AACE-F0D28BBECB88}"/>
          </ac:spMkLst>
        </pc:spChg>
        <pc:picChg chg="del">
          <ac:chgData name="Romain Rachenne" userId="d05ffb5d262588ec" providerId="LiveId" clId="{6EF55C5A-D936-464F-8BDD-1A87440F9A13}" dt="2020-12-11T07:37:03.835" v="72" actId="478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3:00.296" v="154" actId="1076"/>
          <ac:picMkLst>
            <pc:docMk/>
            <pc:sldMk cId="2146091089" sldId="324"/>
            <ac:picMk id="3075" creationId="{545295F2-FCF1-4E25-91BE-CC8F686B51EB}"/>
          </ac:picMkLst>
        </pc:picChg>
      </pc:sldChg>
      <pc:sldChg chg="addSp delSp modSp mod">
        <pc:chgData name="Romain Rachenne" userId="d05ffb5d262588ec" providerId="LiveId" clId="{6EF55C5A-D936-464F-8BDD-1A87440F9A13}" dt="2020-12-11T07:43:56.813" v="168" actId="1076"/>
        <pc:sldMkLst>
          <pc:docMk/>
          <pc:sldMk cId="2528595908" sldId="342"/>
        </pc:sldMkLst>
        <pc:spChg chg="add del mod">
          <ac:chgData name="Romain Rachenne" userId="d05ffb5d262588ec" providerId="LiveId" clId="{6EF55C5A-D936-464F-8BDD-1A87440F9A13}" dt="2020-12-11T07:33:32.924" v="56"/>
          <ac:spMkLst>
            <pc:docMk/>
            <pc:sldMk cId="2528595908" sldId="342"/>
            <ac:spMk id="3" creationId="{BE12D255-F6D8-4F3D-9E92-6D93131CFE88}"/>
          </ac:spMkLst>
        </pc:spChg>
        <pc:spChg chg="add del">
          <ac:chgData name="Romain Rachenne" userId="d05ffb5d262588ec" providerId="LiveId" clId="{6EF55C5A-D936-464F-8BDD-1A87440F9A13}" dt="2020-12-11T07:33:08.051" v="48"/>
          <ac:spMkLst>
            <pc:docMk/>
            <pc:sldMk cId="2528595908" sldId="342"/>
            <ac:spMk id="4" creationId="{CC6665F5-DEF1-4997-8E27-4FF0A58512E1}"/>
          </ac:spMkLst>
        </pc:spChg>
        <pc:spChg chg="add del mod">
          <ac:chgData name="Romain Rachenne" userId="d05ffb5d262588ec" providerId="LiveId" clId="{6EF55C5A-D936-464F-8BDD-1A87440F9A13}" dt="2020-12-11T07:33:04.409" v="47"/>
          <ac:spMkLst>
            <pc:docMk/>
            <pc:sldMk cId="2528595908" sldId="342"/>
            <ac:spMk id="6" creationId="{7D23A363-A65D-4F96-BEFA-DE5E3179B1CE}"/>
          </ac:spMkLst>
        </pc:spChg>
        <pc:spChg chg="add mod">
          <ac:chgData name="Romain Rachenne" userId="d05ffb5d262588ec" providerId="LiveId" clId="{6EF55C5A-D936-464F-8BDD-1A87440F9A13}" dt="2020-12-11T07:43:49.857" v="166" actId="1076"/>
          <ac:spMkLst>
            <pc:docMk/>
            <pc:sldMk cId="2528595908" sldId="342"/>
            <ac:spMk id="10" creationId="{CEC5E6BD-A6E0-4967-9C80-2232FDB6CE4A}"/>
          </ac:spMkLst>
        </pc:spChg>
        <pc:picChg chg="del">
          <ac:chgData name="Romain Rachenne" userId="d05ffb5d262588ec" providerId="LiveId" clId="{6EF55C5A-D936-464F-8BDD-1A87440F9A13}" dt="2020-12-11T07:32:39.746" v="37" actId="478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5:45:46.005" v="33"/>
          <ac:picMkLst>
            <pc:docMk/>
            <pc:sldMk cId="2528595908" sldId="342"/>
            <ac:picMk id="9" creationId="{A946EA14-6B6A-400B-93C4-6E446325B7E8}"/>
          </ac:picMkLst>
        </pc:picChg>
        <pc:picChg chg="add mod">
          <ac:chgData name="Romain Rachenne" userId="d05ffb5d262588ec" providerId="LiveId" clId="{6EF55C5A-D936-464F-8BDD-1A87440F9A13}" dt="2020-12-11T07:43:56.813" v="168" actId="1076"/>
          <ac:picMkLst>
            <pc:docMk/>
            <pc:sldMk cId="2528595908" sldId="342"/>
            <ac:picMk id="1026" creationId="{2F7A0923-44A0-4EE7-80EE-EE29E97857A8}"/>
          </ac:picMkLst>
        </pc:picChg>
        <pc:picChg chg="add del">
          <ac:chgData name="Romain Rachenne" userId="d05ffb5d262588ec" providerId="LiveId" clId="{6EF55C5A-D936-464F-8BDD-1A87440F9A13}" dt="2020-12-11T07:32:56.154" v="44"/>
          <ac:picMkLst>
            <pc:docMk/>
            <pc:sldMk cId="2528595908" sldId="342"/>
            <ac:picMk id="1028" creationId="{EA30F874-56EF-44BF-9182-D03FCF3BC607}"/>
          </ac:picMkLst>
        </pc:picChg>
      </pc:sldChg>
      <pc:sldChg chg="addSp delSp modSp mod">
        <pc:chgData name="Romain Rachenne" userId="d05ffb5d262588ec" providerId="LiveId" clId="{6EF55C5A-D936-464F-8BDD-1A87440F9A13}" dt="2020-12-11T07:42:32.627" v="148" actId="1076"/>
        <pc:sldMkLst>
          <pc:docMk/>
          <pc:sldMk cId="1504780826" sldId="347"/>
        </pc:sldMkLst>
        <pc:spChg chg="add mod">
          <ac:chgData name="Romain Rachenne" userId="d05ffb5d262588ec" providerId="LiveId" clId="{6EF55C5A-D936-464F-8BDD-1A87440F9A13}" dt="2020-12-11T07:42:32.627" v="148" actId="1076"/>
          <ac:spMkLst>
            <pc:docMk/>
            <pc:sldMk cId="1504780826" sldId="347"/>
            <ac:spMk id="3" creationId="{92D7C10F-914A-417A-B671-58D03127F480}"/>
          </ac:spMkLst>
        </pc:spChg>
        <pc:picChg chg="del">
          <ac:chgData name="Romain Rachenne" userId="d05ffb5d262588ec" providerId="LiveId" clId="{6EF55C5A-D936-464F-8BDD-1A87440F9A13}" dt="2020-12-11T07:40:14.128" v="113" actId="478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02.035" v="140" actId="1076"/>
          <ac:picMkLst>
            <pc:docMk/>
            <pc:sldMk cId="1504780826" sldId="347"/>
            <ac:picMk id="5123" creationId="{5761B3B4-ED23-4AF3-AAA2-46AE61A865D2}"/>
          </ac:picMkLst>
        </pc:picChg>
      </pc:sldChg>
      <pc:sldChg chg="addSp delSp modSp mod">
        <pc:chgData name="Romain Rachenne" userId="d05ffb5d262588ec" providerId="LiveId" clId="{6EF55C5A-D936-464F-8BDD-1A87440F9A13}" dt="2020-12-11T06:48:22.557" v="36" actId="1076"/>
        <pc:sldMkLst>
          <pc:docMk/>
          <pc:sldMk cId="607970337" sldId="351"/>
        </pc:sldMkLst>
        <pc:picChg chg="add mod">
          <ac:chgData name="Romain Rachenne" userId="d05ffb5d262588ec" providerId="LiveId" clId="{6EF55C5A-D936-464F-8BDD-1A87440F9A13}" dt="2020-12-11T06:48:22.557" v="36" actId="1076"/>
          <ac:picMkLst>
            <pc:docMk/>
            <pc:sldMk cId="607970337" sldId="351"/>
            <ac:picMk id="4" creationId="{A92E3FF8-0B72-4366-86A9-1799906B7B87}"/>
          </ac:picMkLst>
        </pc:picChg>
        <pc:picChg chg="del">
          <ac:chgData name="Romain Rachenne" userId="d05ffb5d262588ec" providerId="LiveId" clId="{6EF55C5A-D936-464F-8BDD-1A87440F9A13}" dt="2020-12-11T06:48:16.558" v="34" actId="478"/>
          <ac:picMkLst>
            <pc:docMk/>
            <pc:sldMk cId="607970337" sldId="351"/>
            <ac:picMk id="1026" creationId="{BA822AF9-35AF-4D88-9D10-680FCB177F96}"/>
          </ac:picMkLst>
        </pc:picChg>
      </pc:sldChg>
      <pc:sldChg chg="addSp delSp modSp mod">
        <pc:chgData name="Romain Rachenne" userId="d05ffb5d262588ec" providerId="LiveId" clId="{6EF55C5A-D936-464F-8BDD-1A87440F9A13}" dt="2020-12-11T07:43:25.668" v="160" actId="1076"/>
        <pc:sldMkLst>
          <pc:docMk/>
          <pc:sldMk cId="8062692" sldId="355"/>
        </pc:sldMkLst>
        <pc:spChg chg="add mod">
          <ac:chgData name="Romain Rachenne" userId="d05ffb5d262588ec" providerId="LiveId" clId="{6EF55C5A-D936-464F-8BDD-1A87440F9A13}" dt="2020-12-11T07:43:25.668" v="160" actId="1076"/>
          <ac:spMkLst>
            <pc:docMk/>
            <pc:sldMk cId="8062692" sldId="355"/>
            <ac:spMk id="3" creationId="{1653E259-166C-4B05-95D9-60CE9BE776D1}"/>
          </ac:spMkLst>
        </pc:spChg>
        <pc:picChg chg="del">
          <ac:chgData name="Romain Rachenne" userId="d05ffb5d262588ec" providerId="LiveId" clId="{6EF55C5A-D936-464F-8BDD-1A87440F9A13}" dt="2020-12-11T07:35:36.222" v="57" actId="478"/>
          <ac:picMkLst>
            <pc:docMk/>
            <pc:sldMk cId="8062692" sldId="355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7:43:17.584" v="158" actId="1076"/>
          <ac:picMkLst>
            <pc:docMk/>
            <pc:sldMk cId="8062692" sldId="355"/>
            <ac:picMk id="2051" creationId="{7B79C2C7-4419-462E-A8E7-F1872EC0446F}"/>
          </ac:picMkLst>
        </pc:picChg>
      </pc:sldChg>
      <pc:sldChg chg="addSp delSp modSp mod">
        <pc:chgData name="Romain Rachenne" userId="d05ffb5d262588ec" providerId="LiveId" clId="{6EF55C5A-D936-464F-8BDD-1A87440F9A13}" dt="2020-12-11T07:42:53.152" v="152" actId="1076"/>
        <pc:sldMkLst>
          <pc:docMk/>
          <pc:sldMk cId="2598671472" sldId="356"/>
        </pc:sldMkLst>
        <pc:spChg chg="add mod">
          <ac:chgData name="Romain Rachenne" userId="d05ffb5d262588ec" providerId="LiveId" clId="{6EF55C5A-D936-464F-8BDD-1A87440F9A13}" dt="2020-12-11T07:42:53.152" v="152" actId="1076"/>
          <ac:spMkLst>
            <pc:docMk/>
            <pc:sldMk cId="2598671472" sldId="356"/>
            <ac:spMk id="3" creationId="{A2815C53-A799-4540-A0C7-91B6CAFE1538}"/>
          </ac:spMkLst>
        </pc:spChg>
        <pc:picChg chg="del">
          <ac:chgData name="Romain Rachenne" userId="d05ffb5d262588ec" providerId="LiveId" clId="{6EF55C5A-D936-464F-8BDD-1A87440F9A13}" dt="2020-12-11T07:38:35.098" v="91" actId="478"/>
          <ac:picMkLst>
            <pc:docMk/>
            <pc:sldMk cId="2598671472" sldId="356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2:40.964" v="150" actId="1076"/>
          <ac:picMkLst>
            <pc:docMk/>
            <pc:sldMk cId="2598671472" sldId="356"/>
            <ac:picMk id="4098" creationId="{25CB89DE-4B8D-4596-B804-438C53D3B007}"/>
          </ac:picMkLst>
        </pc:picChg>
      </pc:sldChg>
      <pc:sldChg chg="addSp delSp modSp mod">
        <pc:chgData name="Romain Rachenne" userId="d05ffb5d262588ec" providerId="LiveId" clId="{6EF55C5A-D936-464F-8BDD-1A87440F9A13}" dt="2020-12-11T07:42:22.777" v="146" actId="1076"/>
        <pc:sldMkLst>
          <pc:docMk/>
          <pc:sldMk cId="1897892808" sldId="357"/>
        </pc:sldMkLst>
        <pc:spChg chg="add del">
          <ac:chgData name="Romain Rachenne" userId="d05ffb5d262588ec" providerId="LiveId" clId="{6EF55C5A-D936-464F-8BDD-1A87440F9A13}" dt="2020-12-11T07:41:14.017" v="131" actId="22"/>
          <ac:spMkLst>
            <pc:docMk/>
            <pc:sldMk cId="1897892808" sldId="357"/>
            <ac:spMk id="10" creationId="{5C201749-1451-4979-A4BE-FBCD67324422}"/>
          </ac:spMkLst>
        </pc:spChg>
        <pc:spChg chg="add mod">
          <ac:chgData name="Romain Rachenne" userId="d05ffb5d262588ec" providerId="LiveId" clId="{6EF55C5A-D936-464F-8BDD-1A87440F9A13}" dt="2020-12-11T07:42:22.777" v="146" actId="1076"/>
          <ac:spMkLst>
            <pc:docMk/>
            <pc:sldMk cId="1897892808" sldId="357"/>
            <ac:spMk id="11" creationId="{319BD0CA-5CC5-483E-952B-519CEF28F343}"/>
          </ac:spMkLst>
        </pc:spChg>
        <pc:picChg chg="del">
          <ac:chgData name="Romain Rachenne" userId="d05ffb5d262588ec" providerId="LiveId" clId="{6EF55C5A-D936-464F-8BDD-1A87440F9A13}" dt="2020-12-11T07:41:02.229" v="129" actId="478"/>
          <ac:picMkLst>
            <pc:docMk/>
            <pc:sldMk cId="1897892808" sldId="35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18.927" v="145" actId="1076"/>
          <ac:picMkLst>
            <pc:docMk/>
            <pc:sldMk cId="1897892808" sldId="357"/>
            <ac:picMk id="6146" creationId="{C2FC4CAE-ABD6-494F-8DB4-48F68CAB348F}"/>
          </ac:picMkLst>
        </pc:picChg>
      </pc:sldChg>
      <pc:sldChg chg="addSp delSp modSp mod setBg">
        <pc:chgData name="Romain Rachenne" userId="d05ffb5d262588ec" providerId="LiveId" clId="{6EF55C5A-D936-464F-8BDD-1A87440F9A13}" dt="2020-12-11T05:44:03.114" v="9" actId="26606"/>
        <pc:sldMkLst>
          <pc:docMk/>
          <pc:sldMk cId="2818825844" sldId="358"/>
        </pc:sldMkLst>
        <pc:spChg chg="mod or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" creationId="{92BA1684-E405-467C-8DE1-082B19C7569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9" creationId="{4E4490D0-3672-446A-AC12-B4830333BDDD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1" creationId="{39CB82C2-DF65-4EC1-8280-F201D50F570B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5" creationId="{FA4CD5CB-D209-4D70-8CA4-629731C5921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9" creationId="{B4C27B90-DF2B-4D00-BA07-18ED774CD2F1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21" creationId="{593ACC25-C262-417A-8AA9-0641C772BDB6}"/>
          </ac:spMkLst>
        </pc:spChg>
        <pc:spChg chg="add mo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5" creationId="{E30A11C9-8CCD-4397-9325-58F535179580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8" creationId="{284B70D5-875B-433D-BDBD-1522A85D6C1D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2" creationId="{1E299956-A9E7-4FC1-A0B1-D590CA9730E8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4" creationId="{17FC539C-B783-4B03-9F9E-D13430F3F64F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5" creationId="{5A1B47C8-47A0-4A88-8830-6DEA3B5DE392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7" creationId="{984BBFDD-E720-4805-A9C8-129FBBF6DD70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9" creationId="{5AC4BE46-4A77-42FE-9D15-065CDB2F847C}"/>
          </ac:spMkLst>
        </pc:spChg>
        <pc:picChg chg="mod">
          <ac:chgData name="Romain Rachenne" userId="d05ffb5d262588ec" providerId="LiveId" clId="{6EF55C5A-D936-464F-8BDD-1A87440F9A13}" dt="2020-12-11T05:44:03.114" v="9" actId="26606"/>
          <ac:picMkLst>
            <pc:docMk/>
            <pc:sldMk cId="2818825844" sldId="358"/>
            <ac:picMk id="4" creationId="{A13FD23C-7EEC-4431-82A5-9E72758A58B0}"/>
          </ac:picMkLst>
        </pc:pic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3" creationId="{7E1D4427-852B-4B37-8E76-0E9F1810BA2A}"/>
          </ac:cxnSpMkLst>
        </pc:cxn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7" creationId="{5C6A2BAE-B461-4B55-8E1F-0722ABDD1393}"/>
          </ac:cxnSpMkLst>
        </pc:cxnChg>
        <pc:cxnChg chg="add del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30" creationId="{C947DF4A-614C-4B4C-8B80-E5B9D8E8CFED}"/>
          </ac:cxnSpMkLst>
        </pc:cxnChg>
        <pc:cxnChg chg="add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43" creationId="{7E1D4427-852B-4B37-8E76-0E9F1810BA2A}"/>
          </ac:cxnSpMkLst>
        </pc:cxnChg>
      </pc:sldChg>
      <pc:sldChg chg="addSp delSp modSp mod setBg">
        <pc:chgData name="Romain Rachenne" userId="d05ffb5d262588ec" providerId="LiveId" clId="{6EF55C5A-D936-464F-8BDD-1A87440F9A13}" dt="2020-12-11T05:45:11.618" v="26"/>
        <pc:sldMkLst>
          <pc:docMk/>
          <pc:sldMk cId="1482809837" sldId="359"/>
        </pc:sldMkLst>
        <pc:spChg chg="mod">
          <ac:chgData name="Romain Rachenne" userId="d05ffb5d262588ec" providerId="LiveId" clId="{6EF55C5A-D936-464F-8BDD-1A87440F9A13}" dt="2020-12-11T05:44:34.063" v="22" actId="404"/>
          <ac:spMkLst>
            <pc:docMk/>
            <pc:sldMk cId="1482809837" sldId="359"/>
            <ac:spMk id="2" creationId="{151CD8BC-E868-4D08-A768-62ADD13FA9C4}"/>
          </ac:spMkLst>
        </pc:spChg>
        <pc:spChg chg="del">
          <ac:chgData name="Romain Rachenne" userId="d05ffb5d262588ec" providerId="LiveId" clId="{6EF55C5A-D936-464F-8BDD-1A87440F9A13}" dt="2020-12-11T05:44:18.272" v="13" actId="478"/>
          <ac:spMkLst>
            <pc:docMk/>
            <pc:sldMk cId="1482809837" sldId="359"/>
            <ac:spMk id="3" creationId="{DD81AE4C-2C91-4037-86A1-300DD2965792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5" creationId="{5AE6C737-FF55-4064-94B7-0B21D2EB6045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9" creationId="{D8218D9F-38B6-4AE0-9051-5434D19A5277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21" creationId="{2D3DCA99-84AF-487A-BF72-91C5FA6B0B70}"/>
          </ac:spMkLst>
        </pc:spChg>
        <pc:picChg chg="add mod">
          <ac:chgData name="Romain Rachenne" userId="d05ffb5d262588ec" providerId="LiveId" clId="{6EF55C5A-D936-464F-8BDD-1A87440F9A13}" dt="2020-12-11T05:44:24.508" v="14" actId="26606"/>
          <ac:picMkLst>
            <pc:docMk/>
            <pc:sldMk cId="1482809837" sldId="359"/>
            <ac:picMk id="4" creationId="{498F4FA6-0D5D-4F5A-94B3-97A18761FD52}"/>
          </ac:picMkLst>
        </pc:picChg>
        <pc:picChg chg="add del mod">
          <ac:chgData name="Romain Rachenne" userId="d05ffb5d262588ec" providerId="LiveId" clId="{6EF55C5A-D936-464F-8BDD-1A87440F9A13}" dt="2020-12-11T05:45:11.307" v="25" actId="478"/>
          <ac:picMkLst>
            <pc:docMk/>
            <pc:sldMk cId="1482809837" sldId="359"/>
            <ac:picMk id="12" creationId="{85C8E13A-9CF0-464B-B760-698E730E6C67}"/>
          </ac:picMkLst>
        </pc:picChg>
        <pc:picChg chg="add mod">
          <ac:chgData name="Romain Rachenne" userId="d05ffb5d262588ec" providerId="LiveId" clId="{6EF55C5A-D936-464F-8BDD-1A87440F9A13}" dt="2020-12-11T05:44:59.673" v="24"/>
          <ac:picMkLst>
            <pc:docMk/>
            <pc:sldMk cId="1482809837" sldId="359"/>
            <ac:picMk id="14" creationId="{C2D3166F-0D35-4F52-83F5-D4E574CF82B8}"/>
          </ac:picMkLst>
        </pc:picChg>
        <pc:picChg chg="add mod">
          <ac:chgData name="Romain Rachenne" userId="d05ffb5d262588ec" providerId="LiveId" clId="{6EF55C5A-D936-464F-8BDD-1A87440F9A13}" dt="2020-12-11T05:45:11.618" v="26"/>
          <ac:picMkLst>
            <pc:docMk/>
            <pc:sldMk cId="1482809837" sldId="359"/>
            <ac:picMk id="16" creationId="{879C45CD-EA7A-451F-BAAB-FB9849DFB579}"/>
          </ac:picMkLst>
        </pc:pic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3" creationId="{7E1D4427-852B-4B37-8E76-0E9F1810BA2A}"/>
          </ac:cxnSpMkLst>
        </pc:cxn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7" creationId="{6B5B1DD8-6224-4137-8621-32982B00F9FC}"/>
          </ac:cxnSpMkLst>
        </pc:cxnChg>
      </pc:sldChg>
    </pc:docChg>
  </pc:docChgLst>
  <pc:docChgLst>
    <pc:chgData name="Romain Rachenne" userId="d05ffb5d262588ec" providerId="LiveId" clId="{B285D14A-E7E2-4CBC-A9C0-DC32C4AEE9CE}"/>
    <pc:docChg chg="undo custSel mod addSld delSld modSld sldOrd">
      <pc:chgData name="Romain Rachenne" userId="d05ffb5d262588ec" providerId="LiveId" clId="{B285D14A-E7E2-4CBC-A9C0-DC32C4AEE9CE}" dt="2020-01-09T14:14:54.959" v="1921"/>
      <pc:docMkLst>
        <pc:docMk/>
      </pc:docMkLst>
      <pc:sldChg chg="addSp delSp modSp mod modTransition setBg setClrOvrMap">
        <pc:chgData name="Romain Rachenne" userId="d05ffb5d262588ec" providerId="LiveId" clId="{B285D14A-E7E2-4CBC-A9C0-DC32C4AEE9CE}" dt="2020-01-09T14:07:41.712" v="1909"/>
        <pc:sldMkLst>
          <pc:docMk/>
          <pc:sldMk cId="1990881570" sldId="257"/>
        </pc:sldMkLst>
        <pc:spChg chg="mod">
          <ac:chgData name="Romain Rachenne" userId="d05ffb5d262588ec" providerId="LiveId" clId="{B285D14A-E7E2-4CBC-A9C0-DC32C4AEE9CE}" dt="2020-01-09T10:12:20.209" v="51" actId="14100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12:10.553" v="44" actId="20577"/>
          <ac:spMkLst>
            <pc:docMk/>
            <pc:sldMk cId="1990881570" sldId="257"/>
            <ac:spMk id="3" creationId="{00000000-0000-0000-0000-000000000000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4" creationId="{C4E89C94-E462-4566-A15A-32835FD68BCD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6" creationId="{E25F4A20-71FB-4A26-92E2-89DED49264CA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19" creationId="{B9E780F8-2452-4595-A281-E594BA83DB0D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20" creationId="{A917F44A-7774-4C79-BEDC-0CC73C8C0E04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2" creationId="{AE220058-3FCE-496E-ADF2-D8A6961F39F6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4" creationId="{3E9C5090-7D25-41E3-A6D3-CCAEE505E785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5" creationId="{11BF8809-0DAC-41E5-A212-ACB4A01BE95B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3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4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4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0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3" creationId="{F452A527-3631-41ED-858D-3777A7D1496A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5" creationId="{F85B92BC-678C-4E14-97E6-3227DEF86371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6" creationId="{D2644120-A6B9-4D5C-8A60-E2F4CC220E77}"/>
          </ac:spMkLst>
        </pc:spChg>
        <pc:picChg chg="mod ord">
          <ac:chgData name="Romain Rachenne" userId="d05ffb5d262588ec" providerId="LiveId" clId="{B285D14A-E7E2-4CBC-A9C0-DC32C4AEE9CE}" dt="2020-01-09T10:12:05.585" v="35" actId="27614"/>
          <ac:picMkLst>
            <pc:docMk/>
            <pc:sldMk cId="1990881570" sldId="257"/>
            <ac:picMk id="7" creationId="{00000000-0000-0000-0000-000000000000}"/>
          </ac:picMkLst>
        </pc:picChg>
        <pc:cxnChg chg="add del">
          <ac:chgData name="Romain Rachenne" userId="d05ffb5d262588ec" providerId="LiveId" clId="{B285D14A-E7E2-4CBC-A9C0-DC32C4AEE9CE}" dt="2020-01-09T10:11:43.585" v="22" actId="26606"/>
          <ac:cxnSpMkLst>
            <pc:docMk/>
            <pc:sldMk cId="1990881570" sldId="257"/>
            <ac:cxnSpMk id="12" creationId="{4071767D-5FF7-4508-B8B7-BB60FF3AB250}"/>
          </ac:cxnSpMkLst>
        </pc:cxnChg>
        <pc:cxnChg chg="add del">
          <ac:chgData name="Romain Rachenne" userId="d05ffb5d262588ec" providerId="LiveId" clId="{B285D14A-E7E2-4CBC-A9C0-DC32C4AEE9CE}" dt="2020-01-09T10:11:45.749" v="24" actId="26606"/>
          <ac:cxnSpMkLst>
            <pc:docMk/>
            <pc:sldMk cId="1990881570" sldId="257"/>
            <ac:cxnSpMk id="18" creationId="{E6E50488-8E5E-4E36-9763-092234CAED4A}"/>
          </ac:cxnSpMkLst>
        </pc:cxnChg>
        <pc:cxnChg chg="add del">
          <ac:chgData name="Romain Rachenne" userId="d05ffb5d262588ec" providerId="LiveId" clId="{B285D14A-E7E2-4CBC-A9C0-DC32C4AEE9CE}" dt="2020-01-09T10:11:47.124" v="26" actId="26606"/>
          <ac:cxnSpMkLst>
            <pc:docMk/>
            <pc:sldMk cId="1990881570" sldId="257"/>
            <ac:cxnSpMk id="23" creationId="{E193F809-7E50-4AAD-8E26-878207931CB5}"/>
          </ac:cxnSpMkLst>
        </pc:cxnChg>
        <pc:cxnChg chg="add del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28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185" v="29" actId="26606"/>
          <ac:cxnSpMkLst>
            <pc:docMk/>
            <pc:sldMk cId="1990881570" sldId="257"/>
            <ac:cxnSpMk id="3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794" v="31" actId="26606"/>
          <ac:cxnSpMkLst>
            <pc:docMk/>
            <pc:sldMk cId="1990881570" sldId="257"/>
            <ac:cxnSpMk id="4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11:59.028" v="33" actId="26606"/>
          <ac:cxnSpMkLst>
            <pc:docMk/>
            <pc:sldMk cId="1990881570" sldId="257"/>
            <ac:cxnSpMk id="49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54" creationId="{D28A9C89-B313-458F-9C85-515930A51A93}"/>
          </ac:cxnSpMkLst>
        </pc:cxnChg>
      </pc:sldChg>
      <pc:sldChg chg="del">
        <pc:chgData name="Romain Rachenne" userId="d05ffb5d262588ec" providerId="LiveId" clId="{B285D14A-E7E2-4CBC-A9C0-DC32C4AEE9CE}" dt="2020-01-09T10:21:02.806" v="428" actId="47"/>
        <pc:sldMkLst>
          <pc:docMk/>
          <pc:sldMk cId="3451877675" sldId="277"/>
        </pc:sldMkLst>
      </pc:sldChg>
      <pc:sldChg chg="addSp delSp modSp del">
        <pc:chgData name="Romain Rachenne" userId="d05ffb5d262588ec" providerId="LiveId" clId="{B285D14A-E7E2-4CBC-A9C0-DC32C4AEE9CE}" dt="2020-01-09T10:16:05.725" v="107" actId="47"/>
        <pc:sldMkLst>
          <pc:docMk/>
          <pc:sldMk cId="745513728" sldId="278"/>
        </pc:sldMkLst>
        <pc:spChg chg="del mod">
          <ac:chgData name="Romain Rachenne" userId="d05ffb5d262588ec" providerId="LiveId" clId="{B285D14A-E7E2-4CBC-A9C0-DC32C4AEE9CE}" dt="2020-01-09T10:13:50.676" v="90" actId="478"/>
          <ac:spMkLst>
            <pc:docMk/>
            <pc:sldMk cId="745513728" sldId="278"/>
            <ac:spMk id="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12:45.615" v="82" actId="478"/>
          <ac:spMkLst>
            <pc:docMk/>
            <pc:sldMk cId="745513728" sldId="278"/>
            <ac:spMk id="3" creationId="{00000000-0000-0000-0000-000000000000}"/>
          </ac:spMkLst>
        </pc:spChg>
        <pc:spChg chg="add del mod">
          <ac:chgData name="Romain Rachenne" userId="d05ffb5d262588ec" providerId="LiveId" clId="{B285D14A-E7E2-4CBC-A9C0-DC32C4AEE9CE}" dt="2020-01-09T10:13:52.445" v="91" actId="478"/>
          <ac:spMkLst>
            <pc:docMk/>
            <pc:sldMk cId="745513728" sldId="278"/>
            <ac:spMk id="5" creationId="{55B7F71F-0DB0-446F-B0D3-F87202130F7B}"/>
          </ac:spMkLst>
        </pc:spChg>
        <pc:spChg chg="del mod">
          <ac:chgData name="Romain Rachenne" userId="d05ffb5d262588ec" providerId="LiveId" clId="{B285D14A-E7E2-4CBC-A9C0-DC32C4AEE9CE}" dt="2020-01-09T10:13:54.237" v="92" actId="478"/>
          <ac:spMkLst>
            <pc:docMk/>
            <pc:sldMk cId="745513728" sldId="278"/>
            <ac:spMk id="6" creationId="{00000000-0000-0000-0000-000000000000}"/>
          </ac:spMkLst>
        </pc:spChg>
        <pc:picChg chg="del">
          <ac:chgData name="Romain Rachenne" userId="d05ffb5d262588ec" providerId="LiveId" clId="{B285D14A-E7E2-4CBC-A9C0-DC32C4AEE9CE}" dt="2020-01-09T10:15:57.375" v="102"/>
          <ac:picMkLst>
            <pc:docMk/>
            <pc:sldMk cId="745513728" sldId="278"/>
            <ac:picMk id="8" creationId="{00000000-0000-0000-0000-000000000000}"/>
          </ac:picMkLst>
        </pc:picChg>
        <pc:picChg chg="del">
          <ac:chgData name="Romain Rachenne" userId="d05ffb5d262588ec" providerId="LiveId" clId="{B285D14A-E7E2-4CBC-A9C0-DC32C4AEE9CE}" dt="2020-01-09T10:15:53.485" v="100"/>
          <ac:picMkLst>
            <pc:docMk/>
            <pc:sldMk cId="745513728" sldId="278"/>
            <ac:picMk id="9" creationId="{00000000-0000-0000-0000-000000000000}"/>
          </ac:picMkLst>
        </pc:picChg>
        <pc:picChg chg="add del mod">
          <ac:chgData name="Romain Rachenne" userId="d05ffb5d262588ec" providerId="LiveId" clId="{B285D14A-E7E2-4CBC-A9C0-DC32C4AEE9CE}" dt="2020-01-09T10:16:01.055" v="104"/>
          <ac:picMkLst>
            <pc:docMk/>
            <pc:sldMk cId="745513728" sldId="278"/>
            <ac:picMk id="10" creationId="{760189F4-D339-42B0-B92F-31ED4C79D6D4}"/>
          </ac:picMkLst>
        </pc:picChg>
      </pc:sldChg>
      <pc:sldChg chg="del">
        <pc:chgData name="Romain Rachenne" userId="d05ffb5d262588ec" providerId="LiveId" clId="{B285D14A-E7E2-4CBC-A9C0-DC32C4AEE9CE}" dt="2020-01-09T10:28:57.032" v="862" actId="47"/>
        <pc:sldMkLst>
          <pc:docMk/>
          <pc:sldMk cId="81779245" sldId="279"/>
        </pc:sldMkLst>
      </pc:sldChg>
      <pc:sldChg chg="del">
        <pc:chgData name="Romain Rachenne" userId="d05ffb5d262588ec" providerId="LiveId" clId="{B285D14A-E7E2-4CBC-A9C0-DC32C4AEE9CE}" dt="2020-01-09T10:21:26.324" v="429" actId="47"/>
        <pc:sldMkLst>
          <pc:docMk/>
          <pc:sldMk cId="1781985609" sldId="280"/>
        </pc:sldMkLst>
      </pc:sldChg>
      <pc:sldChg chg="delSp modSp del ord">
        <pc:chgData name="Romain Rachenne" userId="d05ffb5d262588ec" providerId="LiveId" clId="{B285D14A-E7E2-4CBC-A9C0-DC32C4AEE9CE}" dt="2020-01-09T10:26:45.554" v="724" actId="47"/>
        <pc:sldMkLst>
          <pc:docMk/>
          <pc:sldMk cId="1972821704" sldId="281"/>
        </pc:sldMkLst>
        <pc:spChg chg="mod">
          <ac:chgData name="Romain Rachenne" userId="d05ffb5d262588ec" providerId="LiveId" clId="{B285D14A-E7E2-4CBC-A9C0-DC32C4AEE9CE}" dt="2020-01-09T10:23:24.817" v="590" actId="20577"/>
          <ac:spMkLst>
            <pc:docMk/>
            <pc:sldMk cId="1972821704" sldId="281"/>
            <ac:spMk id="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5.510" v="626" actId="478"/>
          <ac:spMkLst>
            <pc:docMk/>
            <pc:sldMk cId="1972821704" sldId="281"/>
            <ac:spMk id="10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23:57.385" v="631" actId="14100"/>
          <ac:spMkLst>
            <pc:docMk/>
            <pc:sldMk cId="1972821704" sldId="281"/>
            <ac:spMk id="11" creationId="{991FADD9-F383-4FAC-AE8A-CF4914133AF7}"/>
          </ac:spMkLst>
        </pc:spChg>
        <pc:spChg chg="mod">
          <ac:chgData name="Romain Rachenne" userId="d05ffb5d262588ec" providerId="LiveId" clId="{B285D14A-E7E2-4CBC-A9C0-DC32C4AEE9CE}" dt="2020-01-09T10:23:27.982" v="591" actId="1076"/>
          <ac:spMkLst>
            <pc:docMk/>
            <pc:sldMk cId="1972821704" sldId="281"/>
            <ac:spMk id="1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3.635" v="625" actId="478"/>
          <ac:spMkLst>
            <pc:docMk/>
            <pc:sldMk cId="1972821704" sldId="281"/>
            <ac:spMk id="1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2.620" v="624" actId="478"/>
          <ac:spMkLst>
            <pc:docMk/>
            <pc:sldMk cId="1972821704" sldId="281"/>
            <ac:spMk id="14" creationId="{00000000-0000-0000-0000-000000000000}"/>
          </ac:spMkLst>
        </pc:spChg>
      </pc:sldChg>
      <pc:sldChg chg="del">
        <pc:chgData name="Romain Rachenne" userId="d05ffb5d262588ec" providerId="LiveId" clId="{B285D14A-E7E2-4CBC-A9C0-DC32C4AEE9CE}" dt="2020-01-09T10:28:54.698" v="860" actId="47"/>
        <pc:sldMkLst>
          <pc:docMk/>
          <pc:sldMk cId="669770026" sldId="283"/>
        </pc:sldMkLst>
      </pc:sldChg>
      <pc:sldChg chg="del">
        <pc:chgData name="Romain Rachenne" userId="d05ffb5d262588ec" providerId="LiveId" clId="{B285D14A-E7E2-4CBC-A9C0-DC32C4AEE9CE}" dt="2020-01-09T10:28:56.349" v="861" actId="47"/>
        <pc:sldMkLst>
          <pc:docMk/>
          <pc:sldMk cId="3872186986" sldId="284"/>
        </pc:sldMkLst>
      </pc:sldChg>
      <pc:sldChg chg="del">
        <pc:chgData name="Romain Rachenne" userId="d05ffb5d262588ec" providerId="LiveId" clId="{B285D14A-E7E2-4CBC-A9C0-DC32C4AEE9CE}" dt="2020-01-09T10:28:57.597" v="863" actId="47"/>
        <pc:sldMkLst>
          <pc:docMk/>
          <pc:sldMk cId="1749945754" sldId="286"/>
        </pc:sldMkLst>
      </pc:sldChg>
      <pc:sldChg chg="del">
        <pc:chgData name="Romain Rachenne" userId="d05ffb5d262588ec" providerId="LiveId" clId="{B285D14A-E7E2-4CBC-A9C0-DC32C4AEE9CE}" dt="2020-01-09T10:28:46.356" v="858" actId="47"/>
        <pc:sldMkLst>
          <pc:docMk/>
          <pc:sldMk cId="1712044625" sldId="287"/>
        </pc:sldMkLst>
      </pc:sldChg>
      <pc:sldChg chg="del">
        <pc:chgData name="Romain Rachenne" userId="d05ffb5d262588ec" providerId="LiveId" clId="{B285D14A-E7E2-4CBC-A9C0-DC32C4AEE9CE}" dt="2020-01-09T10:28:42.923" v="857" actId="47"/>
        <pc:sldMkLst>
          <pc:docMk/>
          <pc:sldMk cId="2680979075" sldId="288"/>
        </pc:sldMkLst>
      </pc:sldChg>
      <pc:sldChg chg="del">
        <pc:chgData name="Romain Rachenne" userId="d05ffb5d262588ec" providerId="LiveId" clId="{B285D14A-E7E2-4CBC-A9C0-DC32C4AEE9CE}" dt="2020-01-09T10:28:47.729" v="859" actId="47"/>
        <pc:sldMkLst>
          <pc:docMk/>
          <pc:sldMk cId="2050081649" sldId="289"/>
        </pc:sldMkLst>
      </pc:sldChg>
      <pc:sldChg chg="add del">
        <pc:chgData name="Romain Rachenne" userId="d05ffb5d262588ec" providerId="LiveId" clId="{B285D14A-E7E2-4CBC-A9C0-DC32C4AEE9CE}" dt="2020-01-09T10:17:08.735" v="149" actId="47"/>
        <pc:sldMkLst>
          <pc:docMk/>
          <pc:sldMk cId="443047213" sldId="290"/>
        </pc:sldMkLst>
      </pc:sldChg>
      <pc:sldChg chg="add del">
        <pc:chgData name="Romain Rachenne" userId="d05ffb5d262588ec" providerId="LiveId" clId="{B285D14A-E7E2-4CBC-A9C0-DC32C4AEE9CE}" dt="2020-01-09T10:15:50.980" v="99" actId="47"/>
        <pc:sldMkLst>
          <pc:docMk/>
          <pc:sldMk cId="4241742477" sldId="291"/>
        </pc:sldMkLst>
      </pc:sldChg>
      <pc:sldChg chg="addSp delSp modSp add modTransition">
        <pc:chgData name="Romain Rachenne" userId="d05ffb5d262588ec" providerId="LiveId" clId="{B285D14A-E7E2-4CBC-A9C0-DC32C4AEE9CE}" dt="2020-01-09T14:12:48.871" v="1916"/>
        <pc:sldMkLst>
          <pc:docMk/>
          <pc:sldMk cId="782006460" sldId="292"/>
        </pc:sldMkLst>
        <pc:spChg chg="add mod">
          <ac:chgData name="Romain Rachenne" userId="d05ffb5d262588ec" providerId="LiveId" clId="{B285D14A-E7E2-4CBC-A9C0-DC32C4AEE9CE}" dt="2020-01-09T10:17:00.785" v="148" actId="1076"/>
          <ac:spMkLst>
            <pc:docMk/>
            <pc:sldMk cId="782006460" sldId="292"/>
            <ac:spMk id="5" creationId="{CA24649E-C454-4F33-B392-0356E6DC227A}"/>
          </ac:spMkLst>
        </pc:spChg>
        <pc:picChg chg="add">
          <ac:chgData name="Romain Rachenne" userId="d05ffb5d262588ec" providerId="LiveId" clId="{B285D14A-E7E2-4CBC-A9C0-DC32C4AEE9CE}" dt="2020-01-09T10:15:54.495" v="101"/>
          <ac:picMkLst>
            <pc:docMk/>
            <pc:sldMk cId="782006460" sldId="292"/>
            <ac:picMk id="2" creationId="{B8CFAE8E-2FFE-418D-8081-CD4958430758}"/>
          </ac:picMkLst>
        </pc:picChg>
        <pc:picChg chg="add">
          <ac:chgData name="Romain Rachenne" userId="d05ffb5d262588ec" providerId="LiveId" clId="{B285D14A-E7E2-4CBC-A9C0-DC32C4AEE9CE}" dt="2020-01-09T10:15:58.535" v="103"/>
          <ac:picMkLst>
            <pc:docMk/>
            <pc:sldMk cId="782006460" sldId="292"/>
            <ac:picMk id="3" creationId="{62338503-1E77-4360-B54A-C924D84092E4}"/>
          </ac:picMkLst>
        </pc:picChg>
        <pc:picChg chg="add mod">
          <ac:chgData name="Romain Rachenne" userId="d05ffb5d262588ec" providerId="LiveId" clId="{B285D14A-E7E2-4CBC-A9C0-DC32C4AEE9CE}" dt="2020-01-09T10:38:39.637" v="1100" actId="1076"/>
          <ac:picMkLst>
            <pc:docMk/>
            <pc:sldMk cId="782006460" sldId="292"/>
            <ac:picMk id="4" creationId="{7B327573-C8E0-409A-A73D-DB9C7873341C}"/>
          </ac:picMkLst>
        </pc:picChg>
        <pc:picChg chg="add del">
          <ac:chgData name="Romain Rachenne" userId="d05ffb5d262588ec" providerId="LiveId" clId="{B285D14A-E7E2-4CBC-A9C0-DC32C4AEE9CE}" dt="2020-01-09T10:35:38.722" v="1008"/>
          <ac:picMkLst>
            <pc:docMk/>
            <pc:sldMk cId="782006460" sldId="292"/>
            <ac:picMk id="6" creationId="{011A2944-F1D0-466D-AB95-ED02E2E2943A}"/>
          </ac:picMkLst>
        </pc:picChg>
      </pc:sldChg>
      <pc:sldChg chg="addSp modSp add ord modTransition">
        <pc:chgData name="Romain Rachenne" userId="d05ffb5d262588ec" providerId="LiveId" clId="{B285D14A-E7E2-4CBC-A9C0-DC32C4AEE9CE}" dt="2020-01-09T14:13:58.624" v="1917"/>
        <pc:sldMkLst>
          <pc:docMk/>
          <pc:sldMk cId="209503933" sldId="293"/>
        </pc:sldMkLst>
        <pc:spChg chg="mod">
          <ac:chgData name="Romain Rachenne" userId="d05ffb5d262588ec" providerId="LiveId" clId="{B285D14A-E7E2-4CBC-A9C0-DC32C4AEE9CE}" dt="2020-01-09T10:19:20.267" v="178" actId="20577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B285D14A-E7E2-4CBC-A9C0-DC32C4AEE9CE}" dt="2020-01-09T10:28:03.024" v="847" actId="20577"/>
          <ac:spMkLst>
            <pc:docMk/>
            <pc:sldMk cId="209503933" sldId="293"/>
            <ac:spMk id="3" creationId="{9FE57C0E-CD38-4E23-A4D2-8FFD61996D1E}"/>
          </ac:spMkLst>
        </pc:spChg>
        <pc:picChg chg="add">
          <ac:chgData name="Romain Rachenne" userId="d05ffb5d262588ec" providerId="LiveId" clId="{B285D14A-E7E2-4CBC-A9C0-DC32C4AEE9CE}" dt="2020-01-09T10:35:21.547" v="998"/>
          <ac:picMkLst>
            <pc:docMk/>
            <pc:sldMk cId="209503933" sldId="293"/>
            <ac:picMk id="4" creationId="{26A434AC-82D8-4FC6-8592-2CFB53F9287C}"/>
          </ac:picMkLst>
        </pc:picChg>
        <pc:picChg chg="add">
          <ac:chgData name="Romain Rachenne" userId="d05ffb5d262588ec" providerId="LiveId" clId="{B285D14A-E7E2-4CBC-A9C0-DC32C4AEE9CE}" dt="2020-01-09T10:35:39.519" v="1009"/>
          <ac:picMkLst>
            <pc:docMk/>
            <pc:sldMk cId="209503933" sldId="293"/>
            <ac:picMk id="5" creationId="{DD9E8178-A848-411E-A06D-7D09BC3203A8}"/>
          </ac:picMkLst>
        </pc:picChg>
      </pc:sldChg>
      <pc:sldChg chg="addSp delSp modSp add del mod setBg">
        <pc:chgData name="Romain Rachenne" userId="d05ffb5d262588ec" providerId="LiveId" clId="{B285D14A-E7E2-4CBC-A9C0-DC32C4AEE9CE}" dt="2020-01-09T10:28:35.984" v="855" actId="47"/>
        <pc:sldMkLst>
          <pc:docMk/>
          <pc:sldMk cId="4132103087" sldId="294"/>
        </pc:sldMkLst>
        <pc:spChg chg="mod or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2" creationId="{7B44054E-4394-4D3F-A4AD-9779682D20D7}"/>
          </ac:spMkLst>
        </pc:spChg>
        <pc:spChg chg="del">
          <ac:chgData name="Romain Rachenne" userId="d05ffb5d262588ec" providerId="LiveId" clId="{B285D14A-E7E2-4CBC-A9C0-DC32C4AEE9CE}" dt="2020-01-09T10:21:54.904" v="454"/>
          <ac:spMkLst>
            <pc:docMk/>
            <pc:sldMk cId="4132103087" sldId="294"/>
            <ac:spMk id="3" creationId="{ABB2931E-5557-4307-9819-885A5D6D2BAA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6" creationId="{5A1B47C8-47A0-4A88-8830-6DEA3B5DE392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7" creationId="{984BBFDD-E720-4805-A9C8-129FBBF6DD70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8" creationId="{5AC4BE46-4A77-42FE-9D15-065CDB2F847C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3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6" creationId="{593ACC25-C262-417A-8AA9-0641C772BDB6}"/>
          </ac:spMkLst>
        </pc:spChg>
        <pc:spChg chg="add mod">
          <ac:chgData name="Romain Rachenne" userId="d05ffb5d262588ec" providerId="LiveId" clId="{B285D14A-E7E2-4CBC-A9C0-DC32C4AEE9CE}" dt="2020-01-09T10:22:39.604" v="545" actId="20577"/>
          <ac:spMkLst>
            <pc:docMk/>
            <pc:sldMk cId="4132103087" sldId="294"/>
            <ac:spMk id="40" creationId="{D7D6C992-1900-45FA-8447-46A0369910D8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3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7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9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22:11.636" v="460" actId="26606"/>
          <ac:picMkLst>
            <pc:docMk/>
            <pc:sldMk cId="4132103087" sldId="294"/>
            <ac:picMk id="4" creationId="{50BE8B38-4A4C-4084-9FE2-5CA0E1BBB67E}"/>
          </ac:picMkLst>
        </pc:pic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22:02.075" v="458" actId="26606"/>
          <ac:cxnSpMkLst>
            <pc:docMk/>
            <pc:sldMk cId="4132103087" sldId="294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4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45" creationId="{5AB158E9-1B40-4CD6-95F0-95CA11DF7B7A}"/>
          </ac:cxnSpMkLst>
        </pc:cxnChg>
      </pc:sldChg>
      <pc:sldChg chg="addSp delSp modSp add mod ord modTransition setBg delDesignElem">
        <pc:chgData name="Romain Rachenne" userId="d05ffb5d262588ec" providerId="LiveId" clId="{B285D14A-E7E2-4CBC-A9C0-DC32C4AEE9CE}" dt="2020-01-09T14:14:54.959" v="1921"/>
        <pc:sldMkLst>
          <pc:docMk/>
          <pc:sldMk cId="1775418729" sldId="295"/>
        </pc:sldMkLst>
        <pc:spChg chg="mo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2" creationId="{7B44054E-4394-4D3F-A4AD-9779682D20D7}"/>
          </ac:spMkLst>
        </pc:spChg>
        <pc:spChg chg="mod">
          <ac:chgData name="Romain Rachenne" userId="d05ffb5d262588ec" providerId="LiveId" clId="{B285D14A-E7E2-4CBC-A9C0-DC32C4AEE9CE}" dt="2020-01-09T10:27:19.548" v="768" actId="20577"/>
          <ac:spMkLst>
            <pc:docMk/>
            <pc:sldMk cId="1775418729" sldId="295"/>
            <ac:spMk id="40" creationId="{D7D6C992-1900-45FA-8447-46A0369910D8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2" creationId="{10162E77-11AD-44A7-84EC-40C59EEFBD2E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3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6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7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9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51" creationId="{FF2DA012-1414-493D-888F-5D99D0BDA322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3" creationId="{C33BF9DD-8A45-4EEE-B231-0A14D322E5F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5" creationId="{D5FBCAC9-BD8B-4F3B-AD74-EF37D421134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6" creationId="{9556C5A8-AD7E-4CE7-87BE-9EA3B5E1786F}"/>
          </ac:spMkLst>
        </pc:spChg>
        <pc:picChg chg="mod">
          <ac:chgData name="Romain Rachenne" userId="d05ffb5d262588ec" providerId="LiveId" clId="{B285D14A-E7E2-4CBC-A9C0-DC32C4AEE9CE}" dt="2020-01-09T10:26:58.144" v="727" actId="26606"/>
          <ac:picMkLst>
            <pc:docMk/>
            <pc:sldMk cId="1775418729" sldId="295"/>
            <ac:picMk id="4" creationId="{50BE8B38-4A4C-4084-9FE2-5CA0E1BBB67E}"/>
          </ac:picMkLst>
        </pc:picChg>
        <pc:picChg chg="add">
          <ac:chgData name="Romain Rachenne" userId="d05ffb5d262588ec" providerId="LiveId" clId="{B285D14A-E7E2-4CBC-A9C0-DC32C4AEE9CE}" dt="2020-01-09T10:35:24.250" v="1000"/>
          <ac:picMkLst>
            <pc:docMk/>
            <pc:sldMk cId="1775418729" sldId="295"/>
            <ac:picMk id="17" creationId="{77B40EB9-E2D7-4DBF-8566-801D1EF13C3F}"/>
          </ac:picMkLst>
        </pc:picChg>
        <pc:picChg chg="add">
          <ac:chgData name="Romain Rachenne" userId="d05ffb5d262588ec" providerId="LiveId" clId="{B285D14A-E7E2-4CBC-A9C0-DC32C4AEE9CE}" dt="2020-01-09T10:35:52.771" v="1011"/>
          <ac:picMkLst>
            <pc:docMk/>
            <pc:sldMk cId="1775418729" sldId="295"/>
            <ac:picMk id="18" creationId="{40375CC4-0E81-4F87-BC31-1630E961D2F4}"/>
          </ac:picMkLst>
        </pc:picChg>
        <pc:cxnChg chg="add del">
          <ac:chgData name="Romain Rachenne" userId="d05ffb5d262588ec" providerId="LiveId" clId="{B285D14A-E7E2-4CBC-A9C0-DC32C4AEE9CE}" dt="2020-01-09T10:26:58.123" v="726" actId="26606"/>
          <ac:cxnSpMkLst>
            <pc:docMk/>
            <pc:sldMk cId="1775418729" sldId="295"/>
            <ac:cxnSpMk id="44" creationId="{5AB158E9-1B40-4CD6-95F0-95CA11DF7B7A}"/>
          </ac:cxnSpMkLst>
        </pc:cxnChg>
        <pc:cxnChg chg="del">
          <ac:chgData name="Romain Rachenne" userId="d05ffb5d262588ec" providerId="LiveId" clId="{B285D14A-E7E2-4CBC-A9C0-DC32C4AEE9CE}" dt="2020-01-09T10:23:00.984" v="570"/>
          <ac:cxnSpMkLst>
            <pc:docMk/>
            <pc:sldMk cId="1775418729" sldId="295"/>
            <ac:cxnSpMk id="45" creationId="{5AB158E9-1B40-4CD6-95F0-95CA11DF7B7A}"/>
          </ac:cxnSpMkLst>
        </pc:cxnChg>
        <pc:cxnChg chg="add">
          <ac:chgData name="Romain Rachenne" userId="d05ffb5d262588ec" providerId="LiveId" clId="{B285D14A-E7E2-4CBC-A9C0-DC32C4AEE9CE}" dt="2020-01-09T10:26:58.144" v="727" actId="26606"/>
          <ac:cxnSpMkLst>
            <pc:docMk/>
            <pc:sldMk cId="1775418729" sldId="295"/>
            <ac:cxnSpMk id="54" creationId="{9020DCC9-F851-4562-BB20-1AB3C51BFD08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929417147" sldId="296"/>
        </pc:sldMkLst>
        <pc:spChg chg="mo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2" creationId="{E539DC57-7F8A-40FE-AD3A-94C25287C775}"/>
          </ac:spMkLst>
        </pc:spChg>
        <pc:spChg chg="mod or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3" creationId="{9FE57C0E-CD38-4E23-A4D2-8FFD61996D1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3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5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7" creationId="{990D0034-F768-41E7-85D4-F38C4DE85770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8" creationId="{C4F7E42D-8B5A-4FC8-81CD-9E60171F7FA8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9" creationId="{8C04651D-B9F4-4935-A02D-364153FBDF54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4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8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30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5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4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48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56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5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2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4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6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7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8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6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1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2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1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5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7" creationId="{FF2DA012-1414-493D-888F-5D99D0BDA322}"/>
          </ac:spMkLst>
        </pc:spChg>
        <pc:picChg chg="add del mod">
          <ac:chgData name="Romain Rachenne" userId="d05ffb5d262588ec" providerId="LiveId" clId="{B285D14A-E7E2-4CBC-A9C0-DC32C4AEE9CE}" dt="2020-01-09T10:28:26.416" v="848" actId="478"/>
          <ac:picMkLst>
            <pc:docMk/>
            <pc:sldMk cId="929417147" sldId="296"/>
            <ac:picMk id="4" creationId="{FBF93AE7-2737-4D71-8FFB-3C9CA33A6303}"/>
          </ac:picMkLst>
        </pc:picChg>
        <pc:picChg chg="add mod">
          <ac:chgData name="Romain Rachenne" userId="d05ffb5d262588ec" providerId="LiveId" clId="{B285D14A-E7E2-4CBC-A9C0-DC32C4AEE9CE}" dt="2020-01-09T10:42:20.097" v="1226" actId="26606"/>
          <ac:picMkLst>
            <pc:docMk/>
            <pc:sldMk cId="929417147" sldId="296"/>
            <ac:picMk id="5" creationId="{D43B6036-7B5F-428D-8B2C-06F26075BE60}"/>
          </ac:picMkLst>
        </pc:picChg>
        <pc:picChg chg="add del">
          <ac:chgData name="Romain Rachenne" userId="d05ffb5d262588ec" providerId="LiveId" clId="{B285D14A-E7E2-4CBC-A9C0-DC32C4AEE9CE}" dt="2020-01-09T10:42:04.373" v="1215" actId="478"/>
          <ac:picMkLst>
            <pc:docMk/>
            <pc:sldMk cId="929417147" sldId="296"/>
            <ac:picMk id="29" creationId="{B6177D4F-F01F-43C0-BBBF-AD3550A1988D}"/>
          </ac:picMkLst>
        </pc:picChg>
        <pc:picChg chg="add del mod">
          <ac:chgData name="Romain Rachenne" userId="d05ffb5d262588ec" providerId="LiveId" clId="{B285D14A-E7E2-4CBC-A9C0-DC32C4AEE9CE}" dt="2020-01-09T10:42:05.717" v="1216" actId="478"/>
          <ac:picMkLst>
            <pc:docMk/>
            <pc:sldMk cId="929417147" sldId="296"/>
            <ac:picMk id="31" creationId="{A05004CB-3650-4EF5-A272-6AB8C9BF4E63}"/>
          </ac:picMkLst>
        </pc:picChg>
        <pc:picChg chg="add">
          <ac:chgData name="Romain Rachenne" userId="d05ffb5d262588ec" providerId="LiveId" clId="{B285D14A-E7E2-4CBC-A9C0-DC32C4AEE9CE}" dt="2020-01-09T10:42:25.651" v="1227"/>
          <ac:picMkLst>
            <pc:docMk/>
            <pc:sldMk cId="929417147" sldId="296"/>
            <ac:picMk id="77" creationId="{84759722-8A2D-4B7D-9E39-891C6717F6E0}"/>
          </ac:picMkLst>
        </pc:picChg>
        <pc:picChg chg="add">
          <ac:chgData name="Romain Rachenne" userId="d05ffb5d262588ec" providerId="LiveId" clId="{B285D14A-E7E2-4CBC-A9C0-DC32C4AEE9CE}" dt="2020-01-09T10:42:27.977" v="1228"/>
          <ac:picMkLst>
            <pc:docMk/>
            <pc:sldMk cId="929417147" sldId="296"/>
            <ac:picMk id="78" creationId="{7650F342-68FC-48F2-824D-C976705C7F79}"/>
          </ac:picMkLst>
        </pc:picChg>
        <pc:cxnChg chg="add del">
          <ac:chgData name="Romain Rachenne" userId="d05ffb5d262588ec" providerId="LiveId" clId="{B285D14A-E7E2-4CBC-A9C0-DC32C4AEE9CE}" dt="2020-01-09T10:26:25.497" v="700" actId="26606"/>
          <ac:cxnSpMkLst>
            <pc:docMk/>
            <pc:sldMk cId="929417147" sldId="296"/>
            <ac:cxnSpMk id="11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2.543" v="854" actId="26606"/>
          <ac:cxnSpMkLst>
            <pc:docMk/>
            <pc:sldMk cId="929417147" sldId="296"/>
            <ac:cxnSpMk id="26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1.322" v="851" actId="26606"/>
          <ac:cxnSpMkLst>
            <pc:docMk/>
            <pc:sldMk cId="929417147" sldId="296"/>
            <ac:cxnSpMk id="3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28:32.519" v="853" actId="26606"/>
          <ac:cxnSpMkLst>
            <pc:docMk/>
            <pc:sldMk cId="929417147" sldId="296"/>
            <ac:cxnSpMk id="4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10.278" v="1221" actId="26606"/>
          <ac:cxnSpMkLst>
            <pc:docMk/>
            <pc:sldMk cId="929417147" sldId="296"/>
            <ac:cxnSpMk id="49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08.638" v="1218" actId="26606"/>
          <ac:cxnSpMkLst>
            <pc:docMk/>
            <pc:sldMk cId="929417147" sldId="296"/>
            <ac:cxnSpMk id="5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1:43.297" v="1192" actId="26606"/>
          <ac:cxnSpMkLst>
            <pc:docMk/>
            <pc:sldMk cId="929417147" sldId="296"/>
            <ac:cxnSpMk id="5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10.262" v="1220" actId="26606"/>
          <ac:cxnSpMkLst>
            <pc:docMk/>
            <pc:sldMk cId="929417147" sldId="296"/>
            <ac:cxnSpMk id="6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44.531" v="1194" actId="26606"/>
          <ac:cxnSpMkLst>
            <pc:docMk/>
            <pc:sldMk cId="929417147" sldId="296"/>
            <ac:cxnSpMk id="65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54.305" v="1207" actId="26606"/>
          <ac:cxnSpMkLst>
            <pc:docMk/>
            <pc:sldMk cId="929417147" sldId="296"/>
            <ac:cxnSpMk id="70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42:20.097" v="1226" actId="26606"/>
          <ac:cxnSpMkLst>
            <pc:docMk/>
            <pc:sldMk cId="929417147" sldId="296"/>
            <ac:cxnSpMk id="7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20.097" v="1225" actId="26606"/>
          <ac:cxnSpMkLst>
            <pc:docMk/>
            <pc:sldMk cId="929417147" sldId="296"/>
            <ac:cxnSpMk id="83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1908614898" sldId="297"/>
        </pc:sldMkLst>
        <pc:spChg chg="mo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2" creationId="{3EF8AAC5-63B4-4C6C-A357-2B5294149970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20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5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7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8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9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1" creationId="{9971ECC5-51D9-4E70-89C1-3DCF3A3725B1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3" creationId="{7E11F890-74C3-40C9-9A8B-A80E38704358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4" creationId="{27874070-078A-470B-9C8C-BD1BCB55A00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9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1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2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7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9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3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9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1.764" v="1029" actId="1076"/>
          <ac:picMkLst>
            <pc:docMk/>
            <pc:sldMk cId="1908614898" sldId="297"/>
            <ac:picMk id="3" creationId="{B12D1B47-A5BC-403C-8771-D9C2961148DD}"/>
          </ac:picMkLst>
        </pc:picChg>
        <pc:picChg chg="add">
          <ac:chgData name="Romain Rachenne" userId="d05ffb5d262588ec" providerId="LiveId" clId="{B285D14A-E7E2-4CBC-A9C0-DC32C4AEE9CE}" dt="2020-01-09T10:35:25.140" v="1001"/>
          <ac:picMkLst>
            <pc:docMk/>
            <pc:sldMk cId="1908614898" sldId="297"/>
            <ac:picMk id="53" creationId="{AEBC6213-521C-4A81-88E5-098C1C7E99B8}"/>
          </ac:picMkLst>
        </pc:picChg>
        <pc:picChg chg="add del">
          <ac:chgData name="Romain Rachenne" userId="d05ffb5d262588ec" providerId="LiveId" clId="{B285D14A-E7E2-4CBC-A9C0-DC32C4AEE9CE}" dt="2020-01-09T10:35:30.608" v="1003"/>
          <ac:picMkLst>
            <pc:docMk/>
            <pc:sldMk cId="1908614898" sldId="297"/>
            <ac:picMk id="54" creationId="{2773532B-5297-41E7-A90C-9BDABF8BA5F0}"/>
          </ac:picMkLst>
        </pc:picChg>
        <pc:picChg chg="add">
          <ac:chgData name="Romain Rachenne" userId="d05ffb5d262588ec" providerId="LiveId" clId="{B285D14A-E7E2-4CBC-A9C0-DC32C4AEE9CE}" dt="2020-01-09T10:35:54.960" v="1012"/>
          <ac:picMkLst>
            <pc:docMk/>
            <pc:sldMk cId="1908614898" sldId="297"/>
            <ac:picMk id="55" creationId="{52AD864E-2D42-4A79-A172-BDBD8085E8C2}"/>
          </ac:picMkLst>
        </pc:pic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6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4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6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2" creationId="{432529AB-8F99-47FB-91B5-93565E543B50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50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5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991149848" sldId="298"/>
        </pc:sldMkLst>
        <pc:spChg chg="mo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" creationId="{8844188A-3D67-4A6A-9D2F-0467BB8A35B3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2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1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8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2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4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5.629" v="1030" actId="1076"/>
          <ac:picMkLst>
            <pc:docMk/>
            <pc:sldMk cId="3991149848" sldId="298"/>
            <ac:picMk id="3" creationId="{67A1C45A-8424-4395-97BC-B4E39583FF69}"/>
          </ac:picMkLst>
        </pc:picChg>
        <pc:picChg chg="add">
          <ac:chgData name="Romain Rachenne" userId="d05ffb5d262588ec" providerId="LiveId" clId="{B285D14A-E7E2-4CBC-A9C0-DC32C4AEE9CE}" dt="2020-01-09T10:35:31.857" v="1004"/>
          <ac:picMkLst>
            <pc:docMk/>
            <pc:sldMk cId="3991149848" sldId="298"/>
            <ac:picMk id="26" creationId="{200B12A8-7CEE-4636-A270-A4605AD400AF}"/>
          </ac:picMkLst>
        </pc:picChg>
        <pc:picChg chg="add">
          <ac:chgData name="Romain Rachenne" userId="d05ffb5d262588ec" providerId="LiveId" clId="{B285D14A-E7E2-4CBC-A9C0-DC32C4AEE9CE}" dt="2020-01-09T10:35:56.310" v="1013"/>
          <ac:picMkLst>
            <pc:docMk/>
            <pc:sldMk cId="3991149848" sldId="298"/>
            <ac:picMk id="28" creationId="{3CD12253-9B74-4AA6-8C63-42158164730A}"/>
          </ac:picMkLst>
        </pc:pic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3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4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50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611248365" sldId="299"/>
        </pc:sldMkLst>
        <pc:spChg chg="mo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" creationId="{728699A7-C3C2-4BEF-9258-9871122AAA7B}"/>
          </ac:spMkLst>
        </pc:spChg>
        <pc:spChg chg="del mod ord">
          <ac:chgData name="Romain Rachenne" userId="d05ffb5d262588ec" providerId="LiveId" clId="{B285D14A-E7E2-4CBC-A9C0-DC32C4AEE9CE}" dt="2020-01-09T10:33:50.195" v="942" actId="478"/>
          <ac:spMkLst>
            <pc:docMk/>
            <pc:sldMk cId="611248365" sldId="299"/>
            <ac:spMk id="3" creationId="{E43ACC92-9DBA-44A6-931C-8042139B7F9C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4" creationId="{F0669B30-C91B-4386-B1D2-ACEF4AE7E855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0" creationId="{6990FCF3-6B2C-40D5-ACC7-D8823F4B810E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1" creationId="{2A3C5C12-9BE2-45F3-BA0F-DD1B2F4C9612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4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6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0" creationId="{2AD83CFE-1CA3-4832-A4B9-C48CD1347C0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2" creationId="{BC98641C-7F74-435D-996F-A4387A3C3C26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4" creationId="{F530C0F6-C8DF-4539-B30C-8105DB618C20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6" creationId="{BAE51241-AA8B-4B82-9C59-6738DB85674C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8" creationId="{CF6BB2E5-F5C5-4876-9282-B0246E035740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9" creationId="{6E53EAE7-3851-4CE7-BE81-EF90F19EF019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1" creationId="{2F16E17D-C071-4109-AF3D-779A0E87C118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3" creationId="{D08C849D-BD09-4FFA-9C7E-F9AF303F0102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4" creationId="{7912AEB4-DC8F-4D04-81FE-AFCD2E1D6B80}"/>
          </ac:spMkLst>
        </pc:spChg>
        <pc:picChg chg="add del">
          <ac:chgData name="Romain Rachenne" userId="d05ffb5d262588ec" providerId="LiveId" clId="{B285D14A-E7E2-4CBC-A9C0-DC32C4AEE9CE}" dt="2020-01-09T10:33:47.680" v="941" actId="26606"/>
          <ac:picMkLst>
            <pc:docMk/>
            <pc:sldMk cId="611248365" sldId="299"/>
            <ac:picMk id="5" creationId="{6951A3ED-DBCA-41A6-A27D-0382B6BFB485}"/>
          </ac:picMkLst>
        </pc:picChg>
        <pc:picChg chg="add mod ord">
          <ac:chgData name="Romain Rachenne" userId="d05ffb5d262588ec" providerId="LiveId" clId="{B285D14A-E7E2-4CBC-A9C0-DC32C4AEE9CE}" dt="2020-01-09T10:34:27.547" v="959" actId="1076"/>
          <ac:picMkLst>
            <pc:docMk/>
            <pc:sldMk cId="611248365" sldId="299"/>
            <ac:picMk id="8" creationId="{70790D34-6BEC-43A3-955C-EF15EECFDD39}"/>
          </ac:picMkLst>
        </pc:picChg>
        <pc:picChg chg="add mod ord">
          <ac:chgData name="Romain Rachenne" userId="d05ffb5d262588ec" providerId="LiveId" clId="{B285D14A-E7E2-4CBC-A9C0-DC32C4AEE9CE}" dt="2020-01-09T10:34:19.956" v="953" actId="14100"/>
          <ac:picMkLst>
            <pc:docMk/>
            <pc:sldMk cId="611248365" sldId="299"/>
            <ac:picMk id="9" creationId="{2F3DDA86-D430-4C4C-8D9A-45053546AD84}"/>
          </ac:picMkLst>
        </pc:picChg>
        <pc:picChg chg="add">
          <ac:chgData name="Romain Rachenne" userId="d05ffb5d262588ec" providerId="LiveId" clId="{B285D14A-E7E2-4CBC-A9C0-DC32C4AEE9CE}" dt="2020-01-09T10:35:32.623" v="1005"/>
          <ac:picMkLst>
            <pc:docMk/>
            <pc:sldMk cId="611248365" sldId="299"/>
            <ac:picMk id="27" creationId="{B0B18234-9EBA-486F-ADE6-7DD5D4ECE03E}"/>
          </ac:picMkLst>
        </pc:picChg>
        <pc:picChg chg="add">
          <ac:chgData name="Romain Rachenne" userId="d05ffb5d262588ec" providerId="LiveId" clId="{B285D14A-E7E2-4CBC-A9C0-DC32C4AEE9CE}" dt="2020-01-09T10:35:57.607" v="1014"/>
          <ac:picMkLst>
            <pc:docMk/>
            <pc:sldMk cId="611248365" sldId="299"/>
            <ac:picMk id="35" creationId="{3F86FF52-FAB7-4A9F-9D80-91B3A554C9E5}"/>
          </ac:picMkLst>
        </pc:pic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6" creationId="{88196D87-6C6F-4512-85AC-D6C437D5FDBB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7" creationId="{30F80BD7-0240-47FC-89D2-349DB02D61C7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12" creationId="{D5C8FED5-3952-4949-ABEE-591A8B3F78BF}"/>
          </ac:cxnSpMkLst>
        </pc:cxnChg>
        <pc:cxnChg chg="add del">
          <ac:chgData name="Romain Rachenne" userId="d05ffb5d262588ec" providerId="LiveId" clId="{B285D14A-E7E2-4CBC-A9C0-DC32C4AEE9CE}" dt="2020-01-09T10:33:55.265" v="944" actId="26606"/>
          <ac:cxnSpMkLst>
            <pc:docMk/>
            <pc:sldMk cId="611248365" sldId="299"/>
            <ac:cxnSpMk id="18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0" creationId="{5C5EFB6A-0AF1-46B2-B103-4AA6C7B31025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2" creationId="{0E4E35E5-549B-4C6F-AC59-8ECD9905C80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1889928538" sldId="300"/>
        </pc:sldMkLst>
        <pc:spChg chg="mo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" creationId="{8E50CA21-A9F8-4F71-B571-5252D3D0A0C2}"/>
          </ac:spMkLst>
        </pc:spChg>
        <pc:spChg chg="add del">
          <ac:chgData name="Romain Rachenne" userId="d05ffb5d262588ec" providerId="LiveId" clId="{B285D14A-E7E2-4CBC-A9C0-DC32C4AEE9CE}" dt="2020-01-09T10:35:04.798" v="988" actId="26606"/>
          <ac:spMkLst>
            <pc:docMk/>
            <pc:sldMk cId="1889928538" sldId="300"/>
            <ac:spMk id="3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5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9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21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5:07.797" v="989" actId="478"/>
          <ac:spMkLst>
            <pc:docMk/>
            <pc:sldMk cId="1889928538" sldId="300"/>
            <ac:spMk id="25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9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1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2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4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5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60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3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5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5:11.550" v="996" actId="26606"/>
          <ac:picMkLst>
            <pc:docMk/>
            <pc:sldMk cId="1889928538" sldId="300"/>
            <ac:picMk id="4" creationId="{A1F164DC-0477-4663-AA6E-027E6804CEDC}"/>
          </ac:picMkLst>
        </pc:picChg>
        <pc:picChg chg="add">
          <ac:chgData name="Romain Rachenne" userId="d05ffb5d262588ec" providerId="LiveId" clId="{B285D14A-E7E2-4CBC-A9C0-DC32C4AEE9CE}" dt="2020-01-09T10:35:33.591" v="1006"/>
          <ac:picMkLst>
            <pc:docMk/>
            <pc:sldMk cId="1889928538" sldId="300"/>
            <ac:picMk id="45" creationId="{486F10D5-C032-4F22-AC19-A12FE3391501}"/>
          </ac:picMkLst>
        </pc:picChg>
        <pc:picChg chg="add">
          <ac:chgData name="Romain Rachenne" userId="d05ffb5d262588ec" providerId="LiveId" clId="{B285D14A-E7E2-4CBC-A9C0-DC32C4AEE9CE}" dt="2020-01-09T10:35:58.903" v="1015"/>
          <ac:picMkLst>
            <pc:docMk/>
            <pc:sldMk cId="1889928538" sldId="300"/>
            <ac:picMk id="53" creationId="{D24DFB1E-A66B-459F-B87C-0F5C446202F3}"/>
          </ac:picMkLst>
        </pc:pic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7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2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3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4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50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8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6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736833271" sldId="301"/>
        </pc:sldMkLst>
        <pc:spChg chg="mo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2" creationId="{2C21A919-D790-4A01-9EE9-37C97C5790DF}"/>
          </ac:spMkLst>
        </pc:spChg>
        <pc:spChg chg="del">
          <ac:chgData name="Romain Rachenne" userId="d05ffb5d262588ec" providerId="LiveId" clId="{B285D14A-E7E2-4CBC-A9C0-DC32C4AEE9CE}" dt="2020-01-09T10:36:52.852" v="1042" actId="478"/>
          <ac:spMkLst>
            <pc:docMk/>
            <pc:sldMk cId="736833271" sldId="301"/>
            <ac:spMk id="3" creationId="{5D3BD9F3-7CA7-4367-8C91-A467B378688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6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8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9" creationId="{0D91DD17-237F-4811-BC0E-128EB1BD7CFE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6:59.413" v="1048" actId="26606"/>
          <ac:picMkLst>
            <pc:docMk/>
            <pc:sldMk cId="736833271" sldId="301"/>
            <ac:picMk id="4" creationId="{8BAFA666-3E16-420A-8147-A51B336F5AD6}"/>
          </ac:picMkLst>
        </pc:picChg>
        <pc:picChg chg="add">
          <ac:chgData name="Romain Rachenne" userId="d05ffb5d262588ec" providerId="LiveId" clId="{B285D14A-E7E2-4CBC-A9C0-DC32C4AEE9CE}" dt="2020-01-09T10:38:10.241" v="1094"/>
          <ac:picMkLst>
            <pc:docMk/>
            <pc:sldMk cId="736833271" sldId="301"/>
            <ac:picMk id="30" creationId="{FF4D583D-218E-4540-A459-E9E53DC1720B}"/>
          </ac:picMkLst>
        </pc:picChg>
        <pc:picChg chg="add">
          <ac:chgData name="Romain Rachenne" userId="d05ffb5d262588ec" providerId="LiveId" clId="{B285D14A-E7E2-4CBC-A9C0-DC32C4AEE9CE}" dt="2020-01-09T10:38:18.370" v="1097"/>
          <ac:picMkLst>
            <pc:docMk/>
            <pc:sldMk cId="736833271" sldId="301"/>
            <ac:picMk id="38" creationId="{AF50C4D2-A297-4562-86EB-7ABE916DE662}"/>
          </ac:picMkLst>
        </pc:pic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7" creationId="{C9AC0290-4702-4519-B0F4-C2A46880997B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1557803393" sldId="302"/>
        </pc:sldMkLst>
        <pc:spChg chg="mo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" creationId="{AC3C6500-2C8A-426E-BCF5-C06F378B0921}"/>
          </ac:spMkLst>
        </pc:spChg>
        <pc:spChg chg="del">
          <ac:chgData name="Romain Rachenne" userId="d05ffb5d262588ec" providerId="LiveId" clId="{B285D14A-E7E2-4CBC-A9C0-DC32C4AEE9CE}" dt="2020-01-09T10:37:14.890" v="1050" actId="478"/>
          <ac:spMkLst>
            <pc:docMk/>
            <pc:sldMk cId="1557803393" sldId="302"/>
            <ac:spMk id="3" creationId="{72C311BC-DF4C-4EFF-9977-656D9BC32BBC}"/>
          </ac:spMkLst>
        </pc:spChg>
        <pc:spChg chg="add del">
          <ac:chgData name="Romain Rachenne" userId="d05ffb5d262588ec" providerId="LiveId" clId="{B285D14A-E7E2-4CBC-A9C0-DC32C4AEE9CE}" dt="2020-01-09T10:37:25.501" v="1066" actId="478"/>
          <ac:spMkLst>
            <pc:docMk/>
            <pc:sldMk cId="1557803393" sldId="302"/>
            <ac:spMk id="8" creationId="{484A937A-642F-4FF4-BE56-40A06A90E7C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3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5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6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1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3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6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8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0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33.145" v="1073" actId="14100"/>
          <ac:picMkLst>
            <pc:docMk/>
            <pc:sldMk cId="1557803393" sldId="302"/>
            <ac:picMk id="4" creationId="{723FECAD-D0B3-4D93-AE67-4D0AA74B2DE3}"/>
          </ac:picMkLst>
        </pc:picChg>
        <pc:picChg chg="add">
          <ac:chgData name="Romain Rachenne" userId="d05ffb5d262588ec" providerId="LiveId" clId="{B285D14A-E7E2-4CBC-A9C0-DC32C4AEE9CE}" dt="2020-01-09T10:38:11.522" v="1095"/>
          <ac:picMkLst>
            <pc:docMk/>
            <pc:sldMk cId="1557803393" sldId="302"/>
            <ac:picMk id="38" creationId="{1029173A-C731-498A-B337-18DCF90C28A0}"/>
          </ac:picMkLst>
        </pc:picChg>
        <pc:picChg chg="add">
          <ac:chgData name="Romain Rachenne" userId="d05ffb5d262588ec" providerId="LiveId" clId="{B285D14A-E7E2-4CBC-A9C0-DC32C4AEE9CE}" dt="2020-01-09T10:38:20.667" v="1098"/>
          <ac:picMkLst>
            <pc:docMk/>
            <pc:sldMk cId="1557803393" sldId="302"/>
            <ac:picMk id="40" creationId="{E666B63E-A566-4580-BA86-8A9CCC43FE6B}"/>
          </ac:picMkLst>
        </pc:pic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24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9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7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9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279052357" sldId="303"/>
        </pc:sldMkLst>
        <pc:spChg chg="mo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2" creationId="{2F46DB28-4270-4022-B87D-BC4E874BC9B3}"/>
          </ac:spMkLst>
        </pc:spChg>
        <pc:spChg chg="del">
          <ac:chgData name="Romain Rachenne" userId="d05ffb5d262588ec" providerId="LiveId" clId="{B285D14A-E7E2-4CBC-A9C0-DC32C4AEE9CE}" dt="2020-01-09T10:37:50.438" v="1076" actId="478"/>
          <ac:spMkLst>
            <pc:docMk/>
            <pc:sldMk cId="3279052357" sldId="303"/>
            <ac:spMk id="3" creationId="{39E2962E-F193-40FF-B498-94FDBF3184C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59.415" v="1092" actId="26606"/>
          <ac:picMkLst>
            <pc:docMk/>
            <pc:sldMk cId="3279052357" sldId="303"/>
            <ac:picMk id="4" creationId="{CF75CF95-775C-4B66-AEF0-1BDD322F0004}"/>
          </ac:picMkLst>
        </pc:picChg>
        <pc:picChg chg="add">
          <ac:chgData name="Romain Rachenne" userId="d05ffb5d262588ec" providerId="LiveId" clId="{B285D14A-E7E2-4CBC-A9C0-DC32C4AEE9CE}" dt="2020-01-09T10:38:13.358" v="1096"/>
          <ac:picMkLst>
            <pc:docMk/>
            <pc:sldMk cId="3279052357" sldId="303"/>
            <ac:picMk id="30" creationId="{53E0E84F-0FC6-4378-AF66-DC263CAE478B}"/>
          </ac:picMkLst>
        </pc:picChg>
        <pc:picChg chg="add">
          <ac:chgData name="Romain Rachenne" userId="d05ffb5d262588ec" providerId="LiveId" clId="{B285D14A-E7E2-4CBC-A9C0-DC32C4AEE9CE}" dt="2020-01-09T10:38:22.041" v="1099"/>
          <ac:picMkLst>
            <pc:docMk/>
            <pc:sldMk cId="3279052357" sldId="303"/>
            <ac:picMk id="38" creationId="{31C89EB1-3AA3-4BE1-8B56-B1F25373DF03}"/>
          </ac:picMkLst>
        </pc:pic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561025989" sldId="304"/>
        </pc:sldMkLst>
        <pc:spChg chg="mod">
          <ac:chgData name="Romain Rachenne" userId="d05ffb5d262588ec" providerId="LiveId" clId="{B285D14A-E7E2-4CBC-A9C0-DC32C4AEE9CE}" dt="2020-01-09T10:40:59.102" v="1176" actId="27636"/>
          <ac:spMkLst>
            <pc:docMk/>
            <pc:sldMk cId="2561025989" sldId="304"/>
            <ac:spMk id="2" creationId="{B2573A26-394D-440A-AF90-FD17475BD578}"/>
          </ac:spMkLst>
        </pc:spChg>
        <pc:spChg chg="mod or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" creationId="{F491128D-A89E-4437-A2DF-C7DD1B478D83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2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2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4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5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41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6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48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0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1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6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58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0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1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39:49.084" v="1145" actId="26606"/>
          <ac:picMkLst>
            <pc:docMk/>
            <pc:sldMk cId="2561025989" sldId="304"/>
            <ac:picMk id="4" creationId="{7D32FD14-BBAD-42A4-A8A5-D451E9DAC3A5}"/>
          </ac:picMkLst>
        </pc:picChg>
        <pc:picChg chg="add">
          <ac:chgData name="Romain Rachenne" userId="d05ffb5d262588ec" providerId="LiveId" clId="{B285D14A-E7E2-4CBC-A9C0-DC32C4AEE9CE}" dt="2020-01-09T10:40:46.851" v="1173"/>
          <ac:picMkLst>
            <pc:docMk/>
            <pc:sldMk cId="2561025989" sldId="304"/>
            <ac:picMk id="42" creationId="{3E65D296-999F-498C-BEBA-9A06C341469A}"/>
          </ac:picMkLst>
        </pc:picChg>
        <pc:picChg chg="add">
          <ac:chgData name="Romain Rachenne" userId="d05ffb5d262588ec" providerId="LiveId" clId="{B285D14A-E7E2-4CBC-A9C0-DC32C4AEE9CE}" dt="2020-01-09T10:40:51.541" v="1174"/>
          <ac:picMkLst>
            <pc:docMk/>
            <pc:sldMk cId="2561025989" sldId="304"/>
            <ac:picMk id="47" creationId="{A37C59CB-817A-40FB-A1F9-E4EECA04B92F}"/>
          </ac:picMkLst>
        </pc:picChg>
        <pc:cxnChg chg="add del">
          <ac:chgData name="Romain Rachenne" userId="d05ffb5d262588ec" providerId="LiveId" clId="{B285D14A-E7E2-4CBC-A9C0-DC32C4AEE9CE}" dt="2020-01-09T10:39:37.195" v="1131" actId="26606"/>
          <ac:cxnSpMkLst>
            <pc:docMk/>
            <pc:sldMk cId="2561025989" sldId="304"/>
            <ac:cxnSpMk id="1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0.687" v="1133" actId="26606"/>
          <ac:cxnSpMkLst>
            <pc:docMk/>
            <pc:sldMk cId="2561025989" sldId="304"/>
            <ac:cxnSpMk id="1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1.328" v="1135" actId="26606"/>
          <ac:cxnSpMkLst>
            <pc:docMk/>
            <pc:sldMk cId="2561025989" sldId="304"/>
            <ac:cxnSpMk id="23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2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6.209" v="1138" actId="26606"/>
          <ac:cxnSpMkLst>
            <pc:docMk/>
            <pc:sldMk cId="2561025989" sldId="304"/>
            <ac:cxnSpMk id="37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6.990" v="1140" actId="26606"/>
          <ac:cxnSpMkLst>
            <pc:docMk/>
            <pc:sldMk cId="2561025989" sldId="304"/>
            <ac:cxnSpMk id="4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8.179" v="1142" actId="26606"/>
          <ac:cxnSpMkLst>
            <pc:docMk/>
            <pc:sldMk cId="2561025989" sldId="304"/>
            <ac:cxnSpMk id="49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39:49.069" v="1144" actId="26606"/>
          <ac:cxnSpMkLst>
            <pc:docMk/>
            <pc:sldMk cId="2561025989" sldId="304"/>
            <ac:cxnSpMk id="54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59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2444492771" sldId="305"/>
        </pc:sldMkLst>
        <pc:spChg chg="mo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2" creationId="{4851C7D9-5048-4F92-8AA2-8CD5D40E6E02}"/>
          </ac:spMkLst>
        </pc:spChg>
        <pc:spChg chg="del">
          <ac:chgData name="Romain Rachenne" userId="d05ffb5d262588ec" providerId="LiveId" clId="{B285D14A-E7E2-4CBC-A9C0-DC32C4AEE9CE}" dt="2020-01-09T10:40:09.785" v="1160" actId="478"/>
          <ac:spMkLst>
            <pc:docMk/>
            <pc:sldMk cId="2444492771" sldId="305"/>
            <ac:spMk id="3" creationId="{F876A453-877D-4F0B-96EC-C4C3747258F1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5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9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21" creationId="{AB5696BF-D495-4CAC-AA8A-4EBFF2C32A55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6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9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2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3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0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4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5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0:22.779" v="1167" actId="26606"/>
          <ac:picMkLst>
            <pc:docMk/>
            <pc:sldMk cId="2444492771" sldId="305"/>
            <ac:picMk id="4" creationId="{81134DC7-78AE-47E2-B741-A4EA0101CDC8}"/>
          </ac:picMkLst>
        </pc:picChg>
        <pc:picChg chg="add">
          <ac:chgData name="Romain Rachenne" userId="d05ffb5d262588ec" providerId="LiveId" clId="{B285D14A-E7E2-4CBC-A9C0-DC32C4AEE9CE}" dt="2020-01-09T10:41:07.623" v="1177"/>
          <ac:picMkLst>
            <pc:docMk/>
            <pc:sldMk cId="2444492771" sldId="305"/>
            <ac:picMk id="38" creationId="{5C2BB543-2C82-4482-AA31-F187B6E751CC}"/>
          </ac:picMkLst>
        </pc:picChg>
        <pc:picChg chg="add">
          <ac:chgData name="Romain Rachenne" userId="d05ffb5d262588ec" providerId="LiveId" clId="{B285D14A-E7E2-4CBC-A9C0-DC32C4AEE9CE}" dt="2020-01-09T10:41:10.904" v="1179"/>
          <ac:picMkLst>
            <pc:docMk/>
            <pc:sldMk cId="2444492771" sldId="305"/>
            <ac:picMk id="46" creationId="{36D19599-4BE0-406D-B0F4-1FAE00BBBD9C}"/>
          </ac:picMkLst>
        </pc:pic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7" creationId="{73D8893D-DEBE-4F67-901F-166F75E9C6E7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5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1578935267" sldId="306"/>
        </pc:sldMkLst>
        <pc:spChg chg="mo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" creationId="{0F024AA3-2B14-4CA0-AC6F-2C686ED45AFF}"/>
          </ac:spMkLst>
        </pc:spChg>
        <pc:spChg chg="del">
          <ac:chgData name="Romain Rachenne" userId="d05ffb5d262588ec" providerId="LiveId" clId="{B285D14A-E7E2-4CBC-A9C0-DC32C4AEE9CE}" dt="2020-01-09T10:42:49.928" v="1245" actId="478"/>
          <ac:spMkLst>
            <pc:docMk/>
            <pc:sldMk cId="1578935267" sldId="306"/>
            <ac:spMk id="3" creationId="{E3506CCC-F15D-4EEF-ADFF-4CD6E33814F3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5" creationId="{5AE6C737-FF55-4064-94B7-0B21D2EB6045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9" creationId="{D8218D9F-38B6-4AE0-9051-5434D19A5277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1" creationId="{2D3DCA99-84AF-487A-BF72-91C5FA6B0B70}"/>
          </ac:spMkLst>
        </pc:spChg>
        <pc:picChg chg="add mod">
          <ac:chgData name="Romain Rachenne" userId="d05ffb5d262588ec" providerId="LiveId" clId="{B285D14A-E7E2-4CBC-A9C0-DC32C4AEE9CE}" dt="2020-01-09T10:42:55.780" v="1246" actId="26606"/>
          <ac:picMkLst>
            <pc:docMk/>
            <pc:sldMk cId="1578935267" sldId="306"/>
            <ac:picMk id="4" creationId="{DCA31F2A-EA5F-4BC5-ACB1-45C583353AD2}"/>
          </ac:picMkLst>
        </pc:picChg>
        <pc:picChg chg="add">
          <ac:chgData name="Romain Rachenne" userId="d05ffb5d262588ec" providerId="LiveId" clId="{B285D14A-E7E2-4CBC-A9C0-DC32C4AEE9CE}" dt="2020-01-09T10:49:20.266" v="1441"/>
          <ac:picMkLst>
            <pc:docMk/>
            <pc:sldMk cId="1578935267" sldId="306"/>
            <ac:picMk id="12" creationId="{EDC7D43B-46F5-4B05-8C21-099D2CF95ABB}"/>
          </ac:picMkLst>
        </pc:picChg>
        <pc:picChg chg="add">
          <ac:chgData name="Romain Rachenne" userId="d05ffb5d262588ec" providerId="LiveId" clId="{B285D14A-E7E2-4CBC-A9C0-DC32C4AEE9CE}" dt="2020-01-09T10:49:45.401" v="1450"/>
          <ac:picMkLst>
            <pc:docMk/>
            <pc:sldMk cId="1578935267" sldId="306"/>
            <ac:picMk id="14" creationId="{D9DA6AC1-15EF-468B-AEB2-D3AE55F61071}"/>
          </ac:picMkLst>
        </pc:pic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7" creationId="{6B5B1DD8-6224-4137-8621-32982B00F9FC}"/>
          </ac:cxnSpMkLst>
        </pc:cxnChg>
      </pc:sldChg>
      <pc:sldChg chg="addSp delSp modSp add mod modTransition setBg delDesignElem">
        <pc:chgData name="Romain Rachenne" userId="d05ffb5d262588ec" providerId="LiveId" clId="{B285D14A-E7E2-4CBC-A9C0-DC32C4AEE9CE}" dt="2020-01-09T14:13:58.624" v="1917"/>
        <pc:sldMkLst>
          <pc:docMk/>
          <pc:sldMk cId="914353542" sldId="307"/>
        </pc:sldMkLst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8" creationId="{593ACC25-C262-417A-8AA9-0641C772BDB6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39" creationId="{4E4490D0-3672-446A-AC12-B4830333BDDD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0" creationId="{39CB82C2-DF65-4EC1-8280-F201D50F570B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2" creationId="{FA4CD5CB-D209-4D70-8CA4-629731C59219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4" creationId="{B4C27B90-DF2B-4D00-BA07-18ED774CD2F1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5" creationId="{593ACC25-C262-417A-8AA9-0641C772BDB6}"/>
          </ac:spMkLst>
        </pc:spChg>
        <pc:picChg chg="del">
          <ac:chgData name="Romain Rachenne" userId="d05ffb5d262588ec" providerId="LiveId" clId="{B285D14A-E7E2-4CBC-A9C0-DC32C4AEE9CE}" dt="2020-01-09T10:40:27.886" v="1170" actId="478"/>
          <ac:picMkLst>
            <pc:docMk/>
            <pc:sldMk cId="914353542" sldId="307"/>
            <ac:picMk id="4" creationId="{81134DC7-78AE-47E2-B741-A4EA0101CDC8}"/>
          </ac:picMkLst>
        </pc:picChg>
        <pc:picChg chg="add mod">
          <ac:chgData name="Romain Rachenne" userId="d05ffb5d262588ec" providerId="LiveId" clId="{B285D14A-E7E2-4CBC-A9C0-DC32C4AEE9CE}" dt="2020-01-09T10:40:33.947" v="1172" actId="26606"/>
          <ac:picMkLst>
            <pc:docMk/>
            <pc:sldMk cId="914353542" sldId="307"/>
            <ac:picMk id="11" creationId="{C0EB15B1-E7DA-41C1-981D-F01CB217D4A5}"/>
          </ac:picMkLst>
        </pc:picChg>
        <pc:picChg chg="add">
          <ac:chgData name="Romain Rachenne" userId="d05ffb5d262588ec" providerId="LiveId" clId="{B285D14A-E7E2-4CBC-A9C0-DC32C4AEE9CE}" dt="2020-01-09T10:41:08.623" v="1178"/>
          <ac:picMkLst>
            <pc:docMk/>
            <pc:sldMk cId="914353542" sldId="307"/>
            <ac:picMk id="19" creationId="{9CDA34FB-6482-431C-9BD2-3F52386D5C78}"/>
          </ac:picMkLst>
        </pc:picChg>
        <pc:picChg chg="add del">
          <ac:chgData name="Romain Rachenne" userId="d05ffb5d262588ec" providerId="LiveId" clId="{B285D14A-E7E2-4CBC-A9C0-DC32C4AEE9CE}" dt="2020-01-09T10:41:57.445" v="1214"/>
          <ac:picMkLst>
            <pc:docMk/>
            <pc:sldMk cId="914353542" sldId="307"/>
            <ac:picMk id="21" creationId="{C748DF7C-DA98-4436-A4CB-C64E42E42533}"/>
          </ac:picMkLst>
        </pc:pic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4" creationId="{5C6A2BAE-B461-4B55-8E1F-0722ABDD1393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1" creationId="{7E1D4427-852B-4B37-8E76-0E9F1810BA2A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804954091" sldId="308"/>
        </pc:sldMkLst>
        <pc:spChg chg="mo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" creationId="{14D26D25-252F-4F1D-8982-3A5D04480D5D}"/>
          </ac:spMkLst>
        </pc:spChg>
        <pc:spChg chg="del">
          <ac:chgData name="Romain Rachenne" userId="d05ffb5d262588ec" providerId="LiveId" clId="{B285D14A-E7E2-4CBC-A9C0-DC32C4AEE9CE}" dt="2020-01-09T10:43:22.873" v="1283" actId="478"/>
          <ac:spMkLst>
            <pc:docMk/>
            <pc:sldMk cId="2804954091" sldId="308"/>
            <ac:spMk id="3" creationId="{DEE10334-F79A-42D1-8FAB-44B52573D2E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2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6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50:31.954" v="1460" actId="1076"/>
          <ac:picMkLst>
            <pc:docMk/>
            <pc:sldMk cId="2804954091" sldId="308"/>
            <ac:picMk id="4" creationId="{D7982D1A-CB2C-4CF4-B521-73DE56E7E857}"/>
          </ac:picMkLst>
        </pc:picChg>
        <pc:picChg chg="add">
          <ac:chgData name="Romain Rachenne" userId="d05ffb5d262588ec" providerId="LiveId" clId="{B285D14A-E7E2-4CBC-A9C0-DC32C4AEE9CE}" dt="2020-01-09T10:49:21.781" v="1442"/>
          <ac:picMkLst>
            <pc:docMk/>
            <pc:sldMk cId="2804954091" sldId="308"/>
            <ac:picMk id="20" creationId="{A599BEA2-5CA3-4D01-AEEB-2ADE4AC469F4}"/>
          </ac:picMkLst>
        </pc:picChg>
        <pc:picChg chg="add">
          <ac:chgData name="Romain Rachenne" userId="d05ffb5d262588ec" providerId="LiveId" clId="{B285D14A-E7E2-4CBC-A9C0-DC32C4AEE9CE}" dt="2020-01-09T10:49:46.526" v="1451"/>
          <ac:picMkLst>
            <pc:docMk/>
            <pc:sldMk cId="2804954091" sldId="308"/>
            <ac:picMk id="22" creationId="{8A140509-E4A9-436C-99DC-75A1FE8B8D12}"/>
          </ac:picMkLst>
        </pc:pic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4" creationId="{C9AC0290-4702-4519-B0F4-C2A46880997B}"/>
          </ac:cxnSpMkLst>
        </pc:cxnChg>
      </pc:sldChg>
      <pc:sldChg chg="addSp delSp modSp add modTransition">
        <pc:chgData name="Romain Rachenne" userId="d05ffb5d262588ec" providerId="LiveId" clId="{B285D14A-E7E2-4CBC-A9C0-DC32C4AEE9CE}" dt="2020-01-09T14:13:58.624" v="1917"/>
        <pc:sldMkLst>
          <pc:docMk/>
          <pc:sldMk cId="2737012127" sldId="309"/>
        </pc:sldMkLst>
        <pc:spChg chg="mod">
          <ac:chgData name="Romain Rachenne" userId="d05ffb5d262588ec" providerId="LiveId" clId="{B285D14A-E7E2-4CBC-A9C0-DC32C4AEE9CE}" dt="2020-01-09T10:43:54.461" v="1307" actId="20577"/>
          <ac:spMkLst>
            <pc:docMk/>
            <pc:sldMk cId="2737012127" sldId="309"/>
            <ac:spMk id="2" creationId="{4CB719D3-7A9C-4ED1-8DB3-D38A1BF04C91}"/>
          </ac:spMkLst>
        </pc:spChg>
        <pc:spChg chg="del">
          <ac:chgData name="Romain Rachenne" userId="d05ffb5d262588ec" providerId="LiveId" clId="{B285D14A-E7E2-4CBC-A9C0-DC32C4AEE9CE}" dt="2020-01-09T10:43:57.242" v="1308" actId="478"/>
          <ac:spMkLst>
            <pc:docMk/>
            <pc:sldMk cId="2737012127" sldId="309"/>
            <ac:spMk id="3" creationId="{E0E7E14A-FA47-4617-9BCF-5C310D275D28}"/>
          </ac:spMkLst>
        </pc:spChg>
        <pc:picChg chg="add mod">
          <ac:chgData name="Romain Rachenne" userId="d05ffb5d262588ec" providerId="LiveId" clId="{B285D14A-E7E2-4CBC-A9C0-DC32C4AEE9CE}" dt="2020-01-09T10:44:01.191" v="1310" actId="1076"/>
          <ac:picMkLst>
            <pc:docMk/>
            <pc:sldMk cId="2737012127" sldId="309"/>
            <ac:picMk id="4" creationId="{DA67B357-A2DE-4523-9538-4C70CA448B09}"/>
          </ac:picMkLst>
        </pc:picChg>
        <pc:picChg chg="add">
          <ac:chgData name="Romain Rachenne" userId="d05ffb5d262588ec" providerId="LiveId" clId="{B285D14A-E7E2-4CBC-A9C0-DC32C4AEE9CE}" dt="2020-01-09T10:49:27.498" v="1444"/>
          <ac:picMkLst>
            <pc:docMk/>
            <pc:sldMk cId="2737012127" sldId="309"/>
            <ac:picMk id="5" creationId="{14540EF6-6264-42F5-8062-5DD87DDFC515}"/>
          </ac:picMkLst>
        </pc:picChg>
        <pc:picChg chg="add">
          <ac:chgData name="Romain Rachenne" userId="d05ffb5d262588ec" providerId="LiveId" clId="{B285D14A-E7E2-4CBC-A9C0-DC32C4AEE9CE}" dt="2020-01-09T10:49:51.400" v="1453"/>
          <ac:picMkLst>
            <pc:docMk/>
            <pc:sldMk cId="2737012127" sldId="309"/>
            <ac:picMk id="6" creationId="{07224A94-2E99-4026-87B9-C14DBC1FEED9}"/>
          </ac:picMkLst>
        </pc:pic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727029302" sldId="310"/>
        </pc:sldMkLst>
        <pc:spChg chg="mod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" creationId="{48B4FF32-AA4F-42BF-9327-135BC2102EAE}"/>
          </ac:spMkLst>
        </pc:spChg>
        <pc:spChg chg="del">
          <ac:chgData name="Romain Rachenne" userId="d05ffb5d262588ec" providerId="LiveId" clId="{B285D14A-E7E2-4CBC-A9C0-DC32C4AEE9CE}" dt="2020-01-09T10:44:13.040" v="1329" actId="478"/>
          <ac:spMkLst>
            <pc:docMk/>
            <pc:sldMk cId="727029302" sldId="310"/>
            <ac:spMk id="3" creationId="{2CA107D8-C324-446A-852E-4C7C0C082FB8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3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5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9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3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5" creationId="{AB5696BF-D495-4CAC-AA8A-4EBFF2C32A55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0" creationId="{25C8D2C1-DA83-420D-9635-D52CE066B5DA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2" creationId="{434F74C9-6A0B-409E-AD1C-45B58BE91BB8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6" creationId="{BE268116-E2A7-4F98-8812-192B4975E49B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0" creationId="{FBEFFA83-BC6D-4CD2-A2BA-98AD67423BF2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2" creationId="{AB5696BF-D495-4CAC-AA8A-4EBFF2C32A55}"/>
          </ac:spMkLst>
        </pc:spChg>
        <pc:picChg chg="add mod">
          <ac:chgData name="Romain Rachenne" userId="d05ffb5d262588ec" providerId="LiveId" clId="{B285D14A-E7E2-4CBC-A9C0-DC32C4AEE9CE}" dt="2020-01-09T10:49:58.226" v="1456" actId="1076"/>
          <ac:picMkLst>
            <pc:docMk/>
            <pc:sldMk cId="727029302" sldId="310"/>
            <ac:picMk id="4" creationId="{39898C8A-7DF1-4682-A74A-EC9B4AE3968C}"/>
          </ac:picMkLst>
        </pc:picChg>
        <pc:picChg chg="add">
          <ac:chgData name="Romain Rachenne" userId="d05ffb5d262588ec" providerId="LiveId" clId="{B285D14A-E7E2-4CBC-A9C0-DC32C4AEE9CE}" dt="2020-01-09T10:49:31.263" v="1446"/>
          <ac:picMkLst>
            <pc:docMk/>
            <pc:sldMk cId="727029302" sldId="310"/>
            <ac:picMk id="33" creationId="{C432E97F-5F6D-4832-898A-4A06E1C3109D}"/>
          </ac:picMkLst>
        </pc:picChg>
        <pc:picChg chg="add">
          <ac:chgData name="Romain Rachenne" userId="d05ffb5d262588ec" providerId="LiveId" clId="{B285D14A-E7E2-4CBC-A9C0-DC32C4AEE9CE}" dt="2020-01-09T10:49:55.227" v="1455"/>
          <ac:picMkLst>
            <pc:docMk/>
            <pc:sldMk cId="727029302" sldId="310"/>
            <ac:picMk id="35" creationId="{739F76E0-C9C1-4C2E-A9CA-D96EEF43646A}"/>
          </ac:picMkLst>
        </pc:pic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47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51" creationId="{73D8893D-DEBE-4F67-901F-166F75E9C6E7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4" creationId="{F5486A9D-1265-4B57-91E6-68E666B978BC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8" creationId="{73D8893D-DEBE-4F67-901F-166F75E9C6E7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35.102" v="1919"/>
        <pc:sldMkLst>
          <pc:docMk/>
          <pc:sldMk cId="596126318" sldId="311"/>
        </pc:sldMkLst>
        <pc:spChg chg="mo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2" creationId="{CE9CD99A-AF08-472A-ADD2-763C9D6E38A2}"/>
          </ac:spMkLst>
        </pc:spChg>
        <pc:spChg chg="del">
          <ac:chgData name="Romain Rachenne" userId="d05ffb5d262588ec" providerId="LiveId" clId="{B285D14A-E7E2-4CBC-A9C0-DC32C4AEE9CE}" dt="2020-01-09T10:44:25.198" v="1332"/>
          <ac:spMkLst>
            <pc:docMk/>
            <pc:sldMk cId="596126318" sldId="311"/>
            <ac:spMk id="3" creationId="{FC6C2BDD-7481-4CAA-9F55-A449A9547736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4:37.627" v="1342" actId="26606"/>
          <ac:picMkLst>
            <pc:docMk/>
            <pc:sldMk cId="596126318" sldId="311"/>
            <ac:picMk id="4" creationId="{F9B012A5-6874-4D70-AEF0-F01C86597B62}"/>
          </ac:picMkLst>
        </pc:picChg>
        <pc:picChg chg="add">
          <ac:chgData name="Romain Rachenne" userId="d05ffb5d262588ec" providerId="LiveId" clId="{B285D14A-E7E2-4CBC-A9C0-DC32C4AEE9CE}" dt="2020-01-09T10:49:29.685" v="1445"/>
          <ac:picMkLst>
            <pc:docMk/>
            <pc:sldMk cId="596126318" sldId="311"/>
            <ac:picMk id="30" creationId="{8D719FD5-2391-43C3-B1F1-19B5C8A7FEF5}"/>
          </ac:picMkLst>
        </pc:picChg>
        <pc:picChg chg="add">
          <ac:chgData name="Romain Rachenne" userId="d05ffb5d262588ec" providerId="LiveId" clId="{B285D14A-E7E2-4CBC-A9C0-DC32C4AEE9CE}" dt="2020-01-09T10:49:53.602" v="1454"/>
          <ac:picMkLst>
            <pc:docMk/>
            <pc:sldMk cId="596126318" sldId="311"/>
            <ac:picMk id="38" creationId="{DC63B78D-3CCF-4AA2-A1E1-347D537D8DE5}"/>
          </ac:picMkLst>
        </pc:pic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5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2:48.871" v="1916"/>
        <pc:sldMkLst>
          <pc:docMk/>
          <pc:sldMk cId="501262003" sldId="312"/>
        </pc:sldMkLst>
        <pc:spChg chg="mo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" creationId="{0208F3B4-95C5-4B48-ADE0-B60DE86597FF}"/>
          </ac:spMkLst>
        </pc:spChg>
        <pc:spChg chg="del">
          <ac:chgData name="Romain Rachenne" userId="d05ffb5d262588ec" providerId="LiveId" clId="{B285D14A-E7E2-4CBC-A9C0-DC32C4AEE9CE}" dt="2020-01-09T10:44:58.784" v="1346" actId="478"/>
          <ac:spMkLst>
            <pc:docMk/>
            <pc:sldMk cId="501262003" sldId="312"/>
            <ac:spMk id="3" creationId="{8948F8B2-2284-4233-BB55-0DA96795BB78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8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3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5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6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5:09.963" v="1362" actId="26606"/>
          <ac:picMkLst>
            <pc:docMk/>
            <pc:sldMk cId="501262003" sldId="312"/>
            <ac:picMk id="4" creationId="{5909DABB-1C62-4076-A4C5-3FCA4F8FF9C1}"/>
          </ac:picMkLst>
        </pc:picChg>
        <pc:picChg chg="add">
          <ac:chgData name="Romain Rachenne" userId="d05ffb5d262588ec" providerId="LiveId" clId="{B285D14A-E7E2-4CBC-A9C0-DC32C4AEE9CE}" dt="2020-01-09T10:49:25.014" v="1443"/>
          <ac:picMkLst>
            <pc:docMk/>
            <pc:sldMk cId="501262003" sldId="312"/>
            <ac:picMk id="27" creationId="{860874D9-51BD-4409-871A-D0CF8F36D649}"/>
          </ac:picMkLst>
        </pc:picChg>
        <pc:picChg chg="add">
          <ac:chgData name="Romain Rachenne" userId="d05ffb5d262588ec" providerId="LiveId" clId="{B285D14A-E7E2-4CBC-A9C0-DC32C4AEE9CE}" dt="2020-01-09T10:49:48.869" v="1452"/>
          <ac:picMkLst>
            <pc:docMk/>
            <pc:sldMk cId="501262003" sldId="312"/>
            <ac:picMk id="29" creationId="{1401BF10-4170-4F31-ACE8-9D3D16E99A52}"/>
          </ac:picMkLst>
        </pc:pic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4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2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3336453759" sldId="313"/>
        </pc:sldMkLst>
        <pc:spChg chg="mo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" creationId="{79D7FBD0-4A34-4AA1-874C-D10DD77E2AF6}"/>
          </ac:spMkLst>
        </pc:spChg>
        <pc:spChg chg="del">
          <ac:chgData name="Romain Rachenne" userId="d05ffb5d262588ec" providerId="LiveId" clId="{B285D14A-E7E2-4CBC-A9C0-DC32C4AEE9CE}" dt="2020-01-09T10:48:26.156" v="1420" actId="478"/>
          <ac:spMkLst>
            <pc:docMk/>
            <pc:sldMk cId="3336453759" sldId="313"/>
            <ac:spMk id="3" creationId="{61DFE6C9-4B92-4F84-AF8C-770A267FC51E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5" creationId="{F452A527-3631-41ED-858D-3777A7D1496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9" creationId="{F85B92BC-678C-4E14-97E6-3227DEF86371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21" creationId="{D2644120-A6B9-4D5C-8A60-E2F4CC220E77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29.452" v="1423" actId="26606"/>
          <ac:picMkLst>
            <pc:docMk/>
            <pc:sldMk cId="3336453759" sldId="313"/>
            <ac:picMk id="4" creationId="{F542DEAA-C6BE-4996-8FE1-7D6AA6F44CB5}"/>
          </ac:picMkLst>
        </pc:picChg>
        <pc:picChg chg="add">
          <ac:chgData name="Romain Rachenne" userId="d05ffb5d262588ec" providerId="LiveId" clId="{B285D14A-E7E2-4CBC-A9C0-DC32C4AEE9CE}" dt="2020-01-09T10:49:37.835" v="1448"/>
          <ac:picMkLst>
            <pc:docMk/>
            <pc:sldMk cId="3336453759" sldId="313"/>
            <ac:picMk id="20" creationId="{E7C97F9F-E120-4E5B-B208-975FA9D7361B}"/>
          </ac:picMkLst>
        </pc:picChg>
        <pc:picChg chg="add">
          <ac:chgData name="Romain Rachenne" userId="d05ffb5d262588ec" providerId="LiveId" clId="{B285D14A-E7E2-4CBC-A9C0-DC32C4AEE9CE}" dt="2020-01-09T10:50:00.731" v="1457"/>
          <ac:picMkLst>
            <pc:docMk/>
            <pc:sldMk cId="3336453759" sldId="313"/>
            <ac:picMk id="22" creationId="{F8ED5917-934E-41EE-976D-361D74E6D53E}"/>
          </ac:picMkLst>
        </pc:pic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7" creationId="{D28A9C89-B313-458F-9C85-515930A51A93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759657653" sldId="314"/>
        </pc:sldMkLst>
        <pc:spChg chg="mod">
          <ac:chgData name="Romain Rachenne" userId="d05ffb5d262588ec" providerId="LiveId" clId="{B285D14A-E7E2-4CBC-A9C0-DC32C4AEE9CE}" dt="2020-01-09T10:49:00.528" v="1438" actId="20577"/>
          <ac:spMkLst>
            <pc:docMk/>
            <pc:sldMk cId="3759657653" sldId="314"/>
            <ac:spMk id="2" creationId="{993975CF-0B38-48F1-90C0-C6B105FFA501}"/>
          </ac:spMkLst>
        </pc:spChg>
        <pc:spChg chg="del">
          <ac:chgData name="Romain Rachenne" userId="d05ffb5d262588ec" providerId="LiveId" clId="{B285D14A-E7E2-4CBC-A9C0-DC32C4AEE9CE}" dt="2020-01-09T10:48:57.404" v="1430" actId="26606"/>
          <ac:spMkLst>
            <pc:docMk/>
            <pc:sldMk cId="3759657653" sldId="314"/>
            <ac:spMk id="3" creationId="{5A563110-5149-4E65-BAFE-03A87E0C118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8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57.404" v="1430" actId="26606"/>
          <ac:picMkLst>
            <pc:docMk/>
            <pc:sldMk cId="3759657653" sldId="314"/>
            <ac:picMk id="4" creationId="{D7EA8A33-76D8-4A45-94E8-802D5BA8774A}"/>
          </ac:picMkLst>
        </pc:picChg>
        <pc:picChg chg="add">
          <ac:chgData name="Romain Rachenne" userId="d05ffb5d262588ec" providerId="LiveId" clId="{B285D14A-E7E2-4CBC-A9C0-DC32C4AEE9CE}" dt="2020-01-09T10:49:39.288" v="1449"/>
          <ac:picMkLst>
            <pc:docMk/>
            <pc:sldMk cId="3759657653" sldId="314"/>
            <ac:picMk id="20" creationId="{AFE11276-6DF0-412C-8B75-C466491CACCB}"/>
          </ac:picMkLst>
        </pc:picChg>
        <pc:picChg chg="add">
          <ac:chgData name="Romain Rachenne" userId="d05ffb5d262588ec" providerId="LiveId" clId="{B285D14A-E7E2-4CBC-A9C0-DC32C4AEE9CE}" dt="2020-01-09T10:50:02.246" v="1458"/>
          <ac:picMkLst>
            <pc:docMk/>
            <pc:sldMk cId="3759657653" sldId="314"/>
            <ac:picMk id="22" creationId="{1C8FC041-1972-4B65-853D-91EC739D52E2}"/>
          </ac:picMkLst>
        </pc:pic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7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4176775444" sldId="315"/>
        </pc:sldMkLst>
        <pc:spChg chg="mod">
          <ac:chgData name="Romain Rachenne" userId="d05ffb5d262588ec" providerId="LiveId" clId="{B285D14A-E7E2-4CBC-A9C0-DC32C4AEE9CE}" dt="2020-01-09T13:46:45.522" v="1781" actId="20577"/>
          <ac:spMkLst>
            <pc:docMk/>
            <pc:sldMk cId="4176775444" sldId="315"/>
            <ac:spMk id="2" creationId="{197C80DD-D548-4B5D-B6F4-21C97F120760}"/>
          </ac:spMkLst>
        </pc:spChg>
        <pc:spChg chg="del">
          <ac:chgData name="Romain Rachenne" userId="d05ffb5d262588ec" providerId="LiveId" clId="{B285D14A-E7E2-4CBC-A9C0-DC32C4AEE9CE}" dt="2020-01-09T11:00:35.737" v="1461"/>
          <ac:spMkLst>
            <pc:docMk/>
            <pc:sldMk cId="4176775444" sldId="315"/>
            <ac:spMk id="3" creationId="{930998F2-98D6-4FC8-BC56-FF26EA4D304A}"/>
          </ac:spMkLst>
        </pc:spChg>
        <pc:spChg chg="add del mod">
          <ac:chgData name="Romain Rachenne" userId="d05ffb5d262588ec" providerId="LiveId" clId="{B285D14A-E7E2-4CBC-A9C0-DC32C4AEE9CE}" dt="2020-01-09T11:01:08.128" v="1475" actId="26606"/>
          <ac:spMkLst>
            <pc:docMk/>
            <pc:sldMk cId="4176775444" sldId="315"/>
            <ac:spMk id="6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6" creationId="{284B70D5-875B-433D-BDBD-1522A85D6C1D}"/>
          </ac:spMkLst>
        </pc:spChg>
        <pc:spChg chg="add mod">
          <ac:chgData name="Romain Rachenne" userId="d05ffb5d262588ec" providerId="LiveId" clId="{B285D14A-E7E2-4CBC-A9C0-DC32C4AEE9CE}" dt="2020-01-09T13:51:43.984" v="1906" actId="6549"/>
          <ac:spMkLst>
            <pc:docMk/>
            <pc:sldMk cId="4176775444" sldId="315"/>
            <ac:spMk id="28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1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7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8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2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4" creationId="{593ACC25-C262-417A-8AA9-0641C772BDB6}"/>
          </ac:spMkLst>
        </pc:spChg>
        <pc:picChg chg="add del mod">
          <ac:chgData name="Romain Rachenne" userId="d05ffb5d262588ec" providerId="LiveId" clId="{B285D14A-E7E2-4CBC-A9C0-DC32C4AEE9CE}" dt="2020-01-09T11:00:57.996" v="1462" actId="478"/>
          <ac:picMkLst>
            <pc:docMk/>
            <pc:sldMk cId="4176775444" sldId="315"/>
            <ac:picMk id="4" creationId="{0F74A1FC-2BBD-40C4-9053-7F0F859B0265}"/>
          </ac:picMkLst>
        </pc:picChg>
        <pc:picChg chg="add mod ord">
          <ac:chgData name="Romain Rachenne" userId="d05ffb5d262588ec" providerId="LiveId" clId="{B285D14A-E7E2-4CBC-A9C0-DC32C4AEE9CE}" dt="2020-01-09T11:02:27.782" v="1610" actId="26606"/>
          <ac:picMkLst>
            <pc:docMk/>
            <pc:sldMk cId="4176775444" sldId="315"/>
            <ac:picMk id="7" creationId="{74BC4696-1BC0-4F3A-BDA0-ABAEBD0C034A}"/>
          </ac:picMkLst>
        </pc:picChg>
        <pc:picChg chg="add">
          <ac:chgData name="Romain Rachenne" userId="d05ffb5d262588ec" providerId="LiveId" clId="{B285D14A-E7E2-4CBC-A9C0-DC32C4AEE9CE}" dt="2020-01-09T13:49:22.246" v="1819"/>
          <ac:picMkLst>
            <pc:docMk/>
            <pc:sldMk cId="4176775444" sldId="315"/>
            <ac:picMk id="34" creationId="{89C8E169-8E78-4A4E-B1E9-EF7D430B0BB3}"/>
          </ac:picMkLst>
        </pc:picChg>
        <pc:picChg chg="add">
          <ac:chgData name="Romain Rachenne" userId="d05ffb5d262588ec" providerId="LiveId" clId="{B285D14A-E7E2-4CBC-A9C0-DC32C4AEE9CE}" dt="2020-01-09T13:49:38.671" v="1824"/>
          <ac:picMkLst>
            <pc:docMk/>
            <pc:sldMk cId="4176775444" sldId="315"/>
            <ac:picMk id="36" creationId="{BE16ED3B-A3A7-47B0-A15F-3C5FD9C4DEDC}"/>
          </ac:picMkLst>
        </pc:pic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1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2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7.782" v="1610" actId="26606"/>
          <ac:cxnSpMkLst>
            <pc:docMk/>
            <pc:sldMk cId="4176775444" sldId="315"/>
            <ac:cxnSpMk id="2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3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43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5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60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25053439" sldId="316"/>
        </pc:sldMkLst>
        <pc:spChg chg="mo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2" creationId="{75B29198-38D2-4F14-8368-E19B38755140}"/>
          </ac:spMkLst>
        </pc:spChg>
        <pc:spChg chg="mod ord">
          <ac:chgData name="Romain Rachenne" userId="d05ffb5d262588ec" providerId="LiveId" clId="{B285D14A-E7E2-4CBC-A9C0-DC32C4AEE9CE}" dt="2020-01-09T13:51:40.183" v="1905" actId="6549"/>
          <ac:spMkLst>
            <pc:docMk/>
            <pc:sldMk cId="325053439" sldId="316"/>
            <ac:spMk id="3" creationId="{0205CFED-5A6C-4B05-BD86-E9CF829A515F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0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2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3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4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6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43.729" v="1816" actId="26606"/>
          <ac:picMkLst>
            <pc:docMk/>
            <pc:sldMk cId="325053439" sldId="316"/>
            <ac:picMk id="4" creationId="{8C79E200-2305-42B0-8A93-1EE2A4EA807B}"/>
          </ac:picMkLst>
        </pc:picChg>
        <pc:picChg chg="add">
          <ac:chgData name="Romain Rachenne" userId="d05ffb5d262588ec" providerId="LiveId" clId="{B285D14A-E7E2-4CBC-A9C0-DC32C4AEE9CE}" dt="2020-01-09T13:49:24.615" v="1820"/>
          <ac:picMkLst>
            <pc:docMk/>
            <pc:sldMk cId="325053439" sldId="316"/>
            <ac:picMk id="44" creationId="{1B01E75E-D389-4BE2-9D59-0206029C2F15}"/>
          </ac:picMkLst>
        </pc:picChg>
        <pc:picChg chg="add">
          <ac:chgData name="Romain Rachenne" userId="d05ffb5d262588ec" providerId="LiveId" clId="{B285D14A-E7E2-4CBC-A9C0-DC32C4AEE9CE}" dt="2020-01-09T13:49:41.403" v="1825"/>
          <ac:picMkLst>
            <pc:docMk/>
            <pc:sldMk cId="325053439" sldId="316"/>
            <ac:picMk id="45" creationId="{1CCC2844-9834-4C16-8E2B-4F7F0325EBBB}"/>
          </ac:picMkLst>
        </pc:pic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44.997" v="1616" actId="26606"/>
          <ac:cxnSpMkLst>
            <pc:docMk/>
            <pc:sldMk cId="325053439" sldId="316"/>
            <ac:cxnSpMk id="4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63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8" creationId="{5C6A2BAE-B461-4B55-8E1F-0722ABDD1393}"/>
          </ac:cxnSpMkLst>
        </pc:cxnChg>
      </pc:sldChg>
      <pc:sldChg chg="add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681781555" sldId="317"/>
        </pc:sldMkLst>
        <pc:spChg chg="mod">
          <ac:chgData name="Romain Rachenne" userId="d05ffb5d262588ec" providerId="LiveId" clId="{B285D14A-E7E2-4CBC-A9C0-DC32C4AEE9CE}" dt="2020-01-09T13:47:12.771" v="1785" actId="20577"/>
          <ac:spMkLst>
            <pc:docMk/>
            <pc:sldMk cId="3681781555" sldId="317"/>
            <ac:spMk id="2" creationId="{E72E9791-C2DC-4B99-ABDA-520BD39549F0}"/>
          </ac:spMkLst>
        </pc:spChg>
        <pc:spChg chg="mod">
          <ac:chgData name="Romain Rachenne" userId="d05ffb5d262588ec" providerId="LiveId" clId="{B285D14A-E7E2-4CBC-A9C0-DC32C4AEE9CE}" dt="2020-01-09T13:51:36.581" v="1904" actId="20577"/>
          <ac:spMkLst>
            <pc:docMk/>
            <pc:sldMk cId="3681781555" sldId="317"/>
            <ac:spMk id="3" creationId="{C7988059-0E02-4308-B974-34E19F4E00C7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5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9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21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1:03:35.831" v="1672" actId="26606"/>
          <ac:picMkLst>
            <pc:docMk/>
            <pc:sldMk cId="3681781555" sldId="317"/>
            <ac:picMk id="4" creationId="{70E9866D-750E-4D1E-B1F1-DC1C1DDA1AF8}"/>
          </ac:picMkLst>
        </pc:picChg>
        <pc:picChg chg="add">
          <ac:chgData name="Romain Rachenne" userId="d05ffb5d262588ec" providerId="LiveId" clId="{B285D14A-E7E2-4CBC-A9C0-DC32C4AEE9CE}" dt="2020-01-09T13:49:26.154" v="1821"/>
          <ac:picMkLst>
            <pc:docMk/>
            <pc:sldMk cId="3681781555" sldId="317"/>
            <ac:picMk id="12" creationId="{3A733A1E-C8E8-42C6-965E-897C36FF9538}"/>
          </ac:picMkLst>
        </pc:picChg>
        <pc:picChg chg="add">
          <ac:chgData name="Romain Rachenne" userId="d05ffb5d262588ec" providerId="LiveId" clId="{B285D14A-E7E2-4CBC-A9C0-DC32C4AEE9CE}" dt="2020-01-09T13:49:42.690" v="1826"/>
          <ac:picMkLst>
            <pc:docMk/>
            <pc:sldMk cId="3681781555" sldId="317"/>
            <ac:picMk id="14" creationId="{2FB28667-1D6A-42A2-B283-5F1FF70EFB94}"/>
          </ac:picMkLst>
        </pc:pic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7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54.959" v="1921"/>
        <pc:sldMkLst>
          <pc:docMk/>
          <pc:sldMk cId="629379820" sldId="318"/>
        </pc:sldMkLst>
        <pc:spChg chg="mo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2" creationId="{6158BD68-51B2-4D2E-B254-77E7C726915C}"/>
          </ac:spMkLst>
        </pc:spChg>
        <pc:spChg chg="mod ord">
          <ac:chgData name="Romain Rachenne" userId="d05ffb5d262588ec" providerId="LiveId" clId="{B285D14A-E7E2-4CBC-A9C0-DC32C4AEE9CE}" dt="2020-01-09T13:51:47.582" v="1907" actId="6549"/>
          <ac:spMkLst>
            <pc:docMk/>
            <pc:sldMk cId="629379820" sldId="318"/>
            <ac:spMk id="3" creationId="{CCAAC658-F051-46DE-A0AD-532074F91E21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7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20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1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7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0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2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4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3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4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5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2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3:48:53.785" v="1817" actId="26606"/>
          <ac:picMkLst>
            <pc:docMk/>
            <pc:sldMk cId="629379820" sldId="318"/>
            <ac:picMk id="4" creationId="{13DB4DFF-99F1-4DEE-8CB2-BFE63247C35F}"/>
          </ac:picMkLst>
        </pc:picChg>
        <pc:picChg chg="add">
          <ac:chgData name="Romain Rachenne" userId="d05ffb5d262588ec" providerId="LiveId" clId="{B285D14A-E7E2-4CBC-A9C0-DC32C4AEE9CE}" dt="2020-01-09T13:49:21.311" v="1818"/>
          <ac:picMkLst>
            <pc:docMk/>
            <pc:sldMk cId="629379820" sldId="318"/>
            <ac:picMk id="46" creationId="{35857AB3-A47A-4530-BB43-7E96BAE65BAF}"/>
          </ac:picMkLst>
        </pc:picChg>
        <pc:picChg chg="add">
          <ac:chgData name="Romain Rachenne" userId="d05ffb5d262588ec" providerId="LiveId" clId="{B285D14A-E7E2-4CBC-A9C0-DC32C4AEE9CE}" dt="2020-01-09T13:49:37.071" v="1823"/>
          <ac:picMkLst>
            <pc:docMk/>
            <pc:sldMk cId="629379820" sldId="318"/>
            <ac:picMk id="47" creationId="{BE5EEF38-F497-4EBE-A75B-665083FFA423}"/>
          </ac:picMkLst>
        </pc:picChg>
        <pc:cxnChg chg="add del">
          <ac:chgData name="Romain Rachenne" userId="d05ffb5d262588ec" providerId="LiveId" clId="{B285D14A-E7E2-4CBC-A9C0-DC32C4AEE9CE}" dt="2020-01-09T13:46:26.700" v="1768" actId="26606"/>
          <ac:cxnSpMkLst>
            <pc:docMk/>
            <pc:sldMk cId="629379820" sldId="318"/>
            <ac:cxnSpMk id="1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7.364" v="1770" actId="26606"/>
          <ac:cxnSpMkLst>
            <pc:docMk/>
            <pc:sldMk cId="629379820" sldId="318"/>
            <ac:cxnSpMk id="18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3:46:28.252" v="1772" actId="26606"/>
          <ac:cxnSpMkLst>
            <pc:docMk/>
            <pc:sldMk cId="629379820" sldId="318"/>
            <ac:cxnSpMk id="23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31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3:46:31.065" v="1776" actId="26606"/>
          <ac:cxnSpMkLst>
            <pc:docMk/>
            <pc:sldMk cId="629379820" sldId="318"/>
            <ac:cxnSpMk id="35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1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714850268" sldId="319"/>
        </pc:sldMkLst>
        <pc:spChg chg="mo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" creationId="{0F3DD3C3-C329-49CC-ADD0-D363B4B738BB}"/>
          </ac:spMkLst>
        </pc:spChg>
        <pc:spChg chg="mod ord">
          <ac:chgData name="Romain Rachenne" userId="d05ffb5d262588ec" providerId="LiveId" clId="{B285D14A-E7E2-4CBC-A9C0-DC32C4AEE9CE}" dt="2020-01-09T13:51:19.113" v="1903" actId="20577"/>
          <ac:spMkLst>
            <pc:docMk/>
            <pc:sldMk cId="2714850268" sldId="319"/>
            <ac:spMk id="3" creationId="{8994342B-9E8D-4545-AE89-BAE779C3058C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38.109" v="1815" actId="26606"/>
          <ac:picMkLst>
            <pc:docMk/>
            <pc:sldMk cId="2714850268" sldId="319"/>
            <ac:picMk id="4" creationId="{2A76DE89-9E3E-422C-B34C-8DB7A4CF4DB0}"/>
          </ac:picMkLst>
        </pc:picChg>
        <pc:picChg chg="add">
          <ac:chgData name="Romain Rachenne" userId="d05ffb5d262588ec" providerId="LiveId" clId="{B285D14A-E7E2-4CBC-A9C0-DC32C4AEE9CE}" dt="2020-01-09T13:49:29.641" v="1822"/>
          <ac:picMkLst>
            <pc:docMk/>
            <pc:sldMk cId="2714850268" sldId="319"/>
            <ac:picMk id="16" creationId="{DF6D0060-A321-43F6-A2D0-5ADAF24B1870}"/>
          </ac:picMkLst>
        </pc:picChg>
        <pc:picChg chg="add">
          <ac:chgData name="Romain Rachenne" userId="d05ffb5d262588ec" providerId="LiveId" clId="{B285D14A-E7E2-4CBC-A9C0-DC32C4AEE9CE}" dt="2020-01-09T13:49:45.163" v="1827"/>
          <ac:picMkLst>
            <pc:docMk/>
            <pc:sldMk cId="2714850268" sldId="319"/>
            <ac:picMk id="17" creationId="{A32AB8BD-78FA-462D-BF42-B298F711E32A}"/>
          </ac:picMkLst>
        </pc:picChg>
        <pc:cxnChg chg="add del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11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990746230" sldId="320"/>
        </pc:sldMkLst>
        <pc:spChg chg="mo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2" creationId="{D57F2E85-2FF0-484F-BFBF-EB0AE0C35A94}"/>
          </ac:spMkLst>
        </pc:spChg>
        <pc:spChg chg="del mod">
          <ac:chgData name="Romain Rachenne" userId="d05ffb5d262588ec" providerId="LiveId" clId="{B285D14A-E7E2-4CBC-A9C0-DC32C4AEE9CE}" dt="2020-01-09T13:50:50.201" v="1868" actId="478"/>
          <ac:spMkLst>
            <pc:docMk/>
            <pc:sldMk cId="990746230" sldId="320"/>
            <ac:spMk id="3" creationId="{4BDA88E1-6A0B-4D4E-AA65-EA0BD522B1FE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0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6" creationId="{8B330648-BE73-41A0-9F64-E5B1075E2C2D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0" creationId="{02C3C01D-C868-4B78-9A8F-417BF50A429B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2" creationId="{8345B934-7CE4-4DA7-A0CB-2A2DF8818CE1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4" creationId="{CF6BB2E5-F5C5-4876-9282-B0246E035740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5" creationId="{6E53EAE7-3851-4CE7-BE81-EF90F19EF0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7" creationId="{C4D3E4EC-9CAC-455D-8511-5C0D0BEFCF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8" creationId="{3DDF40A7-2316-4304-8880-2FA7451E932E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9" creationId="{44BD36A9-BAC7-415E-8DDB-4C743838F557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1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4" creationId="{01C6F51C-53CC-4D4B-98DA-C143852FCF7F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6" creationId="{1702822D-7587-488C-BCDE-6366C82D9F42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7" creationId="{2336503F-9C9C-424B-B606-FD55CB6EC94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2" creationId="{BB2B8762-61F0-4F1B-9364-D633EE9D6AF5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4" creationId="{E97675C8-1328-460C-9EBF-6B446B67EAD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8" creationId="{C6417104-D4C1-4710-9982-2154A7F48492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0" creationId="{626F1402-2DEC-4071-84AF-350C7BF00D4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4" creationId="{DA52A394-10F4-4AA5-90E4-634D1E919DB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6" creationId="{07BDDC51-8BB2-42BE-8EA8-39B3E9AC1EF6}"/>
          </ac:spMkLst>
        </pc:spChg>
        <pc:picChg chg="add mod ord">
          <ac:chgData name="Romain Rachenne" userId="d05ffb5d262588ec" providerId="LiveId" clId="{B285D14A-E7E2-4CBC-A9C0-DC32C4AEE9CE}" dt="2020-01-09T13:50:59.629" v="1870" actId="196"/>
          <ac:picMkLst>
            <pc:docMk/>
            <pc:sldMk cId="990746230" sldId="320"/>
            <ac:picMk id="4" creationId="{CC964F61-5A9C-49CD-A733-368C5AFDBFE7}"/>
          </ac:picMkLst>
        </pc:picChg>
        <pc:picChg chg="add mod">
          <ac:chgData name="Romain Rachenne" userId="d05ffb5d262588ec" providerId="LiveId" clId="{B285D14A-E7E2-4CBC-A9C0-DC32C4AEE9CE}" dt="2020-01-09T13:51:02.990" v="1871" actId="196"/>
          <ac:picMkLst>
            <pc:docMk/>
            <pc:sldMk cId="990746230" sldId="320"/>
            <ac:picMk id="5" creationId="{26D2AA95-395D-4D99-8F7A-4ECB04369A8B}"/>
          </ac:picMkLst>
        </pc:pic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4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8" creationId="{6DAFB303-4B24-485A-B806-C147A23632BD}"/>
          </ac:cxnSpMkLst>
        </pc:cxnChg>
        <pc:cxnChg chg="add del">
          <ac:chgData name="Romain Rachenne" userId="d05ffb5d262588ec" providerId="LiveId" clId="{B285D14A-E7E2-4CBC-A9C0-DC32C4AEE9CE}" dt="2020-01-09T13:50:47.624" v="1866" actId="26606"/>
          <ac:cxnSpMkLst>
            <pc:docMk/>
            <pc:sldMk cId="990746230" sldId="320"/>
            <ac:cxnSpMk id="26" creationId="{5C5EFB6A-0AF1-46B2-B103-4AA6C7B31025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3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5" creationId="{613AFA59-28DC-4A81-8ADB-6EE5C6322202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46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52" creationId="{04733B62-1719-4677-A612-CA0AC0AD7482}"/>
          </ac:cxnSpMkLst>
        </pc:cxnChg>
      </pc:sldChg>
    </pc:docChg>
  </pc:docChgLst>
  <pc:docChgLst>
    <pc:chgData name="Romain Rachenne" userId="d05ffb5d262588ec" providerId="LiveId" clId="{952E9F63-8DE0-489A-A1B2-32A308F9E609}"/>
    <pc:docChg chg="custSel mod addSld delSld modSld sldOrd">
      <pc:chgData name="Romain Rachenne" userId="d05ffb5d262588ec" providerId="LiveId" clId="{952E9F63-8DE0-489A-A1B2-32A308F9E609}" dt="2021-01-27T14:06:48.748" v="104" actId="403"/>
      <pc:docMkLst>
        <pc:docMk/>
      </pc:docMkLst>
      <pc:sldChg chg="modSp mod">
        <pc:chgData name="Romain Rachenne" userId="d05ffb5d262588ec" providerId="LiveId" clId="{952E9F63-8DE0-489A-A1B2-32A308F9E609}" dt="2021-01-27T13:43:17.919" v="0" actId="20577"/>
        <pc:sldMkLst>
          <pc:docMk/>
          <pc:sldMk cId="1990881570" sldId="257"/>
        </pc:sldMkLst>
        <pc:spChg chg="mod">
          <ac:chgData name="Romain Rachenne" userId="d05ffb5d262588ec" providerId="LiveId" clId="{952E9F63-8DE0-489A-A1B2-32A308F9E609}" dt="2021-01-27T13:43:17.919" v="0" actId="20577"/>
          <ac:spMkLst>
            <pc:docMk/>
            <pc:sldMk cId="1990881570" sldId="257"/>
            <ac:spMk id="3" creationId="{00000000-0000-0000-0000-000000000000}"/>
          </ac:spMkLst>
        </pc:spChg>
      </pc:sldChg>
      <pc:sldChg chg="ord">
        <pc:chgData name="Romain Rachenne" userId="d05ffb5d262588ec" providerId="LiveId" clId="{952E9F63-8DE0-489A-A1B2-32A308F9E609}" dt="2021-01-27T14:03:20.371" v="68"/>
        <pc:sldMkLst>
          <pc:docMk/>
          <pc:sldMk cId="21370376" sldId="378"/>
        </pc:sldMkLst>
      </pc:sldChg>
      <pc:sldChg chg="modSp mod">
        <pc:chgData name="Romain Rachenne" userId="d05ffb5d262588ec" providerId="LiveId" clId="{952E9F63-8DE0-489A-A1B2-32A308F9E609}" dt="2021-01-27T14:02:56.451" v="66" actId="20577"/>
        <pc:sldMkLst>
          <pc:docMk/>
          <pc:sldMk cId="3092180924" sldId="386"/>
        </pc:sldMkLst>
        <pc:spChg chg="mod">
          <ac:chgData name="Romain Rachenne" userId="d05ffb5d262588ec" providerId="LiveId" clId="{952E9F63-8DE0-489A-A1B2-32A308F9E609}" dt="2021-01-27T14:02:56.451" v="66" actId="20577"/>
          <ac:spMkLst>
            <pc:docMk/>
            <pc:sldMk cId="3092180924" sldId="386"/>
            <ac:spMk id="2" creationId="{BB0E1512-F607-44DA-B649-3AF76BBE6027}"/>
          </ac:spMkLst>
        </pc:spChg>
      </pc:sldChg>
      <pc:sldChg chg="modSp mod ord">
        <pc:chgData name="Romain Rachenne" userId="d05ffb5d262588ec" providerId="LiveId" clId="{952E9F63-8DE0-489A-A1B2-32A308F9E609}" dt="2021-01-27T14:06:48.748" v="104" actId="403"/>
        <pc:sldMkLst>
          <pc:docMk/>
          <pc:sldMk cId="2116068855" sldId="387"/>
        </pc:sldMkLst>
        <pc:spChg chg="mod">
          <ac:chgData name="Romain Rachenne" userId="d05ffb5d262588ec" providerId="LiveId" clId="{952E9F63-8DE0-489A-A1B2-32A308F9E609}" dt="2021-01-27T14:02:38.275" v="36" actId="20577"/>
          <ac:spMkLst>
            <pc:docMk/>
            <pc:sldMk cId="2116068855" sldId="387"/>
            <ac:spMk id="2" creationId="{BB0E1512-F607-44DA-B649-3AF76BBE6027}"/>
          </ac:spMkLst>
        </pc:spChg>
        <pc:graphicFrameChg chg="mod">
          <ac:chgData name="Romain Rachenne" userId="d05ffb5d262588ec" providerId="LiveId" clId="{952E9F63-8DE0-489A-A1B2-32A308F9E609}" dt="2021-01-27T14:06:48.748" v="104" actId="403"/>
          <ac:graphicFrameMkLst>
            <pc:docMk/>
            <pc:sldMk cId="2116068855" sldId="387"/>
            <ac:graphicFrameMk id="46" creationId="{3FF73BD3-1181-47B5-9A78-EF5A57E45484}"/>
          </ac:graphicFrameMkLst>
        </pc:graphicFrameChg>
        <pc:picChg chg="mod">
          <ac:chgData name="Romain Rachenne" userId="d05ffb5d262588ec" providerId="LiveId" clId="{952E9F63-8DE0-489A-A1B2-32A308F9E609}" dt="2021-01-27T14:06:40.182" v="102" actId="1036"/>
          <ac:picMkLst>
            <pc:docMk/>
            <pc:sldMk cId="2116068855" sldId="387"/>
            <ac:picMk id="8" creationId="{1B0738AF-531C-4B77-B29F-961D7D481325}"/>
          </ac:picMkLst>
        </pc:picChg>
      </pc:sldChg>
      <pc:sldChg chg="modSp mod ord">
        <pc:chgData name="Romain Rachenne" userId="d05ffb5d262588ec" providerId="LiveId" clId="{952E9F63-8DE0-489A-A1B2-32A308F9E609}" dt="2021-01-27T14:02:44.423" v="48" actId="20577"/>
        <pc:sldMkLst>
          <pc:docMk/>
          <pc:sldMk cId="2316451530" sldId="388"/>
        </pc:sldMkLst>
        <pc:spChg chg="mod">
          <ac:chgData name="Romain Rachenne" userId="d05ffb5d262588ec" providerId="LiveId" clId="{952E9F63-8DE0-489A-A1B2-32A308F9E609}" dt="2021-01-27T14:02:44.423" v="48" actId="20577"/>
          <ac:spMkLst>
            <pc:docMk/>
            <pc:sldMk cId="2316451530" sldId="388"/>
            <ac:spMk id="2" creationId="{BB0E1512-F607-44DA-B649-3AF76BBE6027}"/>
          </ac:spMkLst>
        </pc:spChg>
      </pc:sldChg>
      <pc:sldChg chg="new del">
        <pc:chgData name="Romain Rachenne" userId="d05ffb5d262588ec" providerId="LiveId" clId="{952E9F63-8DE0-489A-A1B2-32A308F9E609}" dt="2021-01-27T13:56:24.771" v="24" actId="47"/>
        <pc:sldMkLst>
          <pc:docMk/>
          <pc:sldMk cId="2560673472" sldId="391"/>
        </pc:sldMkLst>
      </pc:sldChg>
      <pc:sldChg chg="delSp modSp add mod ord">
        <pc:chgData name="Romain Rachenne" userId="d05ffb5d262588ec" providerId="LiveId" clId="{952E9F63-8DE0-489A-A1B2-32A308F9E609}" dt="2021-01-27T14:03:48.034" v="79"/>
        <pc:sldMkLst>
          <pc:docMk/>
          <pc:sldMk cId="4017939672" sldId="392"/>
        </pc:sldMkLst>
        <pc:spChg chg="mod">
          <ac:chgData name="Romain Rachenne" userId="d05ffb5d262588ec" providerId="LiveId" clId="{952E9F63-8DE0-489A-A1B2-32A308F9E609}" dt="2021-01-27T13:56:13.523" v="20" actId="20577"/>
          <ac:spMkLst>
            <pc:docMk/>
            <pc:sldMk cId="4017939672" sldId="392"/>
            <ac:spMk id="2" creationId="{BB0E1512-F607-44DA-B649-3AF76BBE6027}"/>
          </ac:spMkLst>
        </pc:spChg>
        <pc:picChg chg="del">
          <ac:chgData name="Romain Rachenne" userId="d05ffb5d262588ec" providerId="LiveId" clId="{952E9F63-8DE0-489A-A1B2-32A308F9E609}" dt="2021-01-27T13:56:15.814" v="21" actId="478"/>
          <ac:picMkLst>
            <pc:docMk/>
            <pc:sldMk cId="4017939672" sldId="392"/>
            <ac:picMk id="8" creationId="{64B3CB63-93CC-4266-AD3A-47FFD3507C64}"/>
          </ac:picMkLst>
        </pc:picChg>
      </pc:sldChg>
      <pc:sldChg chg="addSp delSp modSp new mod setBg setClrOvrMap">
        <pc:chgData name="Romain Rachenne" userId="d05ffb5d262588ec" providerId="LiveId" clId="{952E9F63-8DE0-489A-A1B2-32A308F9E609}" dt="2021-01-27T14:04:32.561" v="81" actId="26606"/>
        <pc:sldMkLst>
          <pc:docMk/>
          <pc:sldMk cId="738154742" sldId="393"/>
        </pc:sldMkLst>
        <pc:spChg chg="mo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2" creationId="{684F3C03-6849-480E-A313-CDC4D9439B56}"/>
          </ac:spMkLst>
        </pc:spChg>
        <pc:spChg chg="del">
          <ac:chgData name="Romain Rachenne" userId="d05ffb5d262588ec" providerId="LiveId" clId="{952E9F63-8DE0-489A-A1B2-32A308F9E609}" dt="2021-01-27T14:03:54.355" v="80" actId="478"/>
          <ac:spMkLst>
            <pc:docMk/>
            <pc:sldMk cId="738154742" sldId="393"/>
            <ac:spMk id="3" creationId="{18FD63C3-B847-4F03-8392-9A795F566646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7" creationId="{52C0B2E1-0268-42EC-ABD3-94F81A05BCBD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9" creationId="{7D2256B4-48EA-40FC-BBC0-AA1EE6E0080C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3" creationId="{FBDCECDC-EEE3-4128-AA5E-82A8C08796E8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5" creationId="{4260EDE0-989C-4E16-AF94-F652294D828E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7" creationId="{1F3985C0-E548-44D2-B30E-F3E42DADE133}"/>
          </ac:spMkLst>
        </pc:spChg>
        <pc:cxnChg chg="add">
          <ac:chgData name="Romain Rachenne" userId="d05ffb5d262588ec" providerId="LiveId" clId="{952E9F63-8DE0-489A-A1B2-32A308F9E609}" dt="2021-01-27T14:04:32.561" v="81" actId="26606"/>
          <ac:cxnSpMkLst>
            <pc:docMk/>
            <pc:sldMk cId="738154742" sldId="393"/>
            <ac:cxnSpMk id="11" creationId="{3D44BCCA-102D-4A9D-B1E4-2450CAF0B05E}"/>
          </ac:cxnSpMkLst>
        </pc:cxnChg>
      </pc:sldChg>
    </pc:docChg>
  </pc:docChgLst>
  <pc:docChgLst>
    <pc:chgData name="Romain Rachenne" userId="d05ffb5d262588ec" providerId="LiveId" clId="{D11DE92B-2652-46CF-9859-74DC33324D2E}"/>
    <pc:docChg chg="undo redo custSel mod addSld delSld modSld sldOrd">
      <pc:chgData name="Romain Rachenne" userId="d05ffb5d262588ec" providerId="LiveId" clId="{D11DE92B-2652-46CF-9859-74DC33324D2E}" dt="2021-01-26T21:40:28.269" v="1188"/>
      <pc:docMkLst>
        <pc:docMk/>
      </pc:docMkLst>
      <pc:sldChg chg="modSp mod">
        <pc:chgData name="Romain Rachenne" userId="d05ffb5d262588ec" providerId="LiveId" clId="{D11DE92B-2652-46CF-9859-74DC33324D2E}" dt="2021-01-17T16:19:16.660" v="951" actId="20577"/>
        <pc:sldMkLst>
          <pc:docMk/>
          <pc:sldMk cId="1990881570" sldId="257"/>
        </pc:sldMkLst>
        <pc:spChg chg="mod">
          <ac:chgData name="Romain Rachenne" userId="d05ffb5d262588ec" providerId="LiveId" clId="{D11DE92B-2652-46CF-9859-74DC33324D2E}" dt="2021-01-17T16:19:16.660" v="951" actId="20577"/>
          <ac:spMkLst>
            <pc:docMk/>
            <pc:sldMk cId="1990881570" sldId="257"/>
            <ac:spMk id="3" creationId="{00000000-0000-0000-0000-000000000000}"/>
          </ac:spMkLst>
        </pc:spChg>
      </pc:sldChg>
      <pc:sldChg chg="del">
        <pc:chgData name="Romain Rachenne" userId="d05ffb5d262588ec" providerId="LiveId" clId="{D11DE92B-2652-46CF-9859-74DC33324D2E}" dt="2021-01-17T12:06:38.102" v="42" actId="47"/>
        <pc:sldMkLst>
          <pc:docMk/>
          <pc:sldMk cId="1557803393" sldId="302"/>
        </pc:sldMkLst>
      </pc:sldChg>
      <pc:sldChg chg="addSp delSp modSp mod">
        <pc:chgData name="Romain Rachenne" userId="d05ffb5d262588ec" providerId="LiveId" clId="{D11DE92B-2652-46CF-9859-74DC33324D2E}" dt="2021-01-17T16:24:47.177" v="1015"/>
        <pc:sldMkLst>
          <pc:docMk/>
          <pc:sldMk cId="1689278221" sldId="360"/>
        </pc:sldMkLst>
        <pc:spChg chg="mo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2" creationId="{382B6C5F-6F5B-48E3-B9BD-48D2C248F8E4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29" creationId="{25C8D2C1-DA83-420D-9635-D52CE066B5DA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1" creationId="{434F74C9-6A0B-409E-AD1C-45B58BE91BB8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5" creationId="{F452A527-3631-41ED-858D-3777A7D1496A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9" creationId="{F85B92BC-678C-4E14-97E6-3227DEF86371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41" creationId="{D2644120-A6B9-4D5C-8A60-E2F4CC220E77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46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48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2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8" creationId="{593ACC25-C262-417A-8AA9-0641C772BDB6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3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5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9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73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75" creationId="{593ACC25-C262-417A-8AA9-0641C772BDB6}"/>
          </ac:spMkLst>
        </pc:spChg>
        <pc:picChg chg="del">
          <ac:chgData name="Romain Rachenne" userId="d05ffb5d262588ec" providerId="LiveId" clId="{D11DE92B-2652-46CF-9859-74DC33324D2E}" dt="2021-01-17T12:05:56.006" v="23" actId="478"/>
          <ac:picMkLst>
            <pc:docMk/>
            <pc:sldMk cId="1689278221" sldId="360"/>
            <ac:picMk id="7" creationId="{76EA334C-4ED0-4E22-BC10-0A8F8D0D5E7F}"/>
          </ac:picMkLst>
        </pc:picChg>
        <pc:picChg chg="add mod">
          <ac:chgData name="Romain Rachenne" userId="d05ffb5d262588ec" providerId="LiveId" clId="{D11DE92B-2652-46CF-9859-74DC33324D2E}" dt="2021-01-17T16:24:14.633" v="987"/>
          <ac:picMkLst>
            <pc:docMk/>
            <pc:sldMk cId="1689278221" sldId="360"/>
            <ac:picMk id="11" creationId="{C9C38F26-D2F6-41B9-83AF-1E89464964D5}"/>
          </ac:picMkLst>
        </pc:picChg>
        <pc:picChg chg="add mod">
          <ac:chgData name="Romain Rachenne" userId="d05ffb5d262588ec" providerId="LiveId" clId="{D11DE92B-2652-46CF-9859-74DC33324D2E}" dt="2021-01-17T16:24:29.113" v="1001"/>
          <ac:picMkLst>
            <pc:docMk/>
            <pc:sldMk cId="1689278221" sldId="360"/>
            <ac:picMk id="12" creationId="{8D49B09B-7888-40A7-AE9E-7819E8F9E944}"/>
          </ac:picMkLst>
        </pc:picChg>
        <pc:picChg chg="add mod">
          <ac:chgData name="Romain Rachenne" userId="d05ffb5d262588ec" providerId="LiveId" clId="{D11DE92B-2652-46CF-9859-74DC33324D2E}" dt="2021-01-17T16:24:47.177" v="1015"/>
          <ac:picMkLst>
            <pc:docMk/>
            <pc:sldMk cId="1689278221" sldId="360"/>
            <ac:picMk id="13" creationId="{2CCA6F2D-ECF8-4F5B-BD7E-875F6C7AE4B8}"/>
          </ac:picMkLst>
        </pc:picChg>
        <pc:picChg chg="add mod">
          <ac:chgData name="Romain Rachenne" userId="d05ffb5d262588ec" providerId="LiveId" clId="{D11DE92B-2652-46CF-9859-74DC33324D2E}" dt="2021-01-17T12:06:22.819" v="41" actId="26606"/>
          <ac:picMkLst>
            <pc:docMk/>
            <pc:sldMk cId="1689278221" sldId="360"/>
            <ac:picMk id="14" creationId="{761A5CFC-768D-4476-A665-0940793E260A}"/>
          </ac:picMkLst>
        </pc:picChg>
        <pc:picChg chg="del">
          <ac:chgData name="Romain Rachenne" userId="d05ffb5d262588ec" providerId="LiveId" clId="{D11DE92B-2652-46CF-9859-74DC33324D2E}" dt="2021-01-17T12:06:02.117" v="27" actId="478"/>
          <ac:picMkLst>
            <pc:docMk/>
            <pc:sldMk cId="1689278221" sldId="360"/>
            <ac:picMk id="23" creationId="{0F307E0B-01E3-408C-A3F5-09C6C0D988D7}"/>
          </ac:picMkLst>
        </pc:picChg>
        <pc:picChg chg="del">
          <ac:chgData name="Romain Rachenne" userId="d05ffb5d262588ec" providerId="LiveId" clId="{D11DE92B-2652-46CF-9859-74DC33324D2E}" dt="2021-01-17T12:06:02.640" v="28" actId="478"/>
          <ac:picMkLst>
            <pc:docMk/>
            <pc:sldMk cId="1689278221" sldId="360"/>
            <ac:picMk id="25" creationId="{61CEE80C-EFE8-4A9C-87B3-2704D841F172}"/>
          </ac:picMkLst>
        </pc:picChg>
        <pc:picChg chg="del">
          <ac:chgData name="Romain Rachenne" userId="d05ffb5d262588ec" providerId="LiveId" clId="{D11DE92B-2652-46CF-9859-74DC33324D2E}" dt="2021-01-17T12:06:03.142" v="29" actId="478"/>
          <ac:picMkLst>
            <pc:docMk/>
            <pc:sldMk cId="1689278221" sldId="360"/>
            <ac:picMk id="26" creationId="{D75B398D-0B31-4CE3-9478-E647C7A7983E}"/>
          </ac:picMkLst>
        </pc:picChg>
        <pc:cxnChg chg="del">
          <ac:chgData name="Romain Rachenne" userId="d05ffb5d262588ec" providerId="LiveId" clId="{D11DE92B-2652-46CF-9859-74DC33324D2E}" dt="2021-01-17T12:06:22.819" v="41" actId="26606"/>
          <ac:cxnSpMkLst>
            <pc:docMk/>
            <pc:sldMk cId="1689278221" sldId="360"/>
            <ac:cxnSpMk id="33" creationId="{F5486A9D-1265-4B57-91E6-68E666B978BC}"/>
          </ac:cxnSpMkLst>
        </pc:cxnChg>
        <pc:cxnChg chg="del">
          <ac:chgData name="Romain Rachenne" userId="d05ffb5d262588ec" providerId="LiveId" clId="{D11DE92B-2652-46CF-9859-74DC33324D2E}" dt="2021-01-17T12:06:22.819" v="41" actId="26606"/>
          <ac:cxnSpMkLst>
            <pc:docMk/>
            <pc:sldMk cId="1689278221" sldId="360"/>
            <ac:cxnSpMk id="37" creationId="{D28A9C89-B313-458F-9C85-515930A51A93}"/>
          </ac:cxnSpMkLst>
        </pc:cxnChg>
        <pc:cxnChg chg="add del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5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54" creationId="{5C6A2BAE-B461-4B55-8E1F-0722ABDD1393}"/>
          </ac:cxnSpMkLst>
        </pc:cxnChg>
        <pc:cxnChg chg="add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6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71" creationId="{5C6A2BAE-B461-4B55-8E1F-0722ABDD1393}"/>
          </ac:cxnSpMkLst>
        </pc:cxnChg>
      </pc:sldChg>
      <pc:sldChg chg="del">
        <pc:chgData name="Romain Rachenne" userId="d05ffb5d262588ec" providerId="LiveId" clId="{D11DE92B-2652-46CF-9859-74DC33324D2E}" dt="2021-01-17T12:18:33.923" v="216" actId="47"/>
        <pc:sldMkLst>
          <pc:docMk/>
          <pc:sldMk cId="2762460005" sldId="361"/>
        </pc:sldMkLst>
      </pc:sldChg>
      <pc:sldChg chg="addSp delSp modSp mod">
        <pc:chgData name="Romain Rachenne" userId="d05ffb5d262588ec" providerId="LiveId" clId="{D11DE92B-2652-46CF-9859-74DC33324D2E}" dt="2021-01-17T16:24:48.056" v="1016"/>
        <pc:sldMkLst>
          <pc:docMk/>
          <pc:sldMk cId="898625174" sldId="362"/>
        </pc:sldMkLst>
        <pc:picChg chg="add mod">
          <ac:chgData name="Romain Rachenne" userId="d05ffb5d262588ec" providerId="LiveId" clId="{D11DE92B-2652-46CF-9859-74DC33324D2E}" dt="2021-01-17T12:10:11.608" v="94" actId="1076"/>
          <ac:picMkLst>
            <pc:docMk/>
            <pc:sldMk cId="898625174" sldId="362"/>
            <ac:picMk id="4" creationId="{F441E0B0-4E3E-484F-9C16-792C4C11DBB3}"/>
          </ac:picMkLst>
        </pc:picChg>
        <pc:picChg chg="add mod">
          <ac:chgData name="Romain Rachenne" userId="d05ffb5d262588ec" providerId="LiveId" clId="{D11DE92B-2652-46CF-9859-74DC33324D2E}" dt="2021-01-17T16:24:15.952" v="988"/>
          <ac:picMkLst>
            <pc:docMk/>
            <pc:sldMk cId="898625174" sldId="362"/>
            <ac:picMk id="5" creationId="{1D531C28-7DEE-4EE0-921A-16EC0EEF862C}"/>
          </ac:picMkLst>
        </pc:picChg>
        <pc:picChg chg="del">
          <ac:chgData name="Romain Rachenne" userId="d05ffb5d262588ec" providerId="LiveId" clId="{D11DE92B-2652-46CF-9859-74DC33324D2E}" dt="2021-01-17T12:06:41.623" v="44" actId="478"/>
          <ac:picMkLst>
            <pc:docMk/>
            <pc:sldMk cId="898625174" sldId="362"/>
            <ac:picMk id="5" creationId="{1E7B6DC3-2499-474E-90E3-2147929D35E1}"/>
          </ac:picMkLst>
        </pc:picChg>
        <pc:picChg chg="add mod">
          <ac:chgData name="Romain Rachenne" userId="d05ffb5d262588ec" providerId="LiveId" clId="{D11DE92B-2652-46CF-9859-74DC33324D2E}" dt="2021-01-17T16:24:30.288" v="1002"/>
          <ac:picMkLst>
            <pc:docMk/>
            <pc:sldMk cId="898625174" sldId="362"/>
            <ac:picMk id="6" creationId="{8AF4036E-5287-4BF3-9DFC-13D10B2B574A}"/>
          </ac:picMkLst>
        </pc:picChg>
        <pc:picChg chg="del">
          <ac:chgData name="Romain Rachenne" userId="d05ffb5d262588ec" providerId="LiveId" clId="{D11DE92B-2652-46CF-9859-74DC33324D2E}" dt="2021-01-17T12:21:55.463" v="283" actId="478"/>
          <ac:picMkLst>
            <pc:docMk/>
            <pc:sldMk cId="898625174" sldId="362"/>
            <ac:picMk id="6" creationId="{A6B2B02C-C429-4B83-B0E0-C6DA1AA894CA}"/>
          </ac:picMkLst>
        </pc:picChg>
        <pc:picChg chg="del">
          <ac:chgData name="Romain Rachenne" userId="d05ffb5d262588ec" providerId="LiveId" clId="{D11DE92B-2652-46CF-9859-74DC33324D2E}" dt="2021-01-17T12:21:55.919" v="284" actId="478"/>
          <ac:picMkLst>
            <pc:docMk/>
            <pc:sldMk cId="898625174" sldId="362"/>
            <ac:picMk id="7" creationId="{69DC47F3-14AD-45BC-9B22-C9ECBC5DE16A}"/>
          </ac:picMkLst>
        </pc:picChg>
        <pc:picChg chg="add mod">
          <ac:chgData name="Romain Rachenne" userId="d05ffb5d262588ec" providerId="LiveId" clId="{D11DE92B-2652-46CF-9859-74DC33324D2E}" dt="2021-01-17T16:24:48.056" v="1016"/>
          <ac:picMkLst>
            <pc:docMk/>
            <pc:sldMk cId="898625174" sldId="362"/>
            <ac:picMk id="7" creationId="{ACE977AC-CB6C-4629-AAB2-53A9134C40CF}"/>
          </ac:picMkLst>
        </pc:picChg>
        <pc:picChg chg="del">
          <ac:chgData name="Romain Rachenne" userId="d05ffb5d262588ec" providerId="LiveId" clId="{D11DE92B-2652-46CF-9859-74DC33324D2E}" dt="2021-01-17T12:21:56.383" v="285" actId="478"/>
          <ac:picMkLst>
            <pc:docMk/>
            <pc:sldMk cId="898625174" sldId="362"/>
            <ac:picMk id="8" creationId="{D9BDDD9A-9D62-4180-B089-883DA6E3B8A0}"/>
          </ac:picMkLst>
        </pc:picChg>
      </pc:sldChg>
      <pc:sldChg chg="addSp delSp modSp add del mod">
        <pc:chgData name="Romain Rachenne" userId="d05ffb5d262588ec" providerId="LiveId" clId="{D11DE92B-2652-46CF-9859-74DC33324D2E}" dt="2021-01-17T12:35:04.234" v="864" actId="47"/>
        <pc:sldMkLst>
          <pc:docMk/>
          <pc:sldMk cId="978875007" sldId="363"/>
        </pc:sldMkLst>
        <pc:spChg chg="mod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2" creationId="{BB0E1512-F607-44DA-B649-3AF76BBE6027}"/>
          </ac:spMkLst>
        </pc:spChg>
        <pc:spChg chg="add del mod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3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8" creationId="{CECF0FC6-D57B-48B6-9036-F4FFD91A4B34}"/>
          </ac:spMkLst>
        </pc:spChg>
        <pc:spChg chg="del mod">
          <ac:chgData name="Romain Rachenne" userId="d05ffb5d262588ec" providerId="LiveId" clId="{D11DE92B-2652-46CF-9859-74DC33324D2E}" dt="2021-01-17T12:08:44.624" v="50" actId="478"/>
          <ac:spMkLst>
            <pc:docMk/>
            <pc:sldMk cId="978875007" sldId="363"/>
            <ac:spMk id="9" creationId="{6DA665DB-7E00-4DCB-88F2-0C3A39D6593D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10" creationId="{717A211C-5863-4303-AC3D-AEBFDF6D6A4C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12" creationId="{087519CD-2FFF-42E3-BB0C-FEAA828BA5DB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18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19" creationId="{C33BF9DD-8A45-4EEE-B231-0A14D322E5F9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20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22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23" creationId="{D5FBCAC9-BD8B-4F3B-AD74-EF37D4211349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4" creationId="{311973C2-EB8B-452A-A698-4A252FD3AE28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5" creationId="{10162E77-11AD-44A7-84EC-40C59EEFBD2E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8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2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3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4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7" creationId="{990D0034-F768-41E7-85D4-F38C4DE85770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8" creationId="{C4F7E42D-8B5A-4FC8-81CD-9E60171F7FA8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9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41" creationId="{8C04651D-B9F4-4935-A02D-364153FBDF54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43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44" creationId="{9556C5A8-AD7E-4CE7-87BE-9EA3B5E1786F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1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3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5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7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8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9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1" creationId="{F9E80720-23E6-4B89-B77E-04A7689F1BA8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2" creationId="{CD1D3CA1-3EB6-41F3-A419-8424B56BE63A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3" creationId="{4D87F7B2-AA36-4B58-BC2C-1BBA135E8B6B}"/>
          </ac:spMkLst>
        </pc:spChg>
        <pc:graphicFrameChg chg="add del">
          <ac:chgData name="Romain Rachenne" userId="d05ffb5d262588ec" providerId="LiveId" clId="{D11DE92B-2652-46CF-9859-74DC33324D2E}" dt="2021-01-17T12:28:40.881" v="452" actId="26606"/>
          <ac:graphicFrameMkLst>
            <pc:docMk/>
            <pc:sldMk cId="978875007" sldId="363"/>
            <ac:graphicFrameMk id="14" creationId="{2C8AC4FA-14D0-43ED-9BD2-C1781E9C0BFC}"/>
          </ac:graphicFrameMkLst>
        </pc:graphicFrameChg>
        <pc:graphicFrameChg chg="add del">
          <ac:chgData name="Romain Rachenne" userId="d05ffb5d262588ec" providerId="LiveId" clId="{D11DE92B-2652-46CF-9859-74DC33324D2E}" dt="2021-01-17T12:28:43.019" v="456" actId="26606"/>
          <ac:graphicFrameMkLst>
            <pc:docMk/>
            <pc:sldMk cId="978875007" sldId="363"/>
            <ac:graphicFrameMk id="30" creationId="{09B628F8-1C38-409E-9358-62311B0AB6CF}"/>
          </ac:graphicFrameMkLst>
        </pc:graphicFrameChg>
        <pc:graphicFrameChg chg="add del">
          <ac:chgData name="Romain Rachenne" userId="d05ffb5d262588ec" providerId="LiveId" clId="{D11DE92B-2652-46CF-9859-74DC33324D2E}" dt="2021-01-17T12:28:51.205" v="458" actId="26606"/>
          <ac:graphicFrameMkLst>
            <pc:docMk/>
            <pc:sldMk cId="978875007" sldId="363"/>
            <ac:graphicFrameMk id="35" creationId="{DA91ABB2-0FFA-4385-A7DD-89C3B082BE7F}"/>
          </ac:graphicFrameMkLst>
        </pc:graphicFrameChg>
        <pc:graphicFrameChg chg="add mod modGraphic">
          <ac:chgData name="Romain Rachenne" userId="d05ffb5d262588ec" providerId="LiveId" clId="{D11DE92B-2652-46CF-9859-74DC33324D2E}" dt="2021-01-17T12:32:13.913" v="766" actId="20577"/>
          <ac:graphicFrameMkLst>
            <pc:docMk/>
            <pc:sldMk cId="978875007" sldId="363"/>
            <ac:graphicFrameMk id="46" creationId="{3FF73BD3-1181-47B5-9A78-EF5A57E45484}"/>
          </ac:graphicFrameMkLst>
        </pc:graphicFrameChg>
        <pc:picChg chg="add del">
          <ac:chgData name="Romain Rachenne" userId="d05ffb5d262588ec" providerId="LiveId" clId="{D11DE92B-2652-46CF-9859-74DC33324D2E}" dt="2021-01-17T12:28:55.165" v="462" actId="26606"/>
          <ac:picMkLst>
            <pc:docMk/>
            <pc:sldMk cId="978875007" sldId="363"/>
            <ac:picMk id="16" creationId="{41F3B369-7907-48EC-B143-9A377483C899}"/>
          </ac:picMkLst>
        </pc:picChg>
        <pc:picChg chg="add del">
          <ac:chgData name="Romain Rachenne" userId="d05ffb5d262588ec" providerId="LiveId" clId="{D11DE92B-2652-46CF-9859-74DC33324D2E}" dt="2021-01-17T12:28:42.130" v="454" actId="26606"/>
          <ac:picMkLst>
            <pc:docMk/>
            <pc:sldMk cId="978875007" sldId="363"/>
            <ac:picMk id="26" creationId="{3B1B65CF-53AC-4F36-83DF-5D26F2E5AC8F}"/>
          </ac:picMkLst>
        </pc:picChg>
        <pc:picChg chg="add del">
          <ac:chgData name="Romain Rachenne" userId="d05ffb5d262588ec" providerId="LiveId" clId="{D11DE92B-2652-46CF-9859-74DC33324D2E}" dt="2021-01-17T12:28:53.097" v="460" actId="26606"/>
          <ac:picMkLst>
            <pc:docMk/>
            <pc:sldMk cId="978875007" sldId="363"/>
            <ac:picMk id="40" creationId="{BAE03DE8-A9A7-4758-B4CA-400FC0ED059B}"/>
          </ac:picMkLst>
        </pc:picChg>
        <pc:picChg chg="del mod">
          <ac:chgData name="Romain Rachenne" userId="d05ffb5d262588ec" providerId="LiveId" clId="{D11DE92B-2652-46CF-9859-74DC33324D2E}" dt="2021-01-17T12:08:42.672" v="48" actId="478"/>
          <ac:picMkLst>
            <pc:docMk/>
            <pc:sldMk cId="978875007" sldId="363"/>
            <ac:picMk id="1026" creationId="{67641822-9377-4DA0-903E-BEF41EBB59B8}"/>
          </ac:picMkLst>
        </pc:picChg>
        <pc:cxnChg chg="add del">
          <ac:chgData name="Romain Rachenne" userId="d05ffb5d262588ec" providerId="LiveId" clId="{D11DE92B-2652-46CF-9859-74DC33324D2E}" dt="2021-01-17T12:28:55.165" v="462" actId="26606"/>
          <ac:cxnSpMkLst>
            <pc:docMk/>
            <pc:sldMk cId="978875007" sldId="363"/>
            <ac:cxnSpMk id="21" creationId="{9020DCC9-F851-4562-BB20-1AB3C51BFD08}"/>
          </ac:cxnSpMkLst>
        </pc:cxnChg>
        <pc:cxnChg chg="add del">
          <ac:chgData name="Romain Rachenne" userId="d05ffb5d262588ec" providerId="LiveId" clId="{D11DE92B-2652-46CF-9859-74DC33324D2E}" dt="2021-01-17T12:28:42.130" v="454" actId="26606"/>
          <ac:cxnSpMkLst>
            <pc:docMk/>
            <pc:sldMk cId="978875007" sldId="363"/>
            <ac:cxnSpMk id="27" creationId="{5AB158E9-1B40-4CD6-95F0-95CA11DF7B7A}"/>
          </ac:cxnSpMkLst>
        </pc:cxnChg>
      </pc:sldChg>
      <pc:sldChg chg="del">
        <pc:chgData name="Romain Rachenne" userId="d05ffb5d262588ec" providerId="LiveId" clId="{D11DE92B-2652-46CF-9859-74DC33324D2E}" dt="2021-01-17T12:18:36.267" v="217" actId="47"/>
        <pc:sldMkLst>
          <pc:docMk/>
          <pc:sldMk cId="176205819" sldId="364"/>
        </pc:sldMkLst>
      </pc:sldChg>
      <pc:sldChg chg="del">
        <pc:chgData name="Romain Rachenne" userId="d05ffb5d262588ec" providerId="LiveId" clId="{D11DE92B-2652-46CF-9859-74DC33324D2E}" dt="2021-01-17T12:18:37.060" v="219" actId="47"/>
        <pc:sldMkLst>
          <pc:docMk/>
          <pc:sldMk cId="3529238834" sldId="365"/>
        </pc:sldMkLst>
      </pc:sldChg>
      <pc:sldChg chg="del">
        <pc:chgData name="Romain Rachenne" userId="d05ffb5d262588ec" providerId="LiveId" clId="{D11DE92B-2652-46CF-9859-74DC33324D2E}" dt="2021-01-17T12:18:37.524" v="220" actId="47"/>
        <pc:sldMkLst>
          <pc:docMk/>
          <pc:sldMk cId="270520830" sldId="366"/>
        </pc:sldMkLst>
      </pc:sldChg>
      <pc:sldChg chg="del">
        <pc:chgData name="Romain Rachenne" userId="d05ffb5d262588ec" providerId="LiveId" clId="{D11DE92B-2652-46CF-9859-74DC33324D2E}" dt="2021-01-17T12:18:38.189" v="221" actId="47"/>
        <pc:sldMkLst>
          <pc:docMk/>
          <pc:sldMk cId="133846150" sldId="368"/>
        </pc:sldMkLst>
      </pc:sldChg>
      <pc:sldChg chg="del">
        <pc:chgData name="Romain Rachenne" userId="d05ffb5d262588ec" providerId="LiveId" clId="{D11DE92B-2652-46CF-9859-74DC33324D2E}" dt="2021-01-17T12:18:40.620" v="223" actId="47"/>
        <pc:sldMkLst>
          <pc:docMk/>
          <pc:sldMk cId="2926151205" sldId="369"/>
        </pc:sldMkLst>
      </pc:sldChg>
      <pc:sldChg chg="del">
        <pc:chgData name="Romain Rachenne" userId="d05ffb5d262588ec" providerId="LiveId" clId="{D11DE92B-2652-46CF-9859-74DC33324D2E}" dt="2021-01-17T12:18:36.731" v="218" actId="47"/>
        <pc:sldMkLst>
          <pc:docMk/>
          <pc:sldMk cId="127786757" sldId="370"/>
        </pc:sldMkLst>
      </pc:sldChg>
      <pc:sldChg chg="del">
        <pc:chgData name="Romain Rachenne" userId="d05ffb5d262588ec" providerId="LiveId" clId="{D11DE92B-2652-46CF-9859-74DC33324D2E}" dt="2021-01-17T12:18:39.669" v="222" actId="47"/>
        <pc:sldMkLst>
          <pc:docMk/>
          <pc:sldMk cId="2723624683" sldId="373"/>
        </pc:sldMkLst>
      </pc:sldChg>
      <pc:sldChg chg="del">
        <pc:chgData name="Romain Rachenne" userId="d05ffb5d262588ec" providerId="LiveId" clId="{D11DE92B-2652-46CF-9859-74DC33324D2E}" dt="2021-01-17T12:18:45.701" v="226" actId="47"/>
        <pc:sldMkLst>
          <pc:docMk/>
          <pc:sldMk cId="414093608" sldId="374"/>
        </pc:sldMkLst>
      </pc:sldChg>
      <pc:sldChg chg="del">
        <pc:chgData name="Romain Rachenne" userId="d05ffb5d262588ec" providerId="LiveId" clId="{D11DE92B-2652-46CF-9859-74DC33324D2E}" dt="2021-01-17T12:18:41.956" v="224" actId="47"/>
        <pc:sldMkLst>
          <pc:docMk/>
          <pc:sldMk cId="1458452696" sldId="375"/>
        </pc:sldMkLst>
      </pc:sldChg>
      <pc:sldChg chg="del">
        <pc:chgData name="Romain Rachenne" userId="d05ffb5d262588ec" providerId="LiveId" clId="{D11DE92B-2652-46CF-9859-74DC33324D2E}" dt="2021-01-17T12:18:42.821" v="225" actId="47"/>
        <pc:sldMkLst>
          <pc:docMk/>
          <pc:sldMk cId="116491300" sldId="376"/>
        </pc:sldMkLst>
      </pc:sldChg>
      <pc:sldChg chg="del">
        <pc:chgData name="Romain Rachenne" userId="d05ffb5d262588ec" providerId="LiveId" clId="{D11DE92B-2652-46CF-9859-74DC33324D2E}" dt="2021-01-17T12:06:39" v="43" actId="47"/>
        <pc:sldMkLst>
          <pc:docMk/>
          <pc:sldMk cId="416820420" sldId="377"/>
        </pc:sldMkLst>
      </pc:sldChg>
      <pc:sldChg chg="add del ord">
        <pc:chgData name="Romain Rachenne" userId="d05ffb5d262588ec" providerId="LiveId" clId="{D11DE92B-2652-46CF-9859-74DC33324D2E}" dt="2021-01-17T12:36:09.063" v="902" actId="47"/>
        <pc:sldMkLst>
          <pc:docMk/>
          <pc:sldMk cId="3915824240" sldId="377"/>
        </pc:sldMkLst>
      </pc:sldChg>
      <pc:sldChg chg="addSp delSp modSp add mod setBg delDesignElem">
        <pc:chgData name="Romain Rachenne" userId="d05ffb5d262588ec" providerId="LiveId" clId="{D11DE92B-2652-46CF-9859-74DC33324D2E}" dt="2021-01-26T21:40:28.269" v="1188"/>
        <pc:sldMkLst>
          <pc:docMk/>
          <pc:sldMk cId="21370376" sldId="378"/>
        </pc:sldMkLst>
        <pc:spChg chg="mod">
          <ac:chgData name="Romain Rachenne" userId="d05ffb5d262588ec" providerId="LiveId" clId="{D11DE92B-2652-46CF-9859-74DC33324D2E}" dt="2021-01-17T12:17:30.046" v="126" actId="20577"/>
          <ac:spMkLst>
            <pc:docMk/>
            <pc:sldMk cId="21370376" sldId="378"/>
            <ac:spMk id="2" creationId="{BB0E1512-F607-44DA-B649-3AF76BBE6027}"/>
          </ac:spMkLst>
        </pc:spChg>
        <pc:spChg chg="del mod">
          <ac:chgData name="Romain Rachenne" userId="d05ffb5d262588ec" providerId="LiveId" clId="{D11DE92B-2652-46CF-9859-74DC33324D2E}" dt="2021-01-26T20:25:01.060" v="1139" actId="478"/>
          <ac:spMkLst>
            <pc:docMk/>
            <pc:sldMk cId="21370376" sldId="378"/>
            <ac:spMk id="3" creationId="{E48E0D77-80C9-498E-9733-AFEDFBDF8AA5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8" creationId="{CECF0FC6-D57B-48B6-9036-F4FFD91A4B34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10" creationId="{717A211C-5863-4303-AC3D-AEBFDF6D6A4C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12" creationId="{087519CD-2FFF-42E3-BB0C-FEAA828BA5DB}"/>
          </ac:spMkLst>
        </pc:spChg>
        <pc:spChg chg="add mod">
          <ac:chgData name="Romain Rachenne" userId="d05ffb5d262588ec" providerId="LiveId" clId="{D11DE92B-2652-46CF-9859-74DC33324D2E}" dt="2021-01-26T20:28:01.874" v="1174" actId="1076"/>
          <ac:spMkLst>
            <pc:docMk/>
            <pc:sldMk cId="21370376" sldId="378"/>
            <ac:spMk id="13" creationId="{0DBB8DC7-9AE1-4609-97D1-00B8351D9A49}"/>
          </ac:spMkLst>
        </pc:spChg>
        <pc:picChg chg="add del mod">
          <ac:chgData name="Romain Rachenne" userId="d05ffb5d262588ec" providerId="LiveId" clId="{D11DE92B-2652-46CF-9859-74DC33324D2E}" dt="2021-01-26T20:25:08.820" v="1141" actId="478"/>
          <ac:picMkLst>
            <pc:docMk/>
            <pc:sldMk cId="21370376" sldId="378"/>
            <ac:picMk id="4" creationId="{A178B917-F860-4406-8C4B-83F3DA96DC46}"/>
          </ac:picMkLst>
        </pc:picChg>
        <pc:picChg chg="add del mod">
          <ac:chgData name="Romain Rachenne" userId="d05ffb5d262588ec" providerId="LiveId" clId="{D11DE92B-2652-46CF-9859-74DC33324D2E}" dt="2021-01-26T20:25:09.524" v="1142" actId="478"/>
          <ac:picMkLst>
            <pc:docMk/>
            <pc:sldMk cId="21370376" sldId="378"/>
            <ac:picMk id="5" creationId="{5F3AFAB8-321C-44C5-B4AF-E7F8FA55A323}"/>
          </ac:picMkLst>
        </pc:picChg>
        <pc:picChg chg="add del mod">
          <ac:chgData name="Romain Rachenne" userId="d05ffb5d262588ec" providerId="LiveId" clId="{D11DE92B-2652-46CF-9859-74DC33324D2E}" dt="2021-01-26T20:25:10.404" v="1144" actId="478"/>
          <ac:picMkLst>
            <pc:docMk/>
            <pc:sldMk cId="21370376" sldId="378"/>
            <ac:picMk id="6" creationId="{4DA22974-AE38-40A3-B4DB-356EB01531AE}"/>
          </ac:picMkLst>
        </pc:picChg>
        <pc:picChg chg="add mod">
          <ac:chgData name="Romain Rachenne" userId="d05ffb5d262588ec" providerId="LiveId" clId="{D11DE92B-2652-46CF-9859-74DC33324D2E}" dt="2021-01-26T21:40:22.853" v="1186"/>
          <ac:picMkLst>
            <pc:docMk/>
            <pc:sldMk cId="21370376" sldId="378"/>
            <ac:picMk id="7" creationId="{126998D9-E234-4011-B392-C4DF936F6A2E}"/>
          </ac:picMkLst>
        </pc:picChg>
        <pc:picChg chg="add mod">
          <ac:chgData name="Romain Rachenne" userId="d05ffb5d262588ec" providerId="LiveId" clId="{D11DE92B-2652-46CF-9859-74DC33324D2E}" dt="2021-01-26T20:28:04.016" v="1175" actId="1076"/>
          <ac:picMkLst>
            <pc:docMk/>
            <pc:sldMk cId="21370376" sldId="378"/>
            <ac:picMk id="8" creationId="{64B3CB63-93CC-4266-AD3A-47FFD3507C64}"/>
          </ac:picMkLst>
        </pc:picChg>
        <pc:picChg chg="add mod">
          <ac:chgData name="Romain Rachenne" userId="d05ffb5d262588ec" providerId="LiveId" clId="{D11DE92B-2652-46CF-9859-74DC33324D2E}" dt="2021-01-26T21:40:26.292" v="1187"/>
          <ac:picMkLst>
            <pc:docMk/>
            <pc:sldMk cId="21370376" sldId="378"/>
            <ac:picMk id="9" creationId="{FA5D4AAD-287E-45B5-9C73-68AB2F7BA0EF}"/>
          </ac:picMkLst>
        </pc:picChg>
        <pc:picChg chg="add mod modCrop">
          <ac:chgData name="Romain Rachenne" userId="d05ffb5d262588ec" providerId="LiveId" clId="{D11DE92B-2652-46CF-9859-74DC33324D2E}" dt="2021-01-26T20:27:32.831" v="1164" actId="732"/>
          <ac:picMkLst>
            <pc:docMk/>
            <pc:sldMk cId="21370376" sldId="378"/>
            <ac:picMk id="10" creationId="{8BC904A6-4351-48D4-93D9-3E2174158238}"/>
          </ac:picMkLst>
        </pc:picChg>
        <pc:picChg chg="add mod">
          <ac:chgData name="Romain Rachenne" userId="d05ffb5d262588ec" providerId="LiveId" clId="{D11DE92B-2652-46CF-9859-74DC33324D2E}" dt="2021-01-26T21:40:28.269" v="1188"/>
          <ac:picMkLst>
            <pc:docMk/>
            <pc:sldMk cId="21370376" sldId="378"/>
            <ac:picMk id="11" creationId="{DB2DD59E-9EF3-4D38-93EB-3709BAD401EF}"/>
          </ac:picMkLst>
        </pc:picChg>
        <pc:picChg chg="add mod">
          <ac:chgData name="Romain Rachenne" userId="d05ffb5d262588ec" providerId="LiveId" clId="{D11DE92B-2652-46CF-9859-74DC33324D2E}" dt="2021-01-26T20:27:58.930" v="1173" actId="1076"/>
          <ac:picMkLst>
            <pc:docMk/>
            <pc:sldMk cId="21370376" sldId="378"/>
            <ac:picMk id="1026" creationId="{E7E9ED1D-1982-45FC-91AD-971CCC5868C3}"/>
          </ac:picMkLst>
        </pc:picChg>
      </pc:sldChg>
      <pc:sldChg chg="addSp delSp modSp add mod ord">
        <pc:chgData name="Romain Rachenne" userId="d05ffb5d262588ec" providerId="LiveId" clId="{D11DE92B-2652-46CF-9859-74DC33324D2E}" dt="2021-01-17T16:24:36.265" v="1005"/>
        <pc:sldMkLst>
          <pc:docMk/>
          <pc:sldMk cId="3195850267" sldId="379"/>
        </pc:sldMkLst>
        <pc:spChg chg="mod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2" creationId="{382B6C5F-6F5B-48E3-B9BD-48D2C248F8E4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46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48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2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8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3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5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9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73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75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77" creationId="{25C8D2C1-DA83-420D-9635-D52CE066B5DA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78" creationId="{434F74C9-6A0B-409E-AD1C-45B58BE91BB8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0" creationId="{F452A527-3631-41ED-858D-3777A7D1496A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2" creationId="{F85B92BC-678C-4E14-97E6-3227DEF86371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3" creationId="{D2644120-A6B9-4D5C-8A60-E2F4CC220E77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5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6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8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90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91" creationId="{593ACC25-C262-417A-8AA9-0641C772BDB6}"/>
          </ac:spMkLst>
        </pc:spChg>
        <pc:picChg chg="add mod">
          <ac:chgData name="Romain Rachenne" userId="d05ffb5d262588ec" providerId="LiveId" clId="{D11DE92B-2652-46CF-9859-74DC33324D2E}" dt="2021-01-17T12:18:57.529" v="237" actId="26606"/>
          <ac:picMkLst>
            <pc:docMk/>
            <pc:sldMk cId="3195850267" sldId="379"/>
            <ac:picMk id="11" creationId="{A1AB35B6-C38A-4C53-94EB-7E078D95C607}"/>
          </ac:picMkLst>
        </pc:picChg>
        <pc:picChg chg="add mod">
          <ac:chgData name="Romain Rachenne" userId="d05ffb5d262588ec" providerId="LiveId" clId="{D11DE92B-2652-46CF-9859-74DC33324D2E}" dt="2021-01-17T16:24:04.209" v="977"/>
          <ac:picMkLst>
            <pc:docMk/>
            <pc:sldMk cId="3195850267" sldId="379"/>
            <ac:picMk id="12" creationId="{E9965141-5494-4ABA-A672-68466467E9F2}"/>
          </ac:picMkLst>
        </pc:picChg>
        <pc:picChg chg="add mod">
          <ac:chgData name="Romain Rachenne" userId="d05ffb5d262588ec" providerId="LiveId" clId="{D11DE92B-2652-46CF-9859-74DC33324D2E}" dt="2021-01-17T16:24:21.003" v="991"/>
          <ac:picMkLst>
            <pc:docMk/>
            <pc:sldMk cId="3195850267" sldId="379"/>
            <ac:picMk id="13" creationId="{0C8C25B2-9128-4619-BAC3-20B995288AB3}"/>
          </ac:picMkLst>
        </pc:picChg>
        <pc:picChg chg="add mod">
          <ac:chgData name="Romain Rachenne" userId="d05ffb5d262588ec" providerId="LiveId" clId="{D11DE92B-2652-46CF-9859-74DC33324D2E}" dt="2021-01-17T16:24:36.265" v="1005"/>
          <ac:picMkLst>
            <pc:docMk/>
            <pc:sldMk cId="3195850267" sldId="379"/>
            <ac:picMk id="14" creationId="{3433152A-1697-4C77-9BA9-6E804B4F17D8}"/>
          </ac:picMkLst>
        </pc:picChg>
        <pc:picChg chg="del">
          <ac:chgData name="Romain Rachenne" userId="d05ffb5d262588ec" providerId="LiveId" clId="{D11DE92B-2652-46CF-9859-74DC33324D2E}" dt="2021-01-17T12:18:47.679" v="227" actId="478"/>
          <ac:picMkLst>
            <pc:docMk/>
            <pc:sldMk cId="3195850267" sldId="379"/>
            <ac:picMk id="14" creationId="{761A5CFC-768D-4476-A665-0940793E260A}"/>
          </ac:picMkLst>
        </pc:picChg>
        <pc:cxnChg chg="add del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5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54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18:56.495" v="235" actId="26606"/>
          <ac:cxnSpMkLst>
            <pc:docMk/>
            <pc:sldMk cId="3195850267" sldId="379"/>
            <ac:cxnSpMk id="67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18:56.495" v="235" actId="26606"/>
          <ac:cxnSpMkLst>
            <pc:docMk/>
            <pc:sldMk cId="3195850267" sldId="379"/>
            <ac:cxnSpMk id="71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18:57.529" v="237" actId="26606"/>
          <ac:cxnSpMkLst>
            <pc:docMk/>
            <pc:sldMk cId="3195850267" sldId="379"/>
            <ac:cxnSpMk id="79" creationId="{F5486A9D-1265-4B57-91E6-68E666B978BC}"/>
          </ac:cxnSpMkLst>
        </pc:cxnChg>
        <pc:cxnChg chg="add del">
          <ac:chgData name="Romain Rachenne" userId="d05ffb5d262588ec" providerId="LiveId" clId="{D11DE92B-2652-46CF-9859-74DC33324D2E}" dt="2021-01-17T12:18:57.529" v="237" actId="26606"/>
          <ac:cxnSpMkLst>
            <pc:docMk/>
            <pc:sldMk cId="3195850267" sldId="379"/>
            <ac:cxnSpMk id="81" creationId="{D28A9C89-B313-458F-9C85-515930A51A93}"/>
          </ac:cxnSpMkLst>
        </pc:cxnChg>
        <pc:cxnChg chg="add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8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89" creationId="{5C6A2BAE-B461-4B55-8E1F-0722ABDD1393}"/>
          </ac:cxnSpMkLst>
        </pc:cxnChg>
      </pc:sldChg>
      <pc:sldChg chg="addSp delSp modSp add mod ord">
        <pc:chgData name="Romain Rachenne" userId="d05ffb5d262588ec" providerId="LiveId" clId="{D11DE92B-2652-46CF-9859-74DC33324D2E}" dt="2021-01-17T16:24:43.952" v="1012"/>
        <pc:sldMkLst>
          <pc:docMk/>
          <pc:sldMk cId="4057165833" sldId="380"/>
        </pc:sldMkLst>
        <pc:spChg chg="mod or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2" creationId="{382B6C5F-6F5B-48E3-B9BD-48D2C248F8E4}"/>
          </ac:spMkLst>
        </pc:spChg>
        <pc:spChg chg="add del mod">
          <ac:chgData name="Romain Rachenne" userId="d05ffb5d262588ec" providerId="LiveId" clId="{D11DE92B-2652-46CF-9859-74DC33324D2E}" dt="2021-01-17T12:20:30.135" v="242" actId="478"/>
          <ac:spMkLst>
            <pc:docMk/>
            <pc:sldMk cId="4057165833" sldId="380"/>
            <ac:spMk id="3" creationId="{45BB0849-9CE5-42A1-AFA3-89E3593177AD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78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80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84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5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6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8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90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91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35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37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1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5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7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28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29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1" creationId="{5A1B47C8-47A0-4A88-8830-6DEA3B5DE392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2" creationId="{984BBFDD-E720-4805-A9C8-129FBBF6DD70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3" creationId="{5AC4BE46-4A77-42FE-9D15-065CDB2F847C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103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1037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39" creationId="{25C8D2C1-DA83-420D-9635-D52CE066B5DA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40" creationId="{434F74C9-6A0B-409E-AD1C-45B58BE91BB8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42" creationId="{F452A527-3631-41ED-858D-3777A7D1496A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5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6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8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50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51" creationId="{593ACC25-C262-417A-8AA9-0641C772BDB6}"/>
          </ac:spMkLst>
        </pc:spChg>
        <pc:picChg chg="del">
          <ac:chgData name="Romain Rachenne" userId="d05ffb5d262588ec" providerId="LiveId" clId="{D11DE92B-2652-46CF-9859-74DC33324D2E}" dt="2021-01-17T12:20:28.007" v="240" actId="478"/>
          <ac:picMkLst>
            <pc:docMk/>
            <pc:sldMk cId="4057165833" sldId="380"/>
            <ac:picMk id="11" creationId="{A1AB35B6-C38A-4C53-94EB-7E078D95C607}"/>
          </ac:picMkLst>
        </pc:picChg>
        <pc:picChg chg="add mod">
          <ac:chgData name="Romain Rachenne" userId="d05ffb5d262588ec" providerId="LiveId" clId="{D11DE92B-2652-46CF-9859-74DC33324D2E}" dt="2021-01-17T16:24:11.993" v="984"/>
          <ac:picMkLst>
            <pc:docMk/>
            <pc:sldMk cId="4057165833" sldId="380"/>
            <ac:picMk id="11" creationId="{C648BD8A-8576-45D5-8844-6B06FA97FD99}"/>
          </ac:picMkLst>
        </pc:picChg>
        <pc:picChg chg="add mod">
          <ac:chgData name="Romain Rachenne" userId="d05ffb5d262588ec" providerId="LiveId" clId="{D11DE92B-2652-46CF-9859-74DC33324D2E}" dt="2021-01-17T16:24:26.472" v="998"/>
          <ac:picMkLst>
            <pc:docMk/>
            <pc:sldMk cId="4057165833" sldId="380"/>
            <ac:picMk id="12" creationId="{F832B8B6-320C-43EF-BEAB-663E4DE66247}"/>
          </ac:picMkLst>
        </pc:picChg>
        <pc:picChg chg="add mod">
          <ac:chgData name="Romain Rachenne" userId="d05ffb5d262588ec" providerId="LiveId" clId="{D11DE92B-2652-46CF-9859-74DC33324D2E}" dt="2021-01-17T16:24:43.952" v="1012"/>
          <ac:picMkLst>
            <pc:docMk/>
            <pc:sldMk cId="4057165833" sldId="380"/>
            <ac:picMk id="13" creationId="{E34418F9-A673-4AEE-8C59-2B1141BC5387}"/>
          </ac:picMkLst>
        </pc:picChg>
        <pc:picChg chg="add mod ord">
          <ac:chgData name="Romain Rachenne" userId="d05ffb5d262588ec" providerId="LiveId" clId="{D11DE92B-2652-46CF-9859-74DC33324D2E}" dt="2021-01-17T12:20:50.881" v="273" actId="26606"/>
          <ac:picMkLst>
            <pc:docMk/>
            <pc:sldMk cId="4057165833" sldId="380"/>
            <ac:picMk id="1026" creationId="{D24EF9EA-2797-4F75-809F-4417350C1906}"/>
          </ac:picMkLst>
        </pc:picChg>
        <pc:cxnChg chg="add del">
          <ac:chgData name="Romain Rachenne" userId="d05ffb5d262588ec" providerId="LiveId" clId="{D11DE92B-2652-46CF-9859-74DC33324D2E}" dt="2021-01-17T12:20:49.226" v="270" actId="26606"/>
          <ac:cxnSpMkLst>
            <pc:docMk/>
            <pc:sldMk cId="4057165833" sldId="380"/>
            <ac:cxnSpMk id="82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62" v="268" actId="26606"/>
          <ac:cxnSpMkLst>
            <pc:docMk/>
            <pc:sldMk cId="4057165833" sldId="380"/>
            <ac:cxnSpMk id="87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62" v="268" actId="26606"/>
          <ac:cxnSpMkLst>
            <pc:docMk/>
            <pc:sldMk cId="4057165833" sldId="380"/>
            <ac:cxnSpMk id="89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41.455" v="267" actId="26606"/>
          <ac:cxnSpMkLst>
            <pc:docMk/>
            <pc:sldMk cId="4057165833" sldId="380"/>
            <ac:cxnSpMk id="139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55" v="267" actId="26606"/>
          <ac:cxnSpMkLst>
            <pc:docMk/>
            <pc:sldMk cId="4057165833" sldId="380"/>
            <ac:cxnSpMk id="143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3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9.226" v="270" actId="26606"/>
          <ac:cxnSpMkLst>
            <pc:docMk/>
            <pc:sldMk cId="4057165833" sldId="380"/>
            <ac:cxnSpMk id="1035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50.873" v="272" actId="26606"/>
          <ac:cxnSpMkLst>
            <pc:docMk/>
            <pc:sldMk cId="4057165833" sldId="380"/>
            <ac:cxnSpMk id="1041" creationId="{F5486A9D-1265-4B57-91E6-68E666B978BC}"/>
          </ac:cxnSpMkLst>
        </pc:cxnChg>
        <pc:cxnChg chg="add del">
          <ac:chgData name="Romain Rachenne" userId="d05ffb5d262588ec" providerId="LiveId" clId="{D11DE92B-2652-46CF-9859-74DC33324D2E}" dt="2021-01-17T12:20:50.873" v="272" actId="26606"/>
          <ac:cxnSpMkLst>
            <pc:docMk/>
            <pc:sldMk cId="4057165833" sldId="380"/>
            <ac:cxnSpMk id="1043" creationId="{D28A9C89-B313-458F-9C85-515930A51A93}"/>
          </ac:cxnSpMkLst>
        </pc:cxnChg>
        <pc:cxnChg chg="add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4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49" creationId="{5C6A2BAE-B461-4B55-8E1F-0722ABDD1393}"/>
          </ac:cxnSpMkLst>
        </pc:cxnChg>
      </pc:sldChg>
      <pc:sldChg chg="addSp delSp modSp add mod ord">
        <pc:chgData name="Romain Rachenne" userId="d05ffb5d262588ec" providerId="LiveId" clId="{D11DE92B-2652-46CF-9859-74DC33324D2E}" dt="2021-01-17T16:24:45.520" v="1013"/>
        <pc:sldMkLst>
          <pc:docMk/>
          <pc:sldMk cId="2086493958" sldId="381"/>
        </pc:sldMkLst>
        <pc:picChg chg="add mod">
          <ac:chgData name="Romain Rachenne" userId="d05ffb5d262588ec" providerId="LiveId" clId="{D11DE92B-2652-46CF-9859-74DC33324D2E}" dt="2021-01-17T16:24:13.129" v="985"/>
          <ac:picMkLst>
            <pc:docMk/>
            <pc:sldMk cId="2086493958" sldId="381"/>
            <ac:picMk id="4" creationId="{7FFE7619-B484-4C24-865E-F60EE9FA84B9}"/>
          </ac:picMkLst>
        </pc:picChg>
        <pc:picChg chg="del">
          <ac:chgData name="Romain Rachenne" userId="d05ffb5d262588ec" providerId="LiveId" clId="{D11DE92B-2652-46CF-9859-74DC33324D2E}" dt="2021-01-17T12:21:47.046" v="278" actId="478"/>
          <ac:picMkLst>
            <pc:docMk/>
            <pc:sldMk cId="2086493958" sldId="381"/>
            <ac:picMk id="4" creationId="{F441E0B0-4E3E-484F-9C16-792C4C11DBB3}"/>
          </ac:picMkLst>
        </pc:picChg>
        <pc:picChg chg="add mod">
          <ac:chgData name="Romain Rachenne" userId="d05ffb5d262588ec" providerId="LiveId" clId="{D11DE92B-2652-46CF-9859-74DC33324D2E}" dt="2021-01-17T12:22:09.381" v="287" actId="1076"/>
          <ac:picMkLst>
            <pc:docMk/>
            <pc:sldMk cId="2086493958" sldId="381"/>
            <ac:picMk id="5" creationId="{02396E07-F5D5-4676-BF12-B988C225459F}"/>
          </ac:picMkLst>
        </pc:picChg>
        <pc:picChg chg="del">
          <ac:chgData name="Romain Rachenne" userId="d05ffb5d262588ec" providerId="LiveId" clId="{D11DE92B-2652-46CF-9859-74DC33324D2E}" dt="2021-01-17T12:21:50.567" v="280" actId="478"/>
          <ac:picMkLst>
            <pc:docMk/>
            <pc:sldMk cId="2086493958" sldId="381"/>
            <ac:picMk id="6" creationId="{A6B2B02C-C429-4B83-B0E0-C6DA1AA894CA}"/>
          </ac:picMkLst>
        </pc:picChg>
        <pc:picChg chg="add mod">
          <ac:chgData name="Romain Rachenne" userId="d05ffb5d262588ec" providerId="LiveId" clId="{D11DE92B-2652-46CF-9859-74DC33324D2E}" dt="2021-01-17T16:24:27.120" v="999"/>
          <ac:picMkLst>
            <pc:docMk/>
            <pc:sldMk cId="2086493958" sldId="381"/>
            <ac:picMk id="6" creationId="{D16B29DF-28AD-47C1-9169-8061BEBCF5DF}"/>
          </ac:picMkLst>
        </pc:picChg>
        <pc:picChg chg="del">
          <ac:chgData name="Romain Rachenne" userId="d05ffb5d262588ec" providerId="LiveId" clId="{D11DE92B-2652-46CF-9859-74DC33324D2E}" dt="2021-01-17T12:21:52.503" v="281" actId="478"/>
          <ac:picMkLst>
            <pc:docMk/>
            <pc:sldMk cId="2086493958" sldId="381"/>
            <ac:picMk id="7" creationId="{69DC47F3-14AD-45BC-9B22-C9ECBC5DE16A}"/>
          </ac:picMkLst>
        </pc:picChg>
        <pc:picChg chg="add mod">
          <ac:chgData name="Romain Rachenne" userId="d05ffb5d262588ec" providerId="LiveId" clId="{D11DE92B-2652-46CF-9859-74DC33324D2E}" dt="2021-01-17T16:24:45.520" v="1013"/>
          <ac:picMkLst>
            <pc:docMk/>
            <pc:sldMk cId="2086493958" sldId="381"/>
            <ac:picMk id="7" creationId="{80E99523-AD84-4707-9046-4699A960B8C6}"/>
          </ac:picMkLst>
        </pc:picChg>
        <pc:picChg chg="del">
          <ac:chgData name="Romain Rachenne" userId="d05ffb5d262588ec" providerId="LiveId" clId="{D11DE92B-2652-46CF-9859-74DC33324D2E}" dt="2021-01-17T12:21:53.014" v="282" actId="478"/>
          <ac:picMkLst>
            <pc:docMk/>
            <pc:sldMk cId="2086493958" sldId="381"/>
            <ac:picMk id="8" creationId="{D9BDDD9A-9D62-4180-B089-883DA6E3B8A0}"/>
          </ac:picMkLst>
        </pc:picChg>
      </pc:sldChg>
      <pc:sldChg chg="addSp delSp modSp add mod ord">
        <pc:chgData name="Romain Rachenne" userId="d05ffb5d262588ec" providerId="LiveId" clId="{D11DE92B-2652-46CF-9859-74DC33324D2E}" dt="2021-01-17T16:24:37.968" v="1007"/>
        <pc:sldMkLst>
          <pc:docMk/>
          <pc:sldMk cId="1268697176" sldId="382"/>
        </pc:sldMkLst>
        <pc:spChg chg="mod">
          <ac:chgData name="Romain Rachenne" userId="d05ffb5d262588ec" providerId="LiveId" clId="{D11DE92B-2652-46CF-9859-74DC33324D2E}" dt="2021-01-17T12:22:28.015" v="313" actId="20577"/>
          <ac:spMkLst>
            <pc:docMk/>
            <pc:sldMk cId="1268697176" sldId="382"/>
            <ac:spMk id="2" creationId="{7645AE51-41D4-4C77-BFAA-6D691F990D7A}"/>
          </ac:spMkLst>
        </pc:spChg>
        <pc:picChg chg="add mod">
          <ac:chgData name="Romain Rachenne" userId="d05ffb5d262588ec" providerId="LiveId" clId="{D11DE92B-2652-46CF-9859-74DC33324D2E}" dt="2021-01-17T12:23:11.113" v="317" actId="1076"/>
          <ac:picMkLst>
            <pc:docMk/>
            <pc:sldMk cId="1268697176" sldId="382"/>
            <ac:picMk id="4" creationId="{1266386F-F129-4793-85B8-EA200D71DD30}"/>
          </ac:picMkLst>
        </pc:picChg>
        <pc:picChg chg="del">
          <ac:chgData name="Romain Rachenne" userId="d05ffb5d262588ec" providerId="LiveId" clId="{D11DE92B-2652-46CF-9859-74DC33324D2E}" dt="2021-01-17T12:23:02.855" v="314" actId="478"/>
          <ac:picMkLst>
            <pc:docMk/>
            <pc:sldMk cId="1268697176" sldId="382"/>
            <ac:picMk id="5" creationId="{02396E07-F5D5-4676-BF12-B988C225459F}"/>
          </ac:picMkLst>
        </pc:picChg>
        <pc:picChg chg="add mod">
          <ac:chgData name="Romain Rachenne" userId="d05ffb5d262588ec" providerId="LiveId" clId="{D11DE92B-2652-46CF-9859-74DC33324D2E}" dt="2021-01-17T16:24:06.129" v="979"/>
          <ac:picMkLst>
            <pc:docMk/>
            <pc:sldMk cId="1268697176" sldId="382"/>
            <ac:picMk id="5" creationId="{93C4EB7C-4DA1-47DA-A426-98F21544E18F}"/>
          </ac:picMkLst>
        </pc:picChg>
        <pc:picChg chg="add mod">
          <ac:chgData name="Romain Rachenne" userId="d05ffb5d262588ec" providerId="LiveId" clId="{D11DE92B-2652-46CF-9859-74DC33324D2E}" dt="2021-01-17T16:24:22.618" v="993"/>
          <ac:picMkLst>
            <pc:docMk/>
            <pc:sldMk cId="1268697176" sldId="382"/>
            <ac:picMk id="6" creationId="{955430B9-1CB3-4574-B752-19BCF46752F4}"/>
          </ac:picMkLst>
        </pc:picChg>
        <pc:picChg chg="add mod">
          <ac:chgData name="Romain Rachenne" userId="d05ffb5d262588ec" providerId="LiveId" clId="{D11DE92B-2652-46CF-9859-74DC33324D2E}" dt="2021-01-17T16:24:37.968" v="1007"/>
          <ac:picMkLst>
            <pc:docMk/>
            <pc:sldMk cId="1268697176" sldId="382"/>
            <ac:picMk id="7" creationId="{09AB762E-FD97-410A-B570-F7C38C68C1D8}"/>
          </ac:picMkLst>
        </pc:picChg>
      </pc:sldChg>
      <pc:sldChg chg="addSp delSp modSp new mod ord">
        <pc:chgData name="Romain Rachenne" userId="d05ffb5d262588ec" providerId="LiveId" clId="{D11DE92B-2652-46CF-9859-74DC33324D2E}" dt="2021-01-17T16:24:38.857" v="1008"/>
        <pc:sldMkLst>
          <pc:docMk/>
          <pc:sldMk cId="4066209132" sldId="383"/>
        </pc:sldMkLst>
        <pc:spChg chg="mod">
          <ac:chgData name="Romain Rachenne" userId="d05ffb5d262588ec" providerId="LiveId" clId="{D11DE92B-2652-46CF-9859-74DC33324D2E}" dt="2021-01-17T12:25:00.603" v="324"/>
          <ac:spMkLst>
            <pc:docMk/>
            <pc:sldMk cId="4066209132" sldId="383"/>
            <ac:spMk id="2" creationId="{E17A7D9B-ECEE-4938-B487-7AF61E61021F}"/>
          </ac:spMkLst>
        </pc:spChg>
        <pc:spChg chg="del">
          <ac:chgData name="Romain Rachenne" userId="d05ffb5d262588ec" providerId="LiveId" clId="{D11DE92B-2652-46CF-9859-74DC33324D2E}" dt="2021-01-17T12:23:51.199" v="318" actId="478"/>
          <ac:spMkLst>
            <pc:docMk/>
            <pc:sldMk cId="4066209132" sldId="383"/>
            <ac:spMk id="3" creationId="{5EE22B93-829C-450A-A609-77EDF34D8DC8}"/>
          </ac:spMkLst>
        </pc:spChg>
        <pc:picChg chg="add mod">
          <ac:chgData name="Romain Rachenne" userId="d05ffb5d262588ec" providerId="LiveId" clId="{D11DE92B-2652-46CF-9859-74DC33324D2E}" dt="2021-01-17T16:24:06.977" v="980"/>
          <ac:picMkLst>
            <pc:docMk/>
            <pc:sldMk cId="4066209132" sldId="383"/>
            <ac:picMk id="4" creationId="{F97C41E6-FA5F-4D3E-B2C9-37B4966DFA30}"/>
          </ac:picMkLst>
        </pc:picChg>
        <pc:picChg chg="add mod">
          <ac:chgData name="Romain Rachenne" userId="d05ffb5d262588ec" providerId="LiveId" clId="{D11DE92B-2652-46CF-9859-74DC33324D2E}" dt="2021-01-17T12:23:59.807" v="323" actId="1076"/>
          <ac:picMkLst>
            <pc:docMk/>
            <pc:sldMk cId="4066209132" sldId="383"/>
            <ac:picMk id="5" creationId="{6A63E36A-E3A4-4246-B419-CA3DC1D2BC69}"/>
          </ac:picMkLst>
        </pc:picChg>
        <pc:picChg chg="add mod">
          <ac:chgData name="Romain Rachenne" userId="d05ffb5d262588ec" providerId="LiveId" clId="{D11DE92B-2652-46CF-9859-74DC33324D2E}" dt="2021-01-17T16:24:23.259" v="994"/>
          <ac:picMkLst>
            <pc:docMk/>
            <pc:sldMk cId="4066209132" sldId="383"/>
            <ac:picMk id="6" creationId="{B5A743AD-E18B-4F1D-9B1E-CA96F26FCE86}"/>
          </ac:picMkLst>
        </pc:picChg>
        <pc:picChg chg="add mod">
          <ac:chgData name="Romain Rachenne" userId="d05ffb5d262588ec" providerId="LiveId" clId="{D11DE92B-2652-46CF-9859-74DC33324D2E}" dt="2021-01-17T16:24:38.857" v="1008"/>
          <ac:picMkLst>
            <pc:docMk/>
            <pc:sldMk cId="4066209132" sldId="383"/>
            <ac:picMk id="7" creationId="{7872F24E-965D-424F-AB0A-C8D98C440F76}"/>
          </ac:picMkLst>
        </pc:picChg>
      </pc:sldChg>
      <pc:sldChg chg="addSp delSp modSp new mod ord">
        <pc:chgData name="Romain Rachenne" userId="d05ffb5d262588ec" providerId="LiveId" clId="{D11DE92B-2652-46CF-9859-74DC33324D2E}" dt="2021-01-26T20:59:11.547" v="1185" actId="13926"/>
        <pc:sldMkLst>
          <pc:docMk/>
          <pc:sldMk cId="2761114740" sldId="384"/>
        </pc:sldMkLst>
        <pc:spChg chg="mod">
          <ac:chgData name="Romain Rachenne" userId="d05ffb5d262588ec" providerId="LiveId" clId="{D11DE92B-2652-46CF-9859-74DC33324D2E}" dt="2021-01-17T12:26:49.856" v="411" actId="20577"/>
          <ac:spMkLst>
            <pc:docMk/>
            <pc:sldMk cId="2761114740" sldId="384"/>
            <ac:spMk id="2" creationId="{5D6DE6AB-6534-4B1D-A496-A4C9E5FF37CE}"/>
          </ac:spMkLst>
        </pc:spChg>
        <pc:spChg chg="mod">
          <ac:chgData name="Romain Rachenne" userId="d05ffb5d262588ec" providerId="LiveId" clId="{D11DE92B-2652-46CF-9859-74DC33324D2E}" dt="2021-01-26T20:59:11.547" v="1185" actId="13926"/>
          <ac:spMkLst>
            <pc:docMk/>
            <pc:sldMk cId="2761114740" sldId="384"/>
            <ac:spMk id="3" creationId="{C343B00E-E95E-4F66-8D42-49BE4012F3B2}"/>
          </ac:spMkLst>
        </pc:spChg>
        <pc:picChg chg="add del mod">
          <ac:chgData name="Romain Rachenne" userId="d05ffb5d262588ec" providerId="LiveId" clId="{D11DE92B-2652-46CF-9859-74DC33324D2E}" dt="2021-01-26T20:57:41.786" v="1179" actId="478"/>
          <ac:picMkLst>
            <pc:docMk/>
            <pc:sldMk cId="2761114740" sldId="384"/>
            <ac:picMk id="5" creationId="{0633B5AA-6DE1-477B-9993-4D0DF6D38D56}"/>
          </ac:picMkLst>
        </pc:picChg>
        <pc:picChg chg="add mod">
          <ac:chgData name="Romain Rachenne" userId="d05ffb5d262588ec" providerId="LiveId" clId="{D11DE92B-2652-46CF-9859-74DC33324D2E}" dt="2021-01-17T16:24:09.409" v="982"/>
          <ac:picMkLst>
            <pc:docMk/>
            <pc:sldMk cId="2761114740" sldId="384"/>
            <ac:picMk id="6" creationId="{B9DE5860-ED48-4C4F-A4CF-A3EC1AEE3A3A}"/>
          </ac:picMkLst>
        </pc:picChg>
        <pc:picChg chg="add del mod">
          <ac:chgData name="Romain Rachenne" userId="d05ffb5d262588ec" providerId="LiveId" clId="{D11DE92B-2652-46CF-9859-74DC33324D2E}" dt="2021-01-26T20:57:41.395" v="1178" actId="478"/>
          <ac:picMkLst>
            <pc:docMk/>
            <pc:sldMk cId="2761114740" sldId="384"/>
            <ac:picMk id="7" creationId="{3109D463-8D49-4436-84E8-779FD3767597}"/>
          </ac:picMkLst>
        </pc:picChg>
        <pc:picChg chg="add mod">
          <ac:chgData name="Romain Rachenne" userId="d05ffb5d262588ec" providerId="LiveId" clId="{D11DE92B-2652-46CF-9859-74DC33324D2E}" dt="2021-01-17T16:24:24.552" v="996"/>
          <ac:picMkLst>
            <pc:docMk/>
            <pc:sldMk cId="2761114740" sldId="384"/>
            <ac:picMk id="8" creationId="{65AD12F5-1D0C-4250-B62E-90162FFF0573}"/>
          </ac:picMkLst>
        </pc:picChg>
        <pc:picChg chg="add mod">
          <ac:chgData name="Romain Rachenne" userId="d05ffb5d262588ec" providerId="LiveId" clId="{D11DE92B-2652-46CF-9859-74DC33324D2E}" dt="2021-01-17T16:24:41.489" v="1010"/>
          <ac:picMkLst>
            <pc:docMk/>
            <pc:sldMk cId="2761114740" sldId="384"/>
            <ac:picMk id="9" creationId="{5AB018B8-5055-4B34-A775-6FC4838C0DC2}"/>
          </ac:picMkLst>
        </pc:picChg>
        <pc:picChg chg="add mod">
          <ac:chgData name="Romain Rachenne" userId="d05ffb5d262588ec" providerId="LiveId" clId="{D11DE92B-2652-46CF-9859-74DC33324D2E}" dt="2021-01-26T20:58:29.152" v="1182" actId="1076"/>
          <ac:picMkLst>
            <pc:docMk/>
            <pc:sldMk cId="2761114740" sldId="384"/>
            <ac:picMk id="10" creationId="{2FD2C0DE-2027-4526-B2BD-9E26D0306CD6}"/>
          </ac:picMkLst>
        </pc:picChg>
        <pc:picChg chg="add mod">
          <ac:chgData name="Romain Rachenne" userId="d05ffb5d262588ec" providerId="LiveId" clId="{D11DE92B-2652-46CF-9859-74DC33324D2E}" dt="2021-01-26T20:59:05.834" v="1184" actId="1076"/>
          <ac:picMkLst>
            <pc:docMk/>
            <pc:sldMk cId="2761114740" sldId="384"/>
            <ac:picMk id="12" creationId="{022208D5-4484-4E3B-BA01-872150D033DC}"/>
          </ac:picMkLst>
        </pc:picChg>
      </pc:sldChg>
      <pc:sldChg chg="modSp add del mod ord">
        <pc:chgData name="Romain Rachenne" userId="d05ffb5d262588ec" providerId="LiveId" clId="{D11DE92B-2652-46CF-9859-74DC33324D2E}" dt="2021-01-17T12:35:25.503" v="871" actId="47"/>
        <pc:sldMkLst>
          <pc:docMk/>
          <pc:sldMk cId="1479114507" sldId="385"/>
        </pc:sldMkLst>
        <pc:spChg chg="mod">
          <ac:chgData name="Romain Rachenne" userId="d05ffb5d262588ec" providerId="LiveId" clId="{D11DE92B-2652-46CF-9859-74DC33324D2E}" dt="2021-01-17T12:27:02.192" v="416" actId="20577"/>
          <ac:spMkLst>
            <pc:docMk/>
            <pc:sldMk cId="1479114507" sldId="385"/>
            <ac:spMk id="2" creationId="{BB0E1512-F607-44DA-B649-3AF76BBE6027}"/>
          </ac:spMkLst>
        </pc:spChg>
        <pc:spChg chg="mod">
          <ac:chgData name="Romain Rachenne" userId="d05ffb5d262588ec" providerId="LiveId" clId="{D11DE92B-2652-46CF-9859-74DC33324D2E}" dt="2021-01-17T12:30:36.785" v="707" actId="20577"/>
          <ac:spMkLst>
            <pc:docMk/>
            <pc:sldMk cId="1479114507" sldId="385"/>
            <ac:spMk id="3" creationId="{E48E0D77-80C9-498E-9733-AFEDFBDF8AA5}"/>
          </ac:spMkLst>
        </pc:spChg>
      </pc:sldChg>
      <pc:sldChg chg="addSp delSp modSp add mod ord">
        <pc:chgData name="Romain Rachenne" userId="d05ffb5d262588ec" providerId="LiveId" clId="{D11DE92B-2652-46CF-9859-74DC33324D2E}" dt="2021-01-26T20:23:26.544" v="1135" actId="1076"/>
        <pc:sldMkLst>
          <pc:docMk/>
          <pc:sldMk cId="3092180924" sldId="386"/>
        </pc:sldMkLst>
        <pc:spChg chg="mod">
          <ac:chgData name="Romain Rachenne" userId="d05ffb5d262588ec" providerId="LiveId" clId="{D11DE92B-2652-46CF-9859-74DC33324D2E}" dt="2021-01-17T12:36:04.866" v="901" actId="20577"/>
          <ac:spMkLst>
            <pc:docMk/>
            <pc:sldMk cId="3092180924" sldId="386"/>
            <ac:spMk id="2" creationId="{BB0E1512-F607-44DA-B649-3AF76BBE6027}"/>
          </ac:spMkLst>
        </pc:spChg>
        <pc:spChg chg="add del">
          <ac:chgData name="Romain Rachenne" userId="d05ffb5d262588ec" providerId="LiveId" clId="{D11DE92B-2652-46CF-9859-74DC33324D2E}" dt="2021-01-26T20:21:35.007" v="1093" actId="22"/>
          <ac:spMkLst>
            <pc:docMk/>
            <pc:sldMk cId="3092180924" sldId="386"/>
            <ac:spMk id="8" creationId="{A479C441-4A92-4599-8757-40ED27319677}"/>
          </ac:spMkLst>
        </pc:spChg>
        <pc:graphicFrameChg chg="mod modGraphic">
          <ac:chgData name="Romain Rachenne" userId="d05ffb5d262588ec" providerId="LiveId" clId="{D11DE92B-2652-46CF-9859-74DC33324D2E}" dt="2021-01-26T20:23:08.833" v="1131" actId="403"/>
          <ac:graphicFrameMkLst>
            <pc:docMk/>
            <pc:sldMk cId="3092180924" sldId="386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6.689" v="989"/>
          <ac:picMkLst>
            <pc:docMk/>
            <pc:sldMk cId="3092180924" sldId="386"/>
            <ac:picMk id="4" creationId="{77489DC0-476A-4447-885A-61F71FB3C072}"/>
          </ac:picMkLst>
        </pc:picChg>
        <pc:picChg chg="add mod">
          <ac:chgData name="Romain Rachenne" userId="d05ffb5d262588ec" providerId="LiveId" clId="{D11DE92B-2652-46CF-9859-74DC33324D2E}" dt="2021-01-17T16:24:31.121" v="1003"/>
          <ac:picMkLst>
            <pc:docMk/>
            <pc:sldMk cId="3092180924" sldId="386"/>
            <ac:picMk id="5" creationId="{8E405451-B54D-49D2-BFB0-BF0F088650E7}"/>
          </ac:picMkLst>
        </pc:picChg>
        <pc:picChg chg="add mod">
          <ac:chgData name="Romain Rachenne" userId="d05ffb5d262588ec" providerId="LiveId" clId="{D11DE92B-2652-46CF-9859-74DC33324D2E}" dt="2021-01-17T16:24:48.857" v="1017"/>
          <ac:picMkLst>
            <pc:docMk/>
            <pc:sldMk cId="3092180924" sldId="386"/>
            <ac:picMk id="6" creationId="{D0DD6BD0-8716-45D8-8028-CD3B520FA26B}"/>
          </ac:picMkLst>
        </pc:picChg>
        <pc:picChg chg="add mod">
          <ac:chgData name="Romain Rachenne" userId="d05ffb5d262588ec" providerId="LiveId" clId="{D11DE92B-2652-46CF-9859-74DC33324D2E}" dt="2021-01-26T20:23:20.439" v="1134" actId="1076"/>
          <ac:picMkLst>
            <pc:docMk/>
            <pc:sldMk cId="3092180924" sldId="386"/>
            <ac:picMk id="9" creationId="{BC248736-8DE2-42CC-B5EB-5BC406FF092B}"/>
          </ac:picMkLst>
        </pc:picChg>
        <pc:picChg chg="add del mod">
          <ac:chgData name="Romain Rachenne" userId="d05ffb5d262588ec" providerId="LiveId" clId="{D11DE92B-2652-46CF-9859-74DC33324D2E}" dt="2021-01-26T20:22:16.227" v="1111" actId="478"/>
          <ac:picMkLst>
            <pc:docMk/>
            <pc:sldMk cId="3092180924" sldId="386"/>
            <ac:picMk id="10" creationId="{1F55D057-B470-42A7-AFB6-1E5938E0457F}"/>
          </ac:picMkLst>
        </pc:picChg>
        <pc:picChg chg="add mod">
          <ac:chgData name="Romain Rachenne" userId="d05ffb5d262588ec" providerId="LiveId" clId="{D11DE92B-2652-46CF-9859-74DC33324D2E}" dt="2021-01-26T20:23:16.707" v="1133" actId="1076"/>
          <ac:picMkLst>
            <pc:docMk/>
            <pc:sldMk cId="3092180924" sldId="386"/>
            <ac:picMk id="11" creationId="{370C851E-AD00-4998-AA01-83DC85DF9A61}"/>
          </ac:picMkLst>
        </pc:picChg>
        <pc:picChg chg="add mod">
          <ac:chgData name="Romain Rachenne" userId="d05ffb5d262588ec" providerId="LiveId" clId="{D11DE92B-2652-46CF-9859-74DC33324D2E}" dt="2021-01-26T20:23:26.544" v="1135" actId="1076"/>
          <ac:picMkLst>
            <pc:docMk/>
            <pc:sldMk cId="3092180924" sldId="386"/>
            <ac:picMk id="12" creationId="{1ABA26CE-2B0B-4C2F-B9DF-1786DFA69187}"/>
          </ac:picMkLst>
        </pc:picChg>
      </pc:sldChg>
      <pc:sldChg chg="addSp modSp add del mod ord">
        <pc:chgData name="Romain Rachenne" userId="d05ffb5d262588ec" providerId="LiveId" clId="{D11DE92B-2652-46CF-9859-74DC33324D2E}" dt="2021-01-26T20:20:05.021" v="1068" actId="404"/>
        <pc:sldMkLst>
          <pc:docMk/>
          <pc:sldMk cId="2116068855" sldId="387"/>
        </pc:sldMkLst>
        <pc:spChg chg="mod">
          <ac:chgData name="Romain Rachenne" userId="d05ffb5d262588ec" providerId="LiveId" clId="{D11DE92B-2652-46CF-9859-74DC33324D2E}" dt="2021-01-17T12:35:27.978" v="873" actId="20577"/>
          <ac:spMkLst>
            <pc:docMk/>
            <pc:sldMk cId="2116068855" sldId="387"/>
            <ac:spMk id="2" creationId="{BB0E1512-F607-44DA-B649-3AF76BBE6027}"/>
          </ac:spMkLst>
        </pc:spChg>
        <pc:graphicFrameChg chg="mod modGraphic">
          <ac:chgData name="Romain Rachenne" userId="d05ffb5d262588ec" providerId="LiveId" clId="{D11DE92B-2652-46CF-9859-74DC33324D2E}" dt="2021-01-26T20:20:05.021" v="1068" actId="404"/>
          <ac:graphicFrameMkLst>
            <pc:docMk/>
            <pc:sldMk cId="2116068855" sldId="387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1.152" v="983"/>
          <ac:picMkLst>
            <pc:docMk/>
            <pc:sldMk cId="2116068855" sldId="387"/>
            <ac:picMk id="4" creationId="{6C73A2D3-4A82-4552-A0DE-BB1D681F1154}"/>
          </ac:picMkLst>
        </pc:picChg>
        <pc:picChg chg="add mod">
          <ac:chgData name="Romain Rachenne" userId="d05ffb5d262588ec" providerId="LiveId" clId="{D11DE92B-2652-46CF-9859-74DC33324D2E}" dt="2021-01-17T16:24:25.353" v="997"/>
          <ac:picMkLst>
            <pc:docMk/>
            <pc:sldMk cId="2116068855" sldId="387"/>
            <ac:picMk id="5" creationId="{3FD96DC9-5780-4948-9BF6-C1E78886F7E1}"/>
          </ac:picMkLst>
        </pc:picChg>
        <pc:picChg chg="add mod">
          <ac:chgData name="Romain Rachenne" userId="d05ffb5d262588ec" providerId="LiveId" clId="{D11DE92B-2652-46CF-9859-74DC33324D2E}" dt="2021-01-17T16:24:42.792" v="1011"/>
          <ac:picMkLst>
            <pc:docMk/>
            <pc:sldMk cId="2116068855" sldId="387"/>
            <ac:picMk id="6" creationId="{4ED53AA2-E6C2-4608-8D07-C6BAF935D491}"/>
          </ac:picMkLst>
        </pc:picChg>
        <pc:picChg chg="add mod">
          <ac:chgData name="Romain Rachenne" userId="d05ffb5d262588ec" providerId="LiveId" clId="{D11DE92B-2652-46CF-9859-74DC33324D2E}" dt="2021-01-26T20:19:29.271" v="1053" actId="1076"/>
          <ac:picMkLst>
            <pc:docMk/>
            <pc:sldMk cId="2116068855" sldId="387"/>
            <ac:picMk id="7" creationId="{BC365832-4AB3-417C-9C86-65DF4EE78506}"/>
          </ac:picMkLst>
        </pc:picChg>
        <pc:picChg chg="add mod">
          <ac:chgData name="Romain Rachenne" userId="d05ffb5d262588ec" providerId="LiveId" clId="{D11DE92B-2652-46CF-9859-74DC33324D2E}" dt="2021-01-26T20:19:33.725" v="1054" actId="1076"/>
          <ac:picMkLst>
            <pc:docMk/>
            <pc:sldMk cId="2116068855" sldId="387"/>
            <ac:picMk id="8" creationId="{1B0738AF-531C-4B77-B29F-961D7D481325}"/>
          </ac:picMkLst>
        </pc:picChg>
      </pc:sldChg>
      <pc:sldChg chg="addSp modSp add mod ord">
        <pc:chgData name="Romain Rachenne" userId="d05ffb5d262588ec" providerId="LiveId" clId="{D11DE92B-2652-46CF-9859-74DC33324D2E}" dt="2021-01-26T20:21:21.586" v="1091" actId="404"/>
        <pc:sldMkLst>
          <pc:docMk/>
          <pc:sldMk cId="2316451530" sldId="388"/>
        </pc:sldMkLst>
        <pc:graphicFrameChg chg="mod modGraphic">
          <ac:chgData name="Romain Rachenne" userId="d05ffb5d262588ec" providerId="LiveId" clId="{D11DE92B-2652-46CF-9859-74DC33324D2E}" dt="2021-01-26T20:21:21.586" v="1091" actId="404"/>
          <ac:graphicFrameMkLst>
            <pc:docMk/>
            <pc:sldMk cId="2316451530" sldId="388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3.840" v="986"/>
          <ac:picMkLst>
            <pc:docMk/>
            <pc:sldMk cId="2316451530" sldId="388"/>
            <ac:picMk id="4" creationId="{AB0422C8-7324-4DC3-B008-11EDA3466724}"/>
          </ac:picMkLst>
        </pc:picChg>
        <pc:picChg chg="add mod">
          <ac:chgData name="Romain Rachenne" userId="d05ffb5d262588ec" providerId="LiveId" clId="{D11DE92B-2652-46CF-9859-74DC33324D2E}" dt="2021-01-17T16:24:27.888" v="1000"/>
          <ac:picMkLst>
            <pc:docMk/>
            <pc:sldMk cId="2316451530" sldId="388"/>
            <ac:picMk id="5" creationId="{14D198A5-17A5-4B4E-912B-D7F24D8E8756}"/>
          </ac:picMkLst>
        </pc:picChg>
        <pc:picChg chg="add mod">
          <ac:chgData name="Romain Rachenne" userId="d05ffb5d262588ec" providerId="LiveId" clId="{D11DE92B-2652-46CF-9859-74DC33324D2E}" dt="2021-01-17T16:24:46.377" v="1014"/>
          <ac:picMkLst>
            <pc:docMk/>
            <pc:sldMk cId="2316451530" sldId="388"/>
            <ac:picMk id="6" creationId="{9C86B0EA-4B1A-42C5-B420-96BBB9686531}"/>
          </ac:picMkLst>
        </pc:picChg>
        <pc:picChg chg="add mod">
          <ac:chgData name="Romain Rachenne" userId="d05ffb5d262588ec" providerId="LiveId" clId="{D11DE92B-2652-46CF-9859-74DC33324D2E}" dt="2021-01-26T20:20:42.659" v="1074" actId="1076"/>
          <ac:picMkLst>
            <pc:docMk/>
            <pc:sldMk cId="2316451530" sldId="388"/>
            <ac:picMk id="7" creationId="{A777E546-0A5E-47B4-99B4-8512297C5C4C}"/>
          </ac:picMkLst>
        </pc:picChg>
        <pc:picChg chg="add mod">
          <ac:chgData name="Romain Rachenne" userId="d05ffb5d262588ec" providerId="LiveId" clId="{D11DE92B-2652-46CF-9859-74DC33324D2E}" dt="2021-01-26T20:20:48.157" v="1076" actId="1076"/>
          <ac:picMkLst>
            <pc:docMk/>
            <pc:sldMk cId="2316451530" sldId="388"/>
            <ac:picMk id="8" creationId="{7736E2B4-54EE-45A8-9F0C-26FCFEF4E08D}"/>
          </ac:picMkLst>
        </pc:picChg>
      </pc:sldChg>
      <pc:sldChg chg="addSp delSp modSp new mod setBg">
        <pc:chgData name="Romain Rachenne" userId="d05ffb5d262588ec" providerId="LiveId" clId="{D11DE92B-2652-46CF-9859-74DC33324D2E}" dt="2021-01-17T16:24:37.032" v="1006"/>
        <pc:sldMkLst>
          <pc:docMk/>
          <pc:sldMk cId="1324938259" sldId="389"/>
        </pc:sldMkLst>
        <pc:spChg chg="mo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2" creationId="{5E2BFD8F-4F05-4B93-8EDC-37F54F7B3742}"/>
          </ac:spMkLst>
        </pc:spChg>
        <pc:spChg chg="del">
          <ac:chgData name="Romain Rachenne" userId="d05ffb5d262588ec" providerId="LiveId" clId="{D11DE92B-2652-46CF-9859-74DC33324D2E}" dt="2021-01-17T16:20:48.079" v="953"/>
          <ac:spMkLst>
            <pc:docMk/>
            <pc:sldMk cId="1324938259" sldId="389"/>
            <ac:spMk id="3" creationId="{9718CD69-57F2-4778-A026-395CCF343397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1" creationId="{25C8D2C1-DA83-420D-9635-D52CE066B5DA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3" creationId="{434F74C9-6A0B-409E-AD1C-45B58BE91BB8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7" creationId="{F452A527-3631-41ED-858D-3777A7D1496A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81" creationId="{F85B92BC-678C-4E14-97E6-3227DEF86371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83" creationId="{D2644120-A6B9-4D5C-8A60-E2F4CC220E77}"/>
          </ac:spMkLst>
        </pc:spChg>
        <pc:picChg chg="add mod">
          <ac:chgData name="Romain Rachenne" userId="d05ffb5d262588ec" providerId="LiveId" clId="{D11DE92B-2652-46CF-9859-74DC33324D2E}" dt="2021-01-17T16:24:05.136" v="978"/>
          <ac:picMkLst>
            <pc:docMk/>
            <pc:sldMk cId="1324938259" sldId="389"/>
            <ac:picMk id="12" creationId="{B9B36746-2711-4D20-8241-48287165AAD6}"/>
          </ac:picMkLst>
        </pc:picChg>
        <pc:picChg chg="add mod">
          <ac:chgData name="Romain Rachenne" userId="d05ffb5d262588ec" providerId="LiveId" clId="{D11DE92B-2652-46CF-9859-74DC33324D2E}" dt="2021-01-17T16:24:21.672" v="992"/>
          <ac:picMkLst>
            <pc:docMk/>
            <pc:sldMk cId="1324938259" sldId="389"/>
            <ac:picMk id="13" creationId="{B1CAE906-DDA6-40AE-B72C-4ED004C328DE}"/>
          </ac:picMkLst>
        </pc:picChg>
        <pc:picChg chg="add mod">
          <ac:chgData name="Romain Rachenne" userId="d05ffb5d262588ec" providerId="LiveId" clId="{D11DE92B-2652-46CF-9859-74DC33324D2E}" dt="2021-01-17T16:24:37.032" v="1006"/>
          <ac:picMkLst>
            <pc:docMk/>
            <pc:sldMk cId="1324938259" sldId="389"/>
            <ac:picMk id="14" creationId="{DF6D130C-E4AD-4814-B3BB-901B69B2D2CB}"/>
          </ac:picMkLst>
        </pc:picChg>
        <pc:picChg chg="add mod">
          <ac:chgData name="Romain Rachenne" userId="d05ffb5d262588ec" providerId="LiveId" clId="{D11DE92B-2652-46CF-9859-74DC33324D2E}" dt="2021-01-17T16:20:54.286" v="959" actId="26606"/>
          <ac:picMkLst>
            <pc:docMk/>
            <pc:sldMk cId="1324938259" sldId="389"/>
            <ac:picMk id="1026" creationId="{9E6018E3-F195-4CA5-834F-F89D6C89221E}"/>
          </ac:picMkLst>
        </pc:picChg>
        <pc:cxnChg chg="add">
          <ac:chgData name="Romain Rachenne" userId="d05ffb5d262588ec" providerId="LiveId" clId="{D11DE92B-2652-46CF-9859-74DC33324D2E}" dt="2021-01-17T16:20:54.286" v="959" actId="26606"/>
          <ac:cxnSpMkLst>
            <pc:docMk/>
            <pc:sldMk cId="1324938259" sldId="389"/>
            <ac:cxnSpMk id="75" creationId="{F5486A9D-1265-4B57-91E6-68E666B978BC}"/>
          </ac:cxnSpMkLst>
        </pc:cxnChg>
        <pc:cxnChg chg="add">
          <ac:chgData name="Romain Rachenne" userId="d05ffb5d262588ec" providerId="LiveId" clId="{D11DE92B-2652-46CF-9859-74DC33324D2E}" dt="2021-01-17T16:20:54.286" v="959" actId="26606"/>
          <ac:cxnSpMkLst>
            <pc:docMk/>
            <pc:sldMk cId="1324938259" sldId="389"/>
            <ac:cxnSpMk id="79" creationId="{D28A9C89-B313-458F-9C85-515930A51A93}"/>
          </ac:cxnSpMkLst>
        </pc:cxnChg>
      </pc:sldChg>
      <pc:sldChg chg="addSp delSp modSp new mod">
        <pc:chgData name="Romain Rachenne" userId="d05ffb5d262588ec" providerId="LiveId" clId="{D11DE92B-2652-46CF-9859-74DC33324D2E}" dt="2021-01-17T16:24:39.809" v="1009"/>
        <pc:sldMkLst>
          <pc:docMk/>
          <pc:sldMk cId="3752600493" sldId="390"/>
        </pc:sldMkLst>
        <pc:spChg chg="mod">
          <ac:chgData name="Romain Rachenne" userId="d05ffb5d262588ec" providerId="LiveId" clId="{D11DE92B-2652-46CF-9859-74DC33324D2E}" dt="2021-01-17T16:21:57.533" v="971" actId="20577"/>
          <ac:spMkLst>
            <pc:docMk/>
            <pc:sldMk cId="3752600493" sldId="390"/>
            <ac:spMk id="2" creationId="{B06789A2-8BE1-4B3C-A105-30F0CBCD2433}"/>
          </ac:spMkLst>
        </pc:spChg>
        <pc:spChg chg="del">
          <ac:chgData name="Romain Rachenne" userId="d05ffb5d262588ec" providerId="LiveId" clId="{D11DE92B-2652-46CF-9859-74DC33324D2E}" dt="2021-01-17T16:21:59.621" v="972" actId="478"/>
          <ac:spMkLst>
            <pc:docMk/>
            <pc:sldMk cId="3752600493" sldId="390"/>
            <ac:spMk id="3" creationId="{F79CF599-9432-4711-BB5A-DA42EA6EAB66}"/>
          </ac:spMkLst>
        </pc:spChg>
        <pc:picChg chg="add mod">
          <ac:chgData name="Romain Rachenne" userId="d05ffb5d262588ec" providerId="LiveId" clId="{D11DE92B-2652-46CF-9859-74DC33324D2E}" dt="2021-01-17T16:22:05.511" v="975" actId="1076"/>
          <ac:picMkLst>
            <pc:docMk/>
            <pc:sldMk cId="3752600493" sldId="390"/>
            <ac:picMk id="5" creationId="{F630D304-E437-411B-BCD6-7B5103F4A7B1}"/>
          </ac:picMkLst>
        </pc:picChg>
        <pc:picChg chg="add mod">
          <ac:chgData name="Romain Rachenne" userId="d05ffb5d262588ec" providerId="LiveId" clId="{D11DE92B-2652-46CF-9859-74DC33324D2E}" dt="2021-01-17T16:24:08.272" v="981"/>
          <ac:picMkLst>
            <pc:docMk/>
            <pc:sldMk cId="3752600493" sldId="390"/>
            <ac:picMk id="6" creationId="{4883E21A-527A-4C2E-A6A1-4E53E711AD8E}"/>
          </ac:picMkLst>
        </pc:picChg>
        <pc:picChg chg="add mod">
          <ac:chgData name="Romain Rachenne" userId="d05ffb5d262588ec" providerId="LiveId" clId="{D11DE92B-2652-46CF-9859-74DC33324D2E}" dt="2021-01-17T16:24:23.929" v="995"/>
          <ac:picMkLst>
            <pc:docMk/>
            <pc:sldMk cId="3752600493" sldId="390"/>
            <ac:picMk id="7" creationId="{06F2D023-04E0-4FE6-9257-44DA9AB5F1E8}"/>
          </ac:picMkLst>
        </pc:picChg>
        <pc:picChg chg="add mod">
          <ac:chgData name="Romain Rachenne" userId="d05ffb5d262588ec" providerId="LiveId" clId="{D11DE92B-2652-46CF-9859-74DC33324D2E}" dt="2021-01-17T16:24:39.809" v="1009"/>
          <ac:picMkLst>
            <pc:docMk/>
            <pc:sldMk cId="3752600493" sldId="390"/>
            <ac:picMk id="8" creationId="{45C3D2AF-3DF4-4AFE-8F70-48D7A255B252}"/>
          </ac:picMkLst>
        </pc:picChg>
      </pc:sldChg>
      <pc:sldChg chg="modSp new del mod">
        <pc:chgData name="Romain Rachenne" userId="d05ffb5d262588ec" providerId="LiveId" clId="{D11DE92B-2652-46CF-9859-74DC33324D2E}" dt="2021-01-26T20:28:29.035" v="1176" actId="2696"/>
        <pc:sldMkLst>
          <pc:docMk/>
          <pc:sldMk cId="3752693007" sldId="391"/>
        </pc:sldMkLst>
        <pc:spChg chg="mod">
          <ac:chgData name="Romain Rachenne" userId="d05ffb5d262588ec" providerId="LiveId" clId="{D11DE92B-2652-46CF-9859-74DC33324D2E}" dt="2021-01-26T20:24:50.004" v="1138"/>
          <ac:spMkLst>
            <pc:docMk/>
            <pc:sldMk cId="3752693007" sldId="391"/>
            <ac:spMk id="3" creationId="{2036495F-B879-4E2B-B97E-3AAE25C10DF4}"/>
          </ac:spMkLst>
        </pc:spChg>
      </pc:sldChg>
      <pc:sldChg chg="new del">
        <pc:chgData name="Romain Rachenne" userId="d05ffb5d262588ec" providerId="LiveId" clId="{D11DE92B-2652-46CF-9859-74DC33324D2E}" dt="2021-01-26T20:20:08.520" v="1069" actId="47"/>
        <pc:sldMkLst>
          <pc:docMk/>
          <pc:sldMk cId="3776713196" sldId="391"/>
        </pc:sldMkLst>
      </pc:sldChg>
      <pc:sldChg chg="new del">
        <pc:chgData name="Romain Rachenne" userId="d05ffb5d262588ec" providerId="LiveId" clId="{D11DE92B-2652-46CF-9859-74DC33324D2E}" dt="2021-01-26T20:18:01.448" v="1029" actId="47"/>
        <pc:sldMkLst>
          <pc:docMk/>
          <pc:sldMk cId="3486476787" sldId="392"/>
        </pc:sldMkLst>
      </pc:sldChg>
    </pc:docChg>
  </pc:docChgLst>
  <pc:docChgLst>
    <pc:chgData name="Romain Rachenne" userId="d05ffb5d262588ec" providerId="LiveId" clId="{CF322D6E-BFD2-4623-864E-E7ECF8D1F27A}"/>
    <pc:docChg chg="undo custSel mod addSld delSld modSld sldOrd">
      <pc:chgData name="Romain Rachenne" userId="d05ffb5d262588ec" providerId="LiveId" clId="{CF322D6E-BFD2-4623-864E-E7ECF8D1F27A}" dt="2020-12-16T22:14:04.251" v="1403" actId="15"/>
      <pc:docMkLst>
        <pc:docMk/>
      </pc:docMkLst>
      <pc:sldChg chg="addSp delSp modSp mod">
        <pc:chgData name="Romain Rachenne" userId="d05ffb5d262588ec" providerId="LiveId" clId="{CF322D6E-BFD2-4623-864E-E7ECF8D1F27A}" dt="2020-12-11T13:47:22.128" v="113"/>
        <pc:sldMkLst>
          <pc:docMk/>
          <pc:sldMk cId="1990881570" sldId="257"/>
        </pc:sldMkLst>
        <pc:spChg chg="mod">
          <ac:chgData name="Romain Rachenne" userId="d05ffb5d262588ec" providerId="LiveId" clId="{CF322D6E-BFD2-4623-864E-E7ECF8D1F27A}" dt="2020-12-11T13:42:00.582" v="14" actId="20577"/>
          <ac:spMkLst>
            <pc:docMk/>
            <pc:sldMk cId="1990881570" sldId="257"/>
            <ac:spMk id="3" creationId="{00000000-0000-0000-0000-000000000000}"/>
          </ac:spMkLst>
        </pc:spChg>
        <pc:picChg chg="del">
          <ac:chgData name="Romain Rachenne" userId="d05ffb5d262588ec" providerId="LiveId" clId="{CF322D6E-BFD2-4623-864E-E7ECF8D1F27A}" dt="2020-12-11T13:47:13.025" v="110" actId="478"/>
          <ac:picMkLst>
            <pc:docMk/>
            <pc:sldMk cId="1990881570" sldId="257"/>
            <ac:picMk id="6" creationId="{00000000-0000-0000-0000-000000000000}"/>
          </ac:picMkLst>
        </pc:picChg>
        <pc:picChg chg="del">
          <ac:chgData name="Romain Rachenne" userId="d05ffb5d262588ec" providerId="LiveId" clId="{CF322D6E-BFD2-4623-864E-E7ECF8D1F27A}" dt="2020-12-11T13:47:11.864" v="109" actId="478"/>
          <ac:picMkLst>
            <pc:docMk/>
            <pc:sldMk cId="1990881570" sldId="257"/>
            <ac:picMk id="10" creationId="{12396202-C6D0-424D-A49A-CFD03F13D508}"/>
          </ac:picMkLst>
        </pc:picChg>
        <pc:picChg chg="add mod">
          <ac:chgData name="Romain Rachenne" userId="d05ffb5d262588ec" providerId="LiveId" clId="{CF322D6E-BFD2-4623-864E-E7ECF8D1F27A}" dt="2020-12-11T13:47:16.312" v="111"/>
          <ac:picMkLst>
            <pc:docMk/>
            <pc:sldMk cId="1990881570" sldId="257"/>
            <ac:picMk id="11" creationId="{F6265DF4-9D03-469B-8839-1BD2E9FBC10B}"/>
          </ac:picMkLst>
        </pc:picChg>
        <pc:picChg chg="add mod">
          <ac:chgData name="Romain Rachenne" userId="d05ffb5d262588ec" providerId="LiveId" clId="{CF322D6E-BFD2-4623-864E-E7ECF8D1F27A}" dt="2020-12-11T13:47:19.596" v="112"/>
          <ac:picMkLst>
            <pc:docMk/>
            <pc:sldMk cId="1990881570" sldId="257"/>
            <ac:picMk id="12" creationId="{F008B2BA-3D26-4E3A-B9C8-02ACA1DFD73F}"/>
          </ac:picMkLst>
        </pc:picChg>
        <pc:picChg chg="add mod">
          <ac:chgData name="Romain Rachenne" userId="d05ffb5d262588ec" providerId="LiveId" clId="{CF322D6E-BFD2-4623-864E-E7ECF8D1F27A}" dt="2020-12-11T13:47:22.128" v="113"/>
          <ac:picMkLst>
            <pc:docMk/>
            <pc:sldMk cId="1990881570" sldId="257"/>
            <ac:picMk id="13" creationId="{FDF40A63-E148-4E92-81D2-E69D47913C04}"/>
          </ac:picMkLst>
        </pc:picChg>
      </pc:sldChg>
      <pc:sldChg chg="modSp mod">
        <pc:chgData name="Romain Rachenne" userId="d05ffb5d262588ec" providerId="LiveId" clId="{CF322D6E-BFD2-4623-864E-E7ECF8D1F27A}" dt="2020-12-11T13:47:01.417" v="108" actId="1076"/>
        <pc:sldMkLst>
          <pc:docMk/>
          <pc:sldMk cId="782006460" sldId="292"/>
        </pc:sldMkLst>
        <pc:picChg chg="mod">
          <ac:chgData name="Romain Rachenne" userId="d05ffb5d262588ec" providerId="LiveId" clId="{CF322D6E-BFD2-4623-864E-E7ECF8D1F27A}" dt="2020-12-11T13:47:00.046" v="107" actId="1076"/>
          <ac:picMkLst>
            <pc:docMk/>
            <pc:sldMk cId="782006460" sldId="292"/>
            <ac:picMk id="2" creationId="{B8CFAE8E-2FFE-418D-8081-CD4958430758}"/>
          </ac:picMkLst>
        </pc:picChg>
        <pc:picChg chg="mod">
          <ac:chgData name="Romain Rachenne" userId="d05ffb5d262588ec" providerId="LiveId" clId="{CF322D6E-BFD2-4623-864E-E7ECF8D1F27A}" dt="2020-12-11T13:47:01.417" v="108" actId="1076"/>
          <ac:picMkLst>
            <pc:docMk/>
            <pc:sldMk cId="782006460" sldId="292"/>
            <ac:picMk id="3" creationId="{62338503-1E77-4360-B54A-C924D84092E4}"/>
          </ac:picMkLst>
        </pc:picChg>
      </pc:sldChg>
      <pc:sldChg chg="modSp del mod">
        <pc:chgData name="Romain Rachenne" userId="d05ffb5d262588ec" providerId="LiveId" clId="{CF322D6E-BFD2-4623-864E-E7ECF8D1F27A}" dt="2020-12-11T13:46:47.799" v="101" actId="47"/>
        <pc:sldMkLst>
          <pc:docMk/>
          <pc:sldMk cId="209503933" sldId="293"/>
        </pc:sldMkLst>
        <pc:spChg chg="mod">
          <ac:chgData name="Romain Rachenne" userId="d05ffb5d262588ec" providerId="LiveId" clId="{CF322D6E-BFD2-4623-864E-E7ECF8D1F27A}" dt="2020-12-11T13:42:14.315" v="37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del">
        <pc:chgData name="Romain Rachenne" userId="d05ffb5d262588ec" providerId="LiveId" clId="{CF322D6E-BFD2-4623-864E-E7ECF8D1F27A}" dt="2020-12-11T13:46:49.860" v="103" actId="47"/>
        <pc:sldMkLst>
          <pc:docMk/>
          <pc:sldMk cId="611248365" sldId="299"/>
        </pc:sldMkLst>
      </pc:sldChg>
      <pc:sldChg chg="del">
        <pc:chgData name="Romain Rachenne" userId="d05ffb5d262588ec" providerId="LiveId" clId="{CF322D6E-BFD2-4623-864E-E7ECF8D1F27A}" dt="2020-12-11T13:46:50.405" v="104" actId="47"/>
        <pc:sldMkLst>
          <pc:docMk/>
          <pc:sldMk cId="1889928538" sldId="300"/>
        </pc:sldMkLst>
      </pc:sldChg>
      <pc:sldChg chg="del">
        <pc:chgData name="Romain Rachenne" userId="d05ffb5d262588ec" providerId="LiveId" clId="{CF322D6E-BFD2-4623-864E-E7ECF8D1F27A}" dt="2020-12-11T13:46:51.348" v="106" actId="47"/>
        <pc:sldMkLst>
          <pc:docMk/>
          <pc:sldMk cId="736833271" sldId="301"/>
        </pc:sldMkLst>
      </pc:sldChg>
      <pc:sldChg chg="addSp delSp modSp add del mod ord">
        <pc:chgData name="Romain Rachenne" userId="d05ffb5d262588ec" providerId="LiveId" clId="{CF322D6E-BFD2-4623-864E-E7ECF8D1F27A}" dt="2020-12-11T13:49:44.263" v="145"/>
        <pc:sldMkLst>
          <pc:docMk/>
          <pc:sldMk cId="1557803393" sldId="302"/>
        </pc:sldMkLst>
        <pc:spChg chg="mo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2" creationId="{AC3C6500-2C8A-426E-BCF5-C06F378B092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3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4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6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8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9" creationId="{593ACC25-C262-417A-8AA9-0641C772BDB6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4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6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0" creationId="{F452A527-3631-41ED-858D-3777A7D1496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4" creationId="{F85B92BC-678C-4E14-97E6-3227DEF86371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6" creationId="{D2644120-A6B9-4D5C-8A60-E2F4CC220E77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8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9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1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3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4" creationId="{593ACC25-C262-417A-8AA9-0641C772BDB6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6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7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9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1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2" creationId="{D2644120-A6B9-4D5C-8A60-E2F4CC220E77}"/>
          </ac:spMkLst>
        </pc:spChg>
        <pc:picChg chg="del">
          <ac:chgData name="Romain Rachenne" userId="d05ffb5d262588ec" providerId="LiveId" clId="{CF322D6E-BFD2-4623-864E-E7ECF8D1F27A}" dt="2020-12-11T13:49:20.712" v="133" actId="478"/>
          <ac:picMkLst>
            <pc:docMk/>
            <pc:sldMk cId="1557803393" sldId="302"/>
            <ac:picMk id="4" creationId="{723FECAD-D0B3-4D93-AE67-4D0AA74B2DE3}"/>
          </ac:picMkLst>
        </pc:picChg>
        <pc:picChg chg="add mod">
          <ac:chgData name="Romain Rachenne" userId="d05ffb5d262588ec" providerId="LiveId" clId="{CF322D6E-BFD2-4623-864E-E7ECF8D1F27A}" dt="2020-12-11T13:49:36.096" v="142" actId="26606"/>
          <ac:picMkLst>
            <pc:docMk/>
            <pc:sldMk cId="1557803393" sldId="302"/>
            <ac:picMk id="5" creationId="{E33AC991-E16C-4A82-A2B7-4CF97D32755A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13" creationId="{B640DFB1-8638-460C-AFE9-820FA07D17BB}"/>
          </ac:picMkLst>
        </pc:picChg>
        <pc:picChg chg="add mod">
          <ac:chgData name="Romain Rachenne" userId="d05ffb5d262588ec" providerId="LiveId" clId="{CF322D6E-BFD2-4623-864E-E7ECF8D1F27A}" dt="2020-12-11T13:49:39.280" v="143"/>
          <ac:picMkLst>
            <pc:docMk/>
            <pc:sldMk cId="1557803393" sldId="302"/>
            <ac:picMk id="37" creationId="{FBE27A10-CBA3-464A-B3B2-7B053AEAC041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38" creationId="{1029173A-C731-498A-B337-18DCF90C28A0}"/>
          </ac:picMkLst>
        </pc:picChg>
        <pc:picChg chg="add mod">
          <ac:chgData name="Romain Rachenne" userId="d05ffb5d262588ec" providerId="LiveId" clId="{CF322D6E-BFD2-4623-864E-E7ECF8D1F27A}" dt="2020-12-11T13:49:41.873" v="144"/>
          <ac:picMkLst>
            <pc:docMk/>
            <pc:sldMk cId="1557803393" sldId="302"/>
            <ac:picMk id="39" creationId="{68E6BD10-4B5A-4E4A-B198-3645469642F7}"/>
          </ac:picMkLst>
        </pc:picChg>
        <pc:picChg chg="del mod">
          <ac:chgData name="Romain Rachenne" userId="d05ffb5d262588ec" providerId="LiveId" clId="{CF322D6E-BFD2-4623-864E-E7ECF8D1F27A}" dt="2020-12-11T13:49:28.367" v="137" actId="478"/>
          <ac:picMkLst>
            <pc:docMk/>
            <pc:sldMk cId="1557803393" sldId="302"/>
            <ac:picMk id="40" creationId="{E666B63E-A566-4580-BA86-8A9CCC43FE6B}"/>
          </ac:picMkLst>
        </pc:picChg>
        <pc:picChg chg="add mod">
          <ac:chgData name="Romain Rachenne" userId="d05ffb5d262588ec" providerId="LiveId" clId="{CF322D6E-BFD2-4623-864E-E7ECF8D1F27A}" dt="2020-12-11T13:49:44.263" v="145"/>
          <ac:picMkLst>
            <pc:docMk/>
            <pc:sldMk cId="1557803393" sldId="302"/>
            <ac:picMk id="41" creationId="{A6370913-4D3E-496E-800B-B105B69D8022}"/>
          </ac:picMkLst>
        </pc:pic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7" creationId="{5C6A2BAE-B461-4B55-8E1F-0722ABDD1393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68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72" creationId="{D28A9C89-B313-458F-9C85-515930A51A93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0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2" creationId="{5C6A2BAE-B461-4B55-8E1F-0722ABDD1393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88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90" creationId="{D28A9C89-B313-458F-9C85-515930A51A93}"/>
          </ac:cxnSpMkLst>
        </pc:cxnChg>
      </pc:sldChg>
      <pc:sldChg chg="del">
        <pc:chgData name="Romain Rachenne" userId="d05ffb5d262588ec" providerId="LiveId" clId="{CF322D6E-BFD2-4623-864E-E7ECF8D1F27A}" dt="2020-12-11T13:58:44.424" v="606" actId="47"/>
        <pc:sldMkLst>
          <pc:docMk/>
          <pc:sldMk cId="3279052357" sldId="303"/>
        </pc:sldMkLst>
      </pc:sldChg>
      <pc:sldChg chg="del">
        <pc:chgData name="Romain Rachenne" userId="d05ffb5d262588ec" providerId="LiveId" clId="{CF322D6E-BFD2-4623-864E-E7ECF8D1F27A}" dt="2020-12-11T13:58:45.269" v="607" actId="47"/>
        <pc:sldMkLst>
          <pc:docMk/>
          <pc:sldMk cId="2561025989" sldId="304"/>
        </pc:sldMkLst>
      </pc:sldChg>
      <pc:sldChg chg="del">
        <pc:chgData name="Romain Rachenne" userId="d05ffb5d262588ec" providerId="LiveId" clId="{CF322D6E-BFD2-4623-864E-E7ECF8D1F27A}" dt="2020-12-11T13:58:45.765" v="608" actId="47"/>
        <pc:sldMkLst>
          <pc:docMk/>
          <pc:sldMk cId="2444492771" sldId="305"/>
        </pc:sldMkLst>
      </pc:sldChg>
      <pc:sldChg chg="del">
        <pc:chgData name="Romain Rachenne" userId="d05ffb5d262588ec" providerId="LiveId" clId="{CF322D6E-BFD2-4623-864E-E7ECF8D1F27A}" dt="2020-12-11T13:58:46.836" v="610" actId="47"/>
        <pc:sldMkLst>
          <pc:docMk/>
          <pc:sldMk cId="1578935267" sldId="306"/>
        </pc:sldMkLst>
      </pc:sldChg>
      <pc:sldChg chg="del">
        <pc:chgData name="Romain Rachenne" userId="d05ffb5d262588ec" providerId="LiveId" clId="{CF322D6E-BFD2-4623-864E-E7ECF8D1F27A}" dt="2020-12-11T13:58:46.307" v="609" actId="47"/>
        <pc:sldMkLst>
          <pc:docMk/>
          <pc:sldMk cId="914353542" sldId="307"/>
        </pc:sldMkLst>
      </pc:sldChg>
      <pc:sldChg chg="del">
        <pc:chgData name="Romain Rachenne" userId="d05ffb5d262588ec" providerId="LiveId" clId="{CF322D6E-BFD2-4623-864E-E7ECF8D1F27A}" dt="2020-12-11T13:46:50.831" v="105" actId="47"/>
        <pc:sldMkLst>
          <pc:docMk/>
          <pc:sldMk cId="2804954091" sldId="308"/>
        </pc:sldMkLst>
      </pc:sldChg>
      <pc:sldChg chg="del">
        <pc:chgData name="Romain Rachenne" userId="d05ffb5d262588ec" providerId="LiveId" clId="{CF322D6E-BFD2-4623-864E-E7ECF8D1F27A}" dt="2020-12-11T13:46:48.828" v="102" actId="47"/>
        <pc:sldMkLst>
          <pc:docMk/>
          <pc:sldMk cId="1993337092" sldId="322"/>
        </pc:sldMkLst>
      </pc:sldChg>
      <pc:sldChg chg="del">
        <pc:chgData name="Romain Rachenne" userId="d05ffb5d262588ec" providerId="LiveId" clId="{CF322D6E-BFD2-4623-864E-E7ECF8D1F27A}" dt="2020-12-11T13:58:47.291" v="611" actId="47"/>
        <pc:sldMkLst>
          <pc:docMk/>
          <pc:sldMk cId="3484099205" sldId="323"/>
        </pc:sldMkLst>
      </pc:sldChg>
      <pc:sldChg chg="del">
        <pc:chgData name="Romain Rachenne" userId="d05ffb5d262588ec" providerId="LiveId" clId="{CF322D6E-BFD2-4623-864E-E7ECF8D1F27A}" dt="2020-12-11T13:58:53.218" v="622" actId="47"/>
        <pc:sldMkLst>
          <pc:docMk/>
          <pc:sldMk cId="2146091089" sldId="324"/>
        </pc:sldMkLst>
      </pc:sldChg>
      <pc:sldChg chg="del">
        <pc:chgData name="Romain Rachenne" userId="d05ffb5d262588ec" providerId="LiveId" clId="{CF322D6E-BFD2-4623-864E-E7ECF8D1F27A}" dt="2020-12-11T13:58:48.349" v="613" actId="47"/>
        <pc:sldMkLst>
          <pc:docMk/>
          <pc:sldMk cId="4216515687" sldId="326"/>
        </pc:sldMkLst>
      </pc:sldChg>
      <pc:sldChg chg="del">
        <pc:chgData name="Romain Rachenne" userId="d05ffb5d262588ec" providerId="LiveId" clId="{CF322D6E-BFD2-4623-864E-E7ECF8D1F27A}" dt="2020-12-11T13:58:52.171" v="620" actId="47"/>
        <pc:sldMkLst>
          <pc:docMk/>
          <pc:sldMk cId="3547788640" sldId="327"/>
        </pc:sldMkLst>
      </pc:sldChg>
      <pc:sldChg chg="del">
        <pc:chgData name="Romain Rachenne" userId="d05ffb5d262588ec" providerId="LiveId" clId="{CF322D6E-BFD2-4623-864E-E7ECF8D1F27A}" dt="2020-12-11T13:58:48.891" v="614" actId="47"/>
        <pc:sldMkLst>
          <pc:docMk/>
          <pc:sldMk cId="3415019206" sldId="328"/>
        </pc:sldMkLst>
      </pc:sldChg>
      <pc:sldChg chg="del">
        <pc:chgData name="Romain Rachenne" userId="d05ffb5d262588ec" providerId="LiveId" clId="{CF322D6E-BFD2-4623-864E-E7ECF8D1F27A}" dt="2020-12-11T13:58:53.684" v="623" actId="47"/>
        <pc:sldMkLst>
          <pc:docMk/>
          <pc:sldMk cId="2576980164" sldId="329"/>
        </pc:sldMkLst>
      </pc:sldChg>
      <pc:sldChg chg="del">
        <pc:chgData name="Romain Rachenne" userId="d05ffb5d262588ec" providerId="LiveId" clId="{CF322D6E-BFD2-4623-864E-E7ECF8D1F27A}" dt="2020-12-11T13:58:50.668" v="617" actId="47"/>
        <pc:sldMkLst>
          <pc:docMk/>
          <pc:sldMk cId="845234078" sldId="331"/>
        </pc:sldMkLst>
      </pc:sldChg>
      <pc:sldChg chg="del">
        <pc:chgData name="Romain Rachenne" userId="d05ffb5d262588ec" providerId="LiveId" clId="{CF322D6E-BFD2-4623-864E-E7ECF8D1F27A}" dt="2020-12-11T13:58:49.443" v="615" actId="47"/>
        <pc:sldMkLst>
          <pc:docMk/>
          <pc:sldMk cId="17619743" sldId="333"/>
        </pc:sldMkLst>
      </pc:sldChg>
      <pc:sldChg chg="del">
        <pc:chgData name="Romain Rachenne" userId="d05ffb5d262588ec" providerId="LiveId" clId="{CF322D6E-BFD2-4623-864E-E7ECF8D1F27A}" dt="2020-12-11T13:58:47.906" v="612" actId="47"/>
        <pc:sldMkLst>
          <pc:docMk/>
          <pc:sldMk cId="4277785877" sldId="334"/>
        </pc:sldMkLst>
      </pc:sldChg>
      <pc:sldChg chg="del">
        <pc:chgData name="Romain Rachenne" userId="d05ffb5d262588ec" providerId="LiveId" clId="{CF322D6E-BFD2-4623-864E-E7ECF8D1F27A}" dt="2020-12-11T13:58:56.552" v="629" actId="47"/>
        <pc:sldMkLst>
          <pc:docMk/>
          <pc:sldMk cId="3193949044" sldId="336"/>
        </pc:sldMkLst>
      </pc:sldChg>
      <pc:sldChg chg="del">
        <pc:chgData name="Romain Rachenne" userId="d05ffb5d262588ec" providerId="LiveId" clId="{CF322D6E-BFD2-4623-864E-E7ECF8D1F27A}" dt="2020-12-11T13:58:55.610" v="627" actId="47"/>
        <pc:sldMkLst>
          <pc:docMk/>
          <pc:sldMk cId="3494313312" sldId="337"/>
        </pc:sldMkLst>
      </pc:sldChg>
      <pc:sldChg chg="del">
        <pc:chgData name="Romain Rachenne" userId="d05ffb5d262588ec" providerId="LiveId" clId="{CF322D6E-BFD2-4623-864E-E7ECF8D1F27A}" dt="2020-12-11T13:58:50.175" v="616" actId="47"/>
        <pc:sldMkLst>
          <pc:docMk/>
          <pc:sldMk cId="2528595908" sldId="342"/>
        </pc:sldMkLst>
      </pc:sldChg>
      <pc:sldChg chg="del">
        <pc:chgData name="Romain Rachenne" userId="d05ffb5d262588ec" providerId="LiveId" clId="{CF322D6E-BFD2-4623-864E-E7ECF8D1F27A}" dt="2020-12-11T13:58:51.180" v="618" actId="47"/>
        <pc:sldMkLst>
          <pc:docMk/>
          <pc:sldMk cId="1290040714" sldId="343"/>
        </pc:sldMkLst>
      </pc:sldChg>
      <pc:sldChg chg="del">
        <pc:chgData name="Romain Rachenne" userId="d05ffb5d262588ec" providerId="LiveId" clId="{CF322D6E-BFD2-4623-864E-E7ECF8D1F27A}" dt="2020-12-11T13:58:52.765" v="621" actId="47"/>
        <pc:sldMkLst>
          <pc:docMk/>
          <pc:sldMk cId="174890171" sldId="345"/>
        </pc:sldMkLst>
      </pc:sldChg>
      <pc:sldChg chg="del">
        <pc:chgData name="Romain Rachenne" userId="d05ffb5d262588ec" providerId="LiveId" clId="{CF322D6E-BFD2-4623-864E-E7ECF8D1F27A}" dt="2020-12-11T13:58:57.953" v="632" actId="47"/>
        <pc:sldMkLst>
          <pc:docMk/>
          <pc:sldMk cId="889845360" sldId="346"/>
        </pc:sldMkLst>
      </pc:sldChg>
      <pc:sldChg chg="del">
        <pc:chgData name="Romain Rachenne" userId="d05ffb5d262588ec" providerId="LiveId" clId="{CF322D6E-BFD2-4623-864E-E7ECF8D1F27A}" dt="2020-12-11T13:58:58.737" v="633" actId="47"/>
        <pc:sldMkLst>
          <pc:docMk/>
          <pc:sldMk cId="1504780826" sldId="347"/>
        </pc:sldMkLst>
      </pc:sldChg>
      <pc:sldChg chg="del">
        <pc:chgData name="Romain Rachenne" userId="d05ffb5d262588ec" providerId="LiveId" clId="{CF322D6E-BFD2-4623-864E-E7ECF8D1F27A}" dt="2020-12-11T13:58:57.490" v="631" actId="47"/>
        <pc:sldMkLst>
          <pc:docMk/>
          <pc:sldMk cId="171717929" sldId="348"/>
        </pc:sldMkLst>
      </pc:sldChg>
      <pc:sldChg chg="del">
        <pc:chgData name="Romain Rachenne" userId="d05ffb5d262588ec" providerId="LiveId" clId="{CF322D6E-BFD2-4623-864E-E7ECF8D1F27A}" dt="2020-12-11T13:58:54.202" v="624" actId="47"/>
        <pc:sldMkLst>
          <pc:docMk/>
          <pc:sldMk cId="3435762778" sldId="349"/>
        </pc:sldMkLst>
      </pc:sldChg>
      <pc:sldChg chg="del">
        <pc:chgData name="Romain Rachenne" userId="d05ffb5d262588ec" providerId="LiveId" clId="{CF322D6E-BFD2-4623-864E-E7ECF8D1F27A}" dt="2020-12-11T13:58:55.215" v="626" actId="47"/>
        <pc:sldMkLst>
          <pc:docMk/>
          <pc:sldMk cId="607970337" sldId="351"/>
        </pc:sldMkLst>
      </pc:sldChg>
      <pc:sldChg chg="del">
        <pc:chgData name="Romain Rachenne" userId="d05ffb5d262588ec" providerId="LiveId" clId="{CF322D6E-BFD2-4623-864E-E7ECF8D1F27A}" dt="2020-12-11T13:58:56.070" v="628" actId="47"/>
        <pc:sldMkLst>
          <pc:docMk/>
          <pc:sldMk cId="2622681677" sldId="352"/>
        </pc:sldMkLst>
      </pc:sldChg>
      <pc:sldChg chg="del">
        <pc:chgData name="Romain Rachenne" userId="d05ffb5d262588ec" providerId="LiveId" clId="{CF322D6E-BFD2-4623-864E-E7ECF8D1F27A}" dt="2020-12-11T13:58:51.595" v="619" actId="47"/>
        <pc:sldMkLst>
          <pc:docMk/>
          <pc:sldMk cId="8062692" sldId="355"/>
        </pc:sldMkLst>
      </pc:sldChg>
      <pc:sldChg chg="del">
        <pc:chgData name="Romain Rachenne" userId="d05ffb5d262588ec" providerId="LiveId" clId="{CF322D6E-BFD2-4623-864E-E7ECF8D1F27A}" dt="2020-12-11T13:58:54.688" v="625" actId="47"/>
        <pc:sldMkLst>
          <pc:docMk/>
          <pc:sldMk cId="2598671472" sldId="356"/>
        </pc:sldMkLst>
      </pc:sldChg>
      <pc:sldChg chg="del">
        <pc:chgData name="Romain Rachenne" userId="d05ffb5d262588ec" providerId="LiveId" clId="{CF322D6E-BFD2-4623-864E-E7ECF8D1F27A}" dt="2020-12-11T13:58:57.035" v="630" actId="47"/>
        <pc:sldMkLst>
          <pc:docMk/>
          <pc:sldMk cId="1897892808" sldId="357"/>
        </pc:sldMkLst>
      </pc:sldChg>
      <pc:sldChg chg="addSp delSp modSp mod">
        <pc:chgData name="Romain Rachenne" userId="d05ffb5d262588ec" providerId="LiveId" clId="{CF322D6E-BFD2-4623-864E-E7ECF8D1F27A}" dt="2020-12-11T13:47:43.936" v="119"/>
        <pc:sldMkLst>
          <pc:docMk/>
          <pc:sldMk cId="1482809837" sldId="359"/>
        </pc:sldMkLst>
        <pc:picChg chg="del">
          <ac:chgData name="Romain Rachenne" userId="d05ffb5d262588ec" providerId="LiveId" clId="{CF322D6E-BFD2-4623-864E-E7ECF8D1F27A}" dt="2020-12-11T13:47:33.527" v="116" actId="478"/>
          <ac:picMkLst>
            <pc:docMk/>
            <pc:sldMk cId="1482809837" sldId="359"/>
            <ac:picMk id="14" creationId="{C2D3166F-0D35-4F52-83F5-D4E574CF82B8}"/>
          </ac:picMkLst>
        </pc:picChg>
        <pc:picChg chg="del mod">
          <ac:chgData name="Romain Rachenne" userId="d05ffb5d262588ec" providerId="LiveId" clId="{CF322D6E-BFD2-4623-864E-E7ECF8D1F27A}" dt="2020-12-11T13:47:31.862" v="115" actId="478"/>
          <ac:picMkLst>
            <pc:docMk/>
            <pc:sldMk cId="1482809837" sldId="359"/>
            <ac:picMk id="16" creationId="{879C45CD-EA7A-451F-BAAB-FB9849DFB579}"/>
          </ac:picMkLst>
        </pc:picChg>
        <pc:picChg chg="add mod">
          <ac:chgData name="Romain Rachenne" userId="d05ffb5d262588ec" providerId="LiveId" clId="{CF322D6E-BFD2-4623-864E-E7ECF8D1F27A}" dt="2020-12-11T13:47:36.772" v="117"/>
          <ac:picMkLst>
            <pc:docMk/>
            <pc:sldMk cId="1482809837" sldId="359"/>
            <ac:picMk id="18" creationId="{319904F9-85D1-43FE-A218-458814428FC2}"/>
          </ac:picMkLst>
        </pc:picChg>
        <pc:picChg chg="add mod">
          <ac:chgData name="Romain Rachenne" userId="d05ffb5d262588ec" providerId="LiveId" clId="{CF322D6E-BFD2-4623-864E-E7ECF8D1F27A}" dt="2020-12-11T13:47:41.207" v="118"/>
          <ac:picMkLst>
            <pc:docMk/>
            <pc:sldMk cId="1482809837" sldId="359"/>
            <ac:picMk id="20" creationId="{CEB5F317-C191-4BDB-B84E-935FD7001FC8}"/>
          </ac:picMkLst>
        </pc:picChg>
        <pc:picChg chg="add mod">
          <ac:chgData name="Romain Rachenne" userId="d05ffb5d262588ec" providerId="LiveId" clId="{CF322D6E-BFD2-4623-864E-E7ECF8D1F27A}" dt="2020-12-11T13:47:43.936" v="119"/>
          <ac:picMkLst>
            <pc:docMk/>
            <pc:sldMk cId="1482809837" sldId="359"/>
            <ac:picMk id="22" creationId="{14349660-9462-4B0A-88D9-22F49B2759BD}"/>
          </ac:picMkLst>
        </pc:picChg>
      </pc:sldChg>
      <pc:sldChg chg="addSp delSp modSp new mod ord setBg">
        <pc:chgData name="Romain Rachenne" userId="d05ffb5d262588ec" providerId="LiveId" clId="{CF322D6E-BFD2-4623-864E-E7ECF8D1F27A}" dt="2020-12-11T13:47:57.261" v="123"/>
        <pc:sldMkLst>
          <pc:docMk/>
          <pc:sldMk cId="1689278221" sldId="360"/>
        </pc:sldMkLst>
        <pc:spChg chg="mo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" creationId="{382B6C5F-6F5B-48E3-B9BD-48D2C248F8E4}"/>
          </ac:spMkLst>
        </pc:spChg>
        <pc:spChg chg="add del mod">
          <ac:chgData name="Romain Rachenne" userId="d05ffb5d262588ec" providerId="LiveId" clId="{CF322D6E-BFD2-4623-864E-E7ECF8D1F27A}" dt="2020-12-11T13:43:39.039" v="61" actId="478"/>
          <ac:spMkLst>
            <pc:docMk/>
            <pc:sldMk cId="1689278221" sldId="360"/>
            <ac:spMk id="6" creationId="{4E1D33C7-B271-4599-A642-DA76B4BE4939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2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4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8" creationId="{BE268116-E2A7-4F98-8812-192B4975E49B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2" creationId="{FBEFFA83-BC6D-4CD2-A2BA-98AD67423BF2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4" creationId="{AB5696BF-D495-4CAC-AA8A-4EBFF2C32A55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9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1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5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9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41" creationId="{D2644120-A6B9-4D5C-8A60-E2F4CC220E77}"/>
          </ac:spMkLst>
        </pc:spChg>
        <pc:graphicFrameChg chg="del">
          <ac:chgData name="Romain Rachenne" userId="d05ffb5d262588ec" providerId="LiveId" clId="{CF322D6E-BFD2-4623-864E-E7ECF8D1F27A}" dt="2020-12-11T13:43:32.127" v="43" actId="478"/>
          <ac:graphicFrameMkLst>
            <pc:docMk/>
            <pc:sldMk cId="1689278221" sldId="360"/>
            <ac:graphicFrameMk id="4" creationId="{C05A461D-CB70-416D-8E39-E035A2E0CCED}"/>
          </ac:graphicFrameMkLst>
        </pc:graphicFrameChg>
        <pc:picChg chg="add mod">
          <ac:chgData name="Romain Rachenne" userId="d05ffb5d262588ec" providerId="LiveId" clId="{CF322D6E-BFD2-4623-864E-E7ECF8D1F27A}" dt="2020-12-11T13:47:48.949" v="120" actId="26606"/>
          <ac:picMkLst>
            <pc:docMk/>
            <pc:sldMk cId="1689278221" sldId="360"/>
            <ac:picMk id="7" creationId="{76EA334C-4ED0-4E22-BC10-0A8F8D0D5E7F}"/>
          </ac:picMkLst>
        </pc:picChg>
        <pc:picChg chg="add mod">
          <ac:chgData name="Romain Rachenne" userId="d05ffb5d262588ec" providerId="LiveId" clId="{CF322D6E-BFD2-4623-864E-E7ECF8D1F27A}" dt="2020-12-11T13:47:52.752" v="121"/>
          <ac:picMkLst>
            <pc:docMk/>
            <pc:sldMk cId="1689278221" sldId="360"/>
            <ac:picMk id="23" creationId="{0F307E0B-01E3-408C-A3F5-09C6C0D988D7}"/>
          </ac:picMkLst>
        </pc:picChg>
        <pc:picChg chg="add mod">
          <ac:chgData name="Romain Rachenne" userId="d05ffb5d262588ec" providerId="LiveId" clId="{CF322D6E-BFD2-4623-864E-E7ECF8D1F27A}" dt="2020-12-11T13:47:55.137" v="122"/>
          <ac:picMkLst>
            <pc:docMk/>
            <pc:sldMk cId="1689278221" sldId="360"/>
            <ac:picMk id="25" creationId="{61CEE80C-EFE8-4A9C-87B3-2704D841F172}"/>
          </ac:picMkLst>
        </pc:picChg>
        <pc:picChg chg="add mod">
          <ac:chgData name="Romain Rachenne" userId="d05ffb5d262588ec" providerId="LiveId" clId="{CF322D6E-BFD2-4623-864E-E7ECF8D1F27A}" dt="2020-12-11T13:47:57.261" v="123"/>
          <ac:picMkLst>
            <pc:docMk/>
            <pc:sldMk cId="1689278221" sldId="360"/>
            <ac:picMk id="26" creationId="{D75B398D-0B31-4CE3-9478-E647C7A7983E}"/>
          </ac:picMkLst>
        </pc:pic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16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20" creationId="{73D8893D-DEBE-4F67-901F-166F75E9C6E7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3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7" creationId="{D28A9C89-B313-458F-9C85-515930A51A93}"/>
          </ac:cxnSpMkLst>
        </pc:cxnChg>
      </pc:sldChg>
      <pc:sldChg chg="addSp delSp modSp new mod setBg">
        <pc:chgData name="Romain Rachenne" userId="d05ffb5d262588ec" providerId="LiveId" clId="{CF322D6E-BFD2-4623-864E-E7ECF8D1F27A}" dt="2020-12-11T13:51:49.845" v="470" actId="26606"/>
        <pc:sldMkLst>
          <pc:docMk/>
          <pc:sldMk cId="2762460005" sldId="361"/>
        </pc:sldMkLst>
        <pc:spChg chg="mo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2" creationId="{FE71580B-9410-4883-A9E3-264070983330}"/>
          </ac:spMkLst>
        </pc:spChg>
        <pc:spChg chg="del">
          <ac:chgData name="Romain Rachenne" userId="d05ffb5d262588ec" providerId="LiveId" clId="{CF322D6E-BFD2-4623-864E-E7ECF8D1F27A}" dt="2020-12-11T13:51:39.217" v="467" actId="478"/>
          <ac:spMkLst>
            <pc:docMk/>
            <pc:sldMk cId="2762460005" sldId="361"/>
            <ac:spMk id="3" creationId="{B7C7F487-2B3D-4219-BA9F-178796E690A6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1" creationId="{4E4490D0-3672-446A-AC12-B4830333BDDD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3" creationId="{39CB82C2-DF65-4EC1-8280-F201D50F570B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7" creationId="{5AE6C737-FF55-4064-94B7-0B21D2EB6045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1" creationId="{D8218D9F-38B6-4AE0-9051-5434D19A5277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3" creationId="{2D3DCA99-84AF-487A-BF72-91C5FA6B0B70}"/>
          </ac:spMkLst>
        </pc:spChg>
        <pc:picChg chg="add mod">
          <ac:chgData name="Romain Rachenne" userId="d05ffb5d262588ec" providerId="LiveId" clId="{CF322D6E-BFD2-4623-864E-E7ECF8D1F27A}" dt="2020-12-11T13:51:49.845" v="470" actId="26606"/>
          <ac:picMkLst>
            <pc:docMk/>
            <pc:sldMk cId="2762460005" sldId="361"/>
            <ac:picMk id="1026" creationId="{08EC1880-7A88-4DF4-A421-3DAD53ACF9DD}"/>
          </ac:picMkLst>
        </pc:pic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5" creationId="{7E1D4427-852B-4B37-8E76-0E9F1810BA2A}"/>
          </ac:cxnSpMkLst>
        </pc:cxn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9" creationId="{6B5B1DD8-6224-4137-8621-32982B00F9FC}"/>
          </ac:cxnSpMkLst>
        </pc:cxnChg>
      </pc:sldChg>
      <pc:sldChg chg="addSp delSp modSp new mod">
        <pc:chgData name="Romain Rachenne" userId="d05ffb5d262588ec" providerId="LiveId" clId="{CF322D6E-BFD2-4623-864E-E7ECF8D1F27A}" dt="2020-12-11T13:48:21.469" v="126"/>
        <pc:sldMkLst>
          <pc:docMk/>
          <pc:sldMk cId="898625174" sldId="362"/>
        </pc:sldMkLst>
        <pc:spChg chg="mod">
          <ac:chgData name="Romain Rachenne" userId="d05ffb5d262588ec" providerId="LiveId" clId="{CF322D6E-BFD2-4623-864E-E7ECF8D1F27A}" dt="2020-12-11T13:46:28.013" v="96" actId="20577"/>
          <ac:spMkLst>
            <pc:docMk/>
            <pc:sldMk cId="898625174" sldId="362"/>
            <ac:spMk id="2" creationId="{7645AE51-41D4-4C77-BFAA-6D691F990D7A}"/>
          </ac:spMkLst>
        </pc:spChg>
        <pc:spChg chg="del">
          <ac:chgData name="Romain Rachenne" userId="d05ffb5d262588ec" providerId="LiveId" clId="{CF322D6E-BFD2-4623-864E-E7ECF8D1F27A}" dt="2020-12-11T13:46:30.043" v="97" actId="478"/>
          <ac:spMkLst>
            <pc:docMk/>
            <pc:sldMk cId="898625174" sldId="362"/>
            <ac:spMk id="3" creationId="{100A1C51-FE69-4AE7-9EA5-BFA57948732D}"/>
          </ac:spMkLst>
        </pc:spChg>
        <pc:picChg chg="add mod">
          <ac:chgData name="Romain Rachenne" userId="d05ffb5d262588ec" providerId="LiveId" clId="{CF322D6E-BFD2-4623-864E-E7ECF8D1F27A}" dt="2020-12-11T13:46:43.093" v="100" actId="1076"/>
          <ac:picMkLst>
            <pc:docMk/>
            <pc:sldMk cId="898625174" sldId="362"/>
            <ac:picMk id="5" creationId="{1E7B6DC3-2499-474E-90E3-2147929D35E1}"/>
          </ac:picMkLst>
        </pc:picChg>
        <pc:picChg chg="add mod">
          <ac:chgData name="Romain Rachenne" userId="d05ffb5d262588ec" providerId="LiveId" clId="{CF322D6E-BFD2-4623-864E-E7ECF8D1F27A}" dt="2020-12-11T13:48:16.969" v="124"/>
          <ac:picMkLst>
            <pc:docMk/>
            <pc:sldMk cId="898625174" sldId="362"/>
            <ac:picMk id="6" creationId="{A6B2B02C-C429-4B83-B0E0-C6DA1AA894CA}"/>
          </ac:picMkLst>
        </pc:picChg>
        <pc:picChg chg="add mod">
          <ac:chgData name="Romain Rachenne" userId="d05ffb5d262588ec" providerId="LiveId" clId="{CF322D6E-BFD2-4623-864E-E7ECF8D1F27A}" dt="2020-12-11T13:48:19.250" v="125"/>
          <ac:picMkLst>
            <pc:docMk/>
            <pc:sldMk cId="898625174" sldId="362"/>
            <ac:picMk id="7" creationId="{69DC47F3-14AD-45BC-9B22-C9ECBC5DE16A}"/>
          </ac:picMkLst>
        </pc:picChg>
        <pc:picChg chg="add mod">
          <ac:chgData name="Romain Rachenne" userId="d05ffb5d262588ec" providerId="LiveId" clId="{CF322D6E-BFD2-4623-864E-E7ECF8D1F27A}" dt="2020-12-11T13:48:21.469" v="126"/>
          <ac:picMkLst>
            <pc:docMk/>
            <pc:sldMk cId="898625174" sldId="362"/>
            <ac:picMk id="8" creationId="{D9BDDD9A-9D62-4180-B089-883DA6E3B8A0}"/>
          </ac:picMkLst>
        </pc:picChg>
      </pc:sldChg>
      <pc:sldChg chg="addSp delSp modSp new mod setBg">
        <pc:chgData name="Romain Rachenne" userId="d05ffb5d262588ec" providerId="LiveId" clId="{CF322D6E-BFD2-4623-864E-E7ECF8D1F27A}" dt="2020-12-16T22:09:59.923" v="1287" actId="1076"/>
        <pc:sldMkLst>
          <pc:docMk/>
          <pc:sldMk cId="978875007" sldId="363"/>
        </pc:sldMkLst>
        <pc:spChg chg="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2" creationId="{BB0E1512-F607-44DA-B649-3AF76BBE6027}"/>
          </ac:spMkLst>
        </pc:spChg>
        <pc:spChg chg="add del 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3" creationId="{E48E0D77-80C9-498E-9733-AFEDFBDF8AA5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8" creationId="{CECF0FC6-D57B-48B6-9036-F4FFD91A4B34}"/>
          </ac:spMkLst>
        </pc:spChg>
        <pc:spChg chg="add mod">
          <ac:chgData name="Romain Rachenne" userId="d05ffb5d262588ec" providerId="LiveId" clId="{CF322D6E-BFD2-4623-864E-E7ECF8D1F27A}" dt="2020-12-16T22:09:59.923" v="1287" actId="1076"/>
          <ac:spMkLst>
            <pc:docMk/>
            <pc:sldMk cId="978875007" sldId="363"/>
            <ac:spMk id="9" creationId="{6DA665DB-7E00-4DCB-88F2-0C3A39D6593D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9" creationId="{FB5993E2-C02B-4335-ABA5-D8EC465551E3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0" creationId="{717A211C-5863-4303-AC3D-AEBFDF6D6A4C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1" creationId="{C0B801A2-5622-4BE8-9AD2-C337A2CD0022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2" creationId="{087519CD-2FFF-42E3-BB0C-FEAA828BA5DB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3" creationId="{B7AF614F-5BC3-4086-99F5-B87C5847A071}"/>
          </ac:spMkLst>
        </pc:spChg>
        <pc:graphicFrameChg chg="add del">
          <ac:chgData name="Romain Rachenne" userId="d05ffb5d262588ec" providerId="LiveId" clId="{CF322D6E-BFD2-4623-864E-E7ECF8D1F27A}" dt="2020-12-11T13:50:57.170" v="394" actId="26606"/>
          <ac:graphicFrameMkLst>
            <pc:docMk/>
            <pc:sldMk cId="978875007" sldId="363"/>
            <ac:graphicFrameMk id="5" creationId="{430EAD09-B587-4127-9462-ED983010100E}"/>
          </ac:graphicFrameMkLst>
        </pc:graphicFrameChg>
        <pc:picChg chg="add mod">
          <ac:chgData name="Romain Rachenne" userId="d05ffb5d262588ec" providerId="LiveId" clId="{CF322D6E-BFD2-4623-864E-E7ECF8D1F27A}" dt="2020-12-16T22:09:48.804" v="1285" actId="1076"/>
          <ac:picMkLst>
            <pc:docMk/>
            <pc:sldMk cId="978875007" sldId="363"/>
            <ac:picMk id="1026" creationId="{67641822-9377-4DA0-903E-BEF41EBB59B8}"/>
          </ac:picMkLst>
        </pc:picChg>
      </pc:sldChg>
      <pc:sldChg chg="addSp delSp modSp add mod setBg delDesignElem">
        <pc:chgData name="Romain Rachenne" userId="d05ffb5d262588ec" providerId="LiveId" clId="{CF322D6E-BFD2-4623-864E-E7ECF8D1F27A}" dt="2020-12-12T08:26:56.862" v="710" actId="478"/>
        <pc:sldMkLst>
          <pc:docMk/>
          <pc:sldMk cId="176205819" sldId="364"/>
        </pc:sldMkLst>
        <pc:spChg chg="del">
          <ac:chgData name="Romain Rachenne" userId="d05ffb5d262588ec" providerId="LiveId" clId="{CF322D6E-BFD2-4623-864E-E7ECF8D1F27A}" dt="2020-12-11T13:55:22.410" v="486" actId="478"/>
          <ac:spMkLst>
            <pc:docMk/>
            <pc:sldMk cId="176205819" sldId="364"/>
            <ac:spMk id="2" creationId="{FE71580B-9410-4883-A9E3-264070983330}"/>
          </ac:spMkLst>
        </pc:spChg>
        <pc:spChg chg="add del mod">
          <ac:chgData name="Romain Rachenne" userId="d05ffb5d262588ec" providerId="LiveId" clId="{CF322D6E-BFD2-4623-864E-E7ECF8D1F27A}" dt="2020-12-12T08:26:56.862" v="710" actId="478"/>
          <ac:spMkLst>
            <pc:docMk/>
            <pc:sldMk cId="176205819" sldId="364"/>
            <ac:spMk id="3" creationId="{4CD7C092-3186-4C7B-9401-149F1B30E29B}"/>
          </ac:spMkLst>
        </pc:spChg>
        <pc:spChg chg="add del mod">
          <ac:chgData name="Romain Rachenne" userId="d05ffb5d262588ec" providerId="LiveId" clId="{CF322D6E-BFD2-4623-864E-E7ECF8D1F27A}" dt="2020-12-11T13:55:26.622" v="487" actId="478"/>
          <ac:spMkLst>
            <pc:docMk/>
            <pc:sldMk cId="176205819" sldId="364"/>
            <ac:spMk id="5" creationId="{433EC059-4574-438E-BF14-06B919346AD0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3" creationId="{2D3DCA99-84AF-487A-BF72-91C5FA6B0B70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8" creationId="{3DE3B93A-6105-4E0D-ABE7-1711117A80FC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9" creationId="{1924D57B-FEC9-4779-B514-732685B876E8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30" creationId="{55EFD2BD-6E0E-4450-A3FF-5D1EA322A38B}"/>
          </ac:spMkLst>
        </pc:spChg>
        <pc:picChg chg="mod ord">
          <ac:chgData name="Romain Rachenne" userId="d05ffb5d262588ec" providerId="LiveId" clId="{CF322D6E-BFD2-4623-864E-E7ECF8D1F27A}" dt="2020-12-11T13:55:59.262" v="496" actId="1076"/>
          <ac:picMkLst>
            <pc:docMk/>
            <pc:sldMk cId="176205819" sldId="364"/>
            <ac:picMk id="1026" creationId="{08EC1880-7A88-4DF4-A421-3DAD53ACF9DD}"/>
          </ac:picMkLst>
        </pc:pic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9" creationId="{6B5B1DD8-6224-4137-8621-32982B00F9FC}"/>
          </ac:cxnSpMkLst>
        </pc:cxnChg>
      </pc:sldChg>
      <pc:sldChg chg="delSp add del setBg delDesignElem">
        <pc:chgData name="Romain Rachenne" userId="d05ffb5d262588ec" providerId="LiveId" clId="{CF322D6E-BFD2-4623-864E-E7ECF8D1F27A}" dt="2020-12-11T13:55:11.649" v="485" actId="47"/>
        <pc:sldMkLst>
          <pc:docMk/>
          <pc:sldMk cId="39645728" sldId="365"/>
        </pc:sldMkLst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3" creationId="{2D3DCA99-84AF-487A-BF72-91C5FA6B0B70}"/>
          </ac:spMkLst>
        </pc:sp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9" creationId="{6B5B1DD8-6224-4137-8621-32982B00F9FC}"/>
          </ac:cxnSpMkLst>
        </pc:cxnChg>
      </pc:sldChg>
      <pc:sldChg chg="addSp delSp modSp add mod setBg delDesignElem">
        <pc:chgData name="Romain Rachenne" userId="d05ffb5d262588ec" providerId="LiveId" clId="{CF322D6E-BFD2-4623-864E-E7ECF8D1F27A}" dt="2020-12-11T13:56:33.435" v="532" actId="1076"/>
        <pc:sldMkLst>
          <pc:docMk/>
          <pc:sldMk cId="3529238834" sldId="365"/>
        </pc:sldMkLst>
        <pc:spChg chg="add mod">
          <ac:chgData name="Romain Rachenne" userId="d05ffb5d262588ec" providerId="LiveId" clId="{CF322D6E-BFD2-4623-864E-E7ECF8D1F27A}" dt="2020-12-11T13:56:33.435" v="532" actId="1076"/>
          <ac:spMkLst>
            <pc:docMk/>
            <pc:sldMk cId="3529238834" sldId="365"/>
            <ac:spMk id="2" creationId="{0A2538A9-A400-4EEB-82ED-63681933C545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30" creationId="{55EFD2BD-6E0E-4450-A3FF-5D1EA322A38B}"/>
          </ac:spMkLst>
        </pc:spChg>
      </pc:sldChg>
      <pc:sldChg chg="addSp modSp add mod">
        <pc:chgData name="Romain Rachenne" userId="d05ffb5d262588ec" providerId="LiveId" clId="{CF322D6E-BFD2-4623-864E-E7ECF8D1F27A}" dt="2020-12-11T13:56:53.751" v="571" actId="1076"/>
        <pc:sldMkLst>
          <pc:docMk/>
          <pc:sldMk cId="270520830" sldId="366"/>
        </pc:sldMkLst>
        <pc:spChg chg="add mod">
          <ac:chgData name="Romain Rachenne" userId="d05ffb5d262588ec" providerId="LiveId" clId="{CF322D6E-BFD2-4623-864E-E7ECF8D1F27A}" dt="2020-12-11T13:56:53.751" v="571" actId="1076"/>
          <ac:spMkLst>
            <pc:docMk/>
            <pc:sldMk cId="270520830" sldId="366"/>
            <ac:spMk id="4" creationId="{3884519C-5F5E-49CB-A393-EC4FD9C42C8F}"/>
          </ac:spMkLst>
        </pc:spChg>
      </pc:sldChg>
      <pc:sldChg chg="add del">
        <pc:chgData name="Romain Rachenne" userId="d05ffb5d262588ec" providerId="LiveId" clId="{CF322D6E-BFD2-4623-864E-E7ECF8D1F27A}" dt="2020-12-11T13:56:09.522" v="498" actId="47"/>
        <pc:sldMkLst>
          <pc:docMk/>
          <pc:sldMk cId="414550008" sldId="366"/>
        </pc:sldMkLst>
      </pc:sldChg>
      <pc:sldChg chg="addSp modSp add del mod">
        <pc:chgData name="Romain Rachenne" userId="d05ffb5d262588ec" providerId="LiveId" clId="{CF322D6E-BFD2-4623-864E-E7ECF8D1F27A}" dt="2020-12-11T13:58:40.604" v="605" actId="47"/>
        <pc:sldMkLst>
          <pc:docMk/>
          <pc:sldMk cId="1134690457" sldId="367"/>
        </pc:sldMkLst>
        <pc:spChg chg="mod">
          <ac:chgData name="Romain Rachenne" userId="d05ffb5d262588ec" providerId="LiveId" clId="{CF322D6E-BFD2-4623-864E-E7ECF8D1F27A}" dt="2020-12-11T13:57:33.672" v="599" actId="1076"/>
          <ac:spMkLst>
            <pc:docMk/>
            <pc:sldMk cId="1134690457" sldId="367"/>
            <ac:spMk id="2" creationId="{0A2538A9-A400-4EEB-82ED-63681933C545}"/>
          </ac:spMkLst>
        </pc:spChg>
        <pc:spChg chg="mod">
          <ac:chgData name="Romain Rachenne" userId="d05ffb5d262588ec" providerId="LiveId" clId="{CF322D6E-BFD2-4623-864E-E7ECF8D1F27A}" dt="2020-12-11T13:57:36.663" v="600" actId="1076"/>
          <ac:spMkLst>
            <pc:docMk/>
            <pc:sldMk cId="1134690457" sldId="367"/>
            <ac:spMk id="4" creationId="{3884519C-5F5E-49CB-A393-EC4FD9C42C8F}"/>
          </ac:spMkLst>
        </pc:spChg>
        <pc:spChg chg="add mod">
          <ac:chgData name="Romain Rachenne" userId="d05ffb5d262588ec" providerId="LiveId" clId="{CF322D6E-BFD2-4623-864E-E7ECF8D1F27A}" dt="2020-12-11T13:58:20.101" v="601" actId="1076"/>
          <ac:spMkLst>
            <pc:docMk/>
            <pc:sldMk cId="1134690457" sldId="367"/>
            <ac:spMk id="5" creationId="{DE13E299-6EE6-44C0-ACC8-0E1A4C17FE32}"/>
          </ac:spMkLst>
        </pc:spChg>
      </pc:sldChg>
      <pc:sldChg chg="addSp modSp add mod">
        <pc:chgData name="Romain Rachenne" userId="d05ffb5d262588ec" providerId="LiveId" clId="{CF322D6E-BFD2-4623-864E-E7ECF8D1F27A}" dt="2020-12-11T13:58:39.066" v="604" actId="1076"/>
        <pc:sldMkLst>
          <pc:docMk/>
          <pc:sldMk cId="133846150" sldId="368"/>
        </pc:sldMkLst>
        <pc:spChg chg="add mod">
          <ac:chgData name="Romain Rachenne" userId="d05ffb5d262588ec" providerId="LiveId" clId="{CF322D6E-BFD2-4623-864E-E7ECF8D1F27A}" dt="2020-12-11T13:58:39.066" v="604" actId="1076"/>
          <ac:spMkLst>
            <pc:docMk/>
            <pc:sldMk cId="133846150" sldId="368"/>
            <ac:spMk id="6" creationId="{50EDE530-23B8-471A-BCFF-FE1C1B2FB67C}"/>
          </ac:spMkLst>
        </pc:spChg>
      </pc:sldChg>
      <pc:sldChg chg="addSp modSp new mod setBg">
        <pc:chgData name="Romain Rachenne" userId="d05ffb5d262588ec" providerId="LiveId" clId="{CF322D6E-BFD2-4623-864E-E7ECF8D1F27A}" dt="2020-12-16T22:10:51.405" v="1298" actId="1076"/>
        <pc:sldMkLst>
          <pc:docMk/>
          <pc:sldMk cId="2926151205" sldId="369"/>
        </pc:sldMkLst>
        <pc:spChg chg="mod">
          <ac:chgData name="Romain Rachenne" userId="d05ffb5d262588ec" providerId="LiveId" clId="{CF322D6E-BFD2-4623-864E-E7ECF8D1F27A}" dt="2020-12-13T23:10:56.169" v="995" actId="20577"/>
          <ac:spMkLst>
            <pc:docMk/>
            <pc:sldMk cId="2926151205" sldId="369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6T19:21:11.229" v="1226" actId="115"/>
          <ac:spMkLst>
            <pc:docMk/>
            <pc:sldMk cId="2926151205" sldId="369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8" creationId="{CECF0FC6-D57B-48B6-9036-F4FFD91A4B34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0" creationId="{717A211C-5863-4303-AC3D-AEBFDF6D6A4C}"/>
          </ac:spMkLst>
        </pc:spChg>
        <pc:spChg chg="add mod">
          <ac:chgData name="Romain Rachenne" userId="d05ffb5d262588ec" providerId="LiveId" clId="{CF322D6E-BFD2-4623-864E-E7ECF8D1F27A}" dt="2020-12-16T22:10:51.405" v="1298" actId="1076"/>
          <ac:spMkLst>
            <pc:docMk/>
            <pc:sldMk cId="2926151205" sldId="369"/>
            <ac:spMk id="11" creationId="{1A1C59EA-F08B-46EF-A639-E490F35653EC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2" creationId="{087519CD-2FFF-42E3-BB0C-FEAA828BA5DB}"/>
          </ac:spMkLst>
        </pc:spChg>
        <pc:picChg chg="add mod">
          <ac:chgData name="Romain Rachenne" userId="d05ffb5d262588ec" providerId="LiveId" clId="{CF322D6E-BFD2-4623-864E-E7ECF8D1F27A}" dt="2020-12-16T22:10:09.437" v="1289" actId="14100"/>
          <ac:picMkLst>
            <pc:docMk/>
            <pc:sldMk cId="2926151205" sldId="369"/>
            <ac:picMk id="7" creationId="{99C61B0A-A8EE-4829-966E-25BF9D9E2A2B}"/>
          </ac:picMkLst>
        </pc:picChg>
        <pc:picChg chg="add mod">
          <ac:chgData name="Romain Rachenne" userId="d05ffb5d262588ec" providerId="LiveId" clId="{CF322D6E-BFD2-4623-864E-E7ECF8D1F27A}" dt="2020-12-16T22:10:42.107" v="1295" actId="1076"/>
          <ac:picMkLst>
            <pc:docMk/>
            <pc:sldMk cId="2926151205" sldId="369"/>
            <ac:picMk id="2050" creationId="{321FCFE3-FAA5-4415-917E-16D1F3D72F52}"/>
          </ac:picMkLst>
        </pc:picChg>
      </pc:sldChg>
      <pc:sldChg chg="delSp add setBg delDesignElem">
        <pc:chgData name="Romain Rachenne" userId="d05ffb5d262588ec" providerId="LiveId" clId="{CF322D6E-BFD2-4623-864E-E7ECF8D1F27A}" dt="2020-12-12T08:26:53.858" v="709"/>
        <pc:sldMkLst>
          <pc:docMk/>
          <pc:sldMk cId="127786757" sldId="370"/>
        </pc:sldMkLst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30" creationId="{55EFD2BD-6E0E-4450-A3FF-5D1EA322A38B}"/>
          </ac:spMkLst>
        </pc:spChg>
      </pc:sldChg>
      <pc:sldChg chg="addSp delSp modSp new del mod ord">
        <pc:chgData name="Romain Rachenne" userId="d05ffb5d262588ec" providerId="LiveId" clId="{CF322D6E-BFD2-4623-864E-E7ECF8D1F27A}" dt="2020-12-13T23:14:22.703" v="1129" actId="47"/>
        <pc:sldMkLst>
          <pc:docMk/>
          <pc:sldMk cId="857545438" sldId="371"/>
        </pc:sldMkLst>
        <pc:spChg chg="mod">
          <ac:chgData name="Romain Rachenne" userId="d05ffb5d262588ec" providerId="LiveId" clId="{CF322D6E-BFD2-4623-864E-E7ECF8D1F27A}" dt="2020-12-13T23:12:03.185" v="1022" actId="20577"/>
          <ac:spMkLst>
            <pc:docMk/>
            <pc:sldMk cId="857545438" sldId="371"/>
            <ac:spMk id="2" creationId="{846570B3-D119-4384-A0BA-74C1D4070C96}"/>
          </ac:spMkLst>
        </pc:spChg>
        <pc:spChg chg="del">
          <ac:chgData name="Romain Rachenne" userId="d05ffb5d262588ec" providerId="LiveId" clId="{CF322D6E-BFD2-4623-864E-E7ECF8D1F27A}" dt="2020-12-12T08:35:22.910" v="747" actId="22"/>
          <ac:spMkLst>
            <pc:docMk/>
            <pc:sldMk cId="857545438" sldId="371"/>
            <ac:spMk id="3" creationId="{8E8C5E50-6FB9-4C86-8319-7CB6D680655D}"/>
          </ac:spMkLst>
        </pc:spChg>
        <pc:picChg chg="add mod ord">
          <ac:chgData name="Romain Rachenne" userId="d05ffb5d262588ec" providerId="LiveId" clId="{CF322D6E-BFD2-4623-864E-E7ECF8D1F27A}" dt="2020-12-12T08:35:27.218" v="749" actId="1076"/>
          <ac:picMkLst>
            <pc:docMk/>
            <pc:sldMk cId="857545438" sldId="371"/>
            <ac:picMk id="5" creationId="{88A2B33F-03F1-4433-9AE2-5F48062C2FA5}"/>
          </ac:picMkLst>
        </pc:picChg>
      </pc:sldChg>
      <pc:sldChg chg="new del">
        <pc:chgData name="Romain Rachenne" userId="d05ffb5d262588ec" providerId="LiveId" clId="{CF322D6E-BFD2-4623-864E-E7ECF8D1F27A}" dt="2020-12-13T23:13:06.012" v="1082" actId="47"/>
        <pc:sldMkLst>
          <pc:docMk/>
          <pc:sldMk cId="1330143955" sldId="372"/>
        </pc:sldMkLst>
      </pc:sldChg>
      <pc:sldChg chg="addSp delSp modSp new mod ord">
        <pc:chgData name="Romain Rachenne" userId="d05ffb5d262588ec" providerId="LiveId" clId="{CF322D6E-BFD2-4623-864E-E7ECF8D1F27A}" dt="2020-12-13T23:13:31.968" v="1119" actId="113"/>
        <pc:sldMkLst>
          <pc:docMk/>
          <pc:sldMk cId="2723624683" sldId="373"/>
        </pc:sldMkLst>
        <pc:spChg chg="mod">
          <ac:chgData name="Romain Rachenne" userId="d05ffb5d262588ec" providerId="LiveId" clId="{CF322D6E-BFD2-4623-864E-E7ECF8D1F27A}" dt="2020-12-12T08:37:22.432" v="869" actId="20577"/>
          <ac:spMkLst>
            <pc:docMk/>
            <pc:sldMk cId="2723624683" sldId="373"/>
            <ac:spMk id="2" creationId="{CFFA8395-6896-4188-88AC-D4D7A6E5B4D2}"/>
          </ac:spMkLst>
        </pc:spChg>
        <pc:spChg chg="del">
          <ac:chgData name="Romain Rachenne" userId="d05ffb5d262588ec" providerId="LiveId" clId="{CF322D6E-BFD2-4623-864E-E7ECF8D1F27A}" dt="2020-12-12T08:37:26.860" v="870" actId="3680"/>
          <ac:spMkLst>
            <pc:docMk/>
            <pc:sldMk cId="2723624683" sldId="373"/>
            <ac:spMk id="3" creationId="{4D5E4F0C-4479-44A8-81ED-C586A7E1F3ED}"/>
          </ac:spMkLst>
        </pc:spChg>
        <pc:spChg chg="add mod">
          <ac:chgData name="Romain Rachenne" userId="d05ffb5d262588ec" providerId="LiveId" clId="{CF322D6E-BFD2-4623-864E-E7ECF8D1F27A}" dt="2020-12-13T23:13:31.968" v="1119" actId="113"/>
          <ac:spMkLst>
            <pc:docMk/>
            <pc:sldMk cId="2723624683" sldId="373"/>
            <ac:spMk id="10" creationId="{81C297CD-BADE-4062-9DD2-6432E17EAA85}"/>
          </ac:spMkLst>
        </pc:spChg>
        <pc:graphicFrameChg chg="add del mod ord modGraphic">
          <ac:chgData name="Romain Rachenne" userId="d05ffb5d262588ec" providerId="LiveId" clId="{CF322D6E-BFD2-4623-864E-E7ECF8D1F27A}" dt="2020-12-12T08:38:34.508" v="922" actId="478"/>
          <ac:graphicFrameMkLst>
            <pc:docMk/>
            <pc:sldMk cId="2723624683" sldId="373"/>
            <ac:graphicFrameMk id="4" creationId="{8B46265E-28BC-48AB-AF1D-7C006D10D097}"/>
          </ac:graphicFrameMkLst>
        </pc:graphicFrameChg>
        <pc:picChg chg="add mod">
          <ac:chgData name="Romain Rachenne" userId="d05ffb5d262588ec" providerId="LiveId" clId="{CF322D6E-BFD2-4623-864E-E7ECF8D1F27A}" dt="2020-12-13T23:09:57.683" v="978" actId="1076"/>
          <ac:picMkLst>
            <pc:docMk/>
            <pc:sldMk cId="2723624683" sldId="373"/>
            <ac:picMk id="4" creationId="{46838A37-5E83-449B-B73D-BDC6D54C4B0E}"/>
          </ac:picMkLst>
        </pc:picChg>
        <pc:picChg chg="add del mod">
          <ac:chgData name="Romain Rachenne" userId="d05ffb5d262588ec" providerId="LiveId" clId="{CF322D6E-BFD2-4623-864E-E7ECF8D1F27A}" dt="2020-12-12T08:38:05.720" v="887" actId="21"/>
          <ac:picMkLst>
            <pc:docMk/>
            <pc:sldMk cId="2723624683" sldId="373"/>
            <ac:picMk id="6" creationId="{DECD3471-DA23-4F54-97A6-B22762FE552A}"/>
          </ac:picMkLst>
        </pc:picChg>
        <pc:picChg chg="add del mod">
          <ac:chgData name="Romain Rachenne" userId="d05ffb5d262588ec" providerId="LiveId" clId="{CF322D6E-BFD2-4623-864E-E7ECF8D1F27A}" dt="2020-12-12T08:38:07.620" v="889"/>
          <ac:picMkLst>
            <pc:docMk/>
            <pc:sldMk cId="2723624683" sldId="373"/>
            <ac:picMk id="7" creationId="{169C2217-8DFB-4D8E-86F7-48224CCE7E42}"/>
          </ac:picMkLst>
        </pc:picChg>
        <pc:picChg chg="add mod">
          <ac:chgData name="Romain Rachenne" userId="d05ffb5d262588ec" providerId="LiveId" clId="{CF322D6E-BFD2-4623-864E-E7ECF8D1F27A}" dt="2020-12-12T14:27:49.686" v="976" actId="1076"/>
          <ac:picMkLst>
            <pc:docMk/>
            <pc:sldMk cId="2723624683" sldId="373"/>
            <ac:picMk id="8" creationId="{9DCE3508-FECF-4C91-B347-B3CA7076C947}"/>
          </ac:picMkLst>
        </pc:picChg>
      </pc:sldChg>
      <pc:sldChg chg="addSp delSp modSp add mod setBg delDesignElem">
        <pc:chgData name="Romain Rachenne" userId="d05ffb5d262588ec" providerId="LiveId" clId="{CF322D6E-BFD2-4623-864E-E7ECF8D1F27A}" dt="2020-12-16T22:12:15.584" v="1327" actId="20577"/>
        <pc:sldMkLst>
          <pc:docMk/>
          <pc:sldMk cId="414093608" sldId="374"/>
        </pc:sldMkLst>
        <pc:spChg chg="mod">
          <ac:chgData name="Romain Rachenne" userId="d05ffb5d262588ec" providerId="LiveId" clId="{CF322D6E-BFD2-4623-864E-E7ECF8D1F27A}" dt="2020-12-13T23:11:10.260" v="999" actId="20577"/>
          <ac:spMkLst>
            <pc:docMk/>
            <pc:sldMk cId="414093608" sldId="374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6T22:12:15.584" v="1327" actId="20577"/>
          <ac:spMkLst>
            <pc:docMk/>
            <pc:sldMk cId="414093608" sldId="374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5" creationId="{CECF0FC6-D57B-48B6-9036-F4FFD91A4B34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6" creationId="{717A211C-5863-4303-AC3D-AEBFDF6D6A4C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7" creationId="{087519CD-2FFF-42E3-BB0C-FEAA828BA5DB}"/>
          </ac:spMkLst>
        </pc:spChg>
        <pc:spChg chg="add mod">
          <ac:chgData name="Romain Rachenne" userId="d05ffb5d262588ec" providerId="LiveId" clId="{CF322D6E-BFD2-4623-864E-E7ECF8D1F27A}" dt="2020-12-16T22:11:19.855" v="1306" actId="1076"/>
          <ac:spMkLst>
            <pc:docMk/>
            <pc:sldMk cId="414093608" sldId="374"/>
            <ac:spMk id="8" creationId="{862DE720-BB9A-4B26-AEAB-2D8A3A552BA0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8" creationId="{CECF0FC6-D57B-48B6-9036-F4FFD91A4B34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0" creationId="{717A211C-5863-4303-AC3D-AEBFDF6D6A4C}"/>
          </ac:spMkLst>
        </pc:spChg>
        <pc:spChg chg="add mod">
          <ac:chgData name="Romain Rachenne" userId="d05ffb5d262588ec" providerId="LiveId" clId="{CF322D6E-BFD2-4623-864E-E7ECF8D1F27A}" dt="2020-12-16T22:11:58.938" v="1317" actId="1076"/>
          <ac:spMkLst>
            <pc:docMk/>
            <pc:sldMk cId="414093608" sldId="374"/>
            <ac:spMk id="11" creationId="{45304336-5740-4C2E-B6B8-42B6A83B5CCF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2" creationId="{087519CD-2FFF-42E3-BB0C-FEAA828BA5DB}"/>
          </ac:spMkLst>
        </pc:spChg>
        <pc:picChg chg="add mod">
          <ac:chgData name="Romain Rachenne" userId="d05ffb5d262588ec" providerId="LiveId" clId="{CF322D6E-BFD2-4623-864E-E7ECF8D1F27A}" dt="2020-12-16T22:11:51.496" v="1315" actId="1076"/>
          <ac:picMkLst>
            <pc:docMk/>
            <pc:sldMk cId="414093608" sldId="374"/>
            <ac:picMk id="3074" creationId="{A7DD52AF-9077-458D-B686-FF45F4CAE005}"/>
          </ac:picMkLst>
        </pc:picChg>
        <pc:picChg chg="add mod">
          <ac:chgData name="Romain Rachenne" userId="d05ffb5d262588ec" providerId="LiveId" clId="{CF322D6E-BFD2-4623-864E-E7ECF8D1F27A}" dt="2020-12-16T22:11:54.099" v="1316" actId="14100"/>
          <ac:picMkLst>
            <pc:docMk/>
            <pc:sldMk cId="414093608" sldId="374"/>
            <ac:picMk id="3076" creationId="{EB531B4D-5F07-4A1E-8C57-BAB620A2F891}"/>
          </ac:picMkLst>
        </pc:picChg>
      </pc:sldChg>
      <pc:sldChg chg="addSp delSp modSp new mod ord setBg">
        <pc:chgData name="Romain Rachenne" userId="d05ffb5d262588ec" providerId="LiveId" clId="{CF322D6E-BFD2-4623-864E-E7ECF8D1F27A}" dt="2020-12-13T23:13:46.501" v="1120" actId="26606"/>
        <pc:sldMkLst>
          <pc:docMk/>
          <pc:sldMk cId="1458452696" sldId="375"/>
        </pc:sldMkLst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" creationId="{E29A7418-3DD6-4544-B3A5-A741128A65A6}"/>
          </ac:spMkLst>
        </pc:spChg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" creationId="{37DF7E83-EB5C-4677-A2C7-02AA6140C7D7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0" creationId="{52ABB703-2B0E-4C3B-B4A2-F3973548E561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4" creationId="{E95DA498-D9A2-4DA9-B9DA-B3776E08CF7E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6" creationId="{82A73093-4B9D-420D-B17E-52293703A1D4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1" creationId="{52C0B2E1-0268-42EC-ABD3-94F81A05BCBD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3" creationId="{7D2256B4-48EA-40FC-BBC0-AA1EE6E0080C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7" creationId="{8C6E698C-8155-4B8B-BDC9-B7299772B509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1" creationId="{8A549DE7-671D-4575-AF43-858FD99981CF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3" creationId="{C22D9B36-9BE7-472B-8808-7E0D6810738F}"/>
          </ac:spMkLst>
        </pc:spChg>
        <pc:picChg chg="add del">
          <ac:chgData name="Romain Rachenne" userId="d05ffb5d262588ec" providerId="LiveId" clId="{CF322D6E-BFD2-4623-864E-E7ECF8D1F27A}" dt="2020-12-13T23:12:35.378" v="1059" actId="478"/>
          <ac:picMkLst>
            <pc:docMk/>
            <pc:sldMk cId="1458452696" sldId="375"/>
            <ac:picMk id="7" creationId="{AB85E0D2-476A-46B7-B0A8-AE417E26649E}"/>
          </ac:picMkLst>
        </pc:picChg>
        <pc:cxnChg chg="add del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12" creationId="{9C21570E-E159-49A6-9891-FA397B7A92D3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5" creationId="{3D44BCCA-102D-4A9D-B1E4-2450CAF0B05E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9" creationId="{09525C9A-1972-4836-BA7A-706C946EF4DA}"/>
          </ac:cxnSpMkLst>
        </pc:cxnChg>
      </pc:sldChg>
      <pc:sldChg chg="modSp new del mod">
        <pc:chgData name="Romain Rachenne" userId="d05ffb5d262588ec" providerId="LiveId" clId="{CF322D6E-BFD2-4623-864E-E7ECF8D1F27A}" dt="2020-12-13T23:11:33.473" v="1008" actId="47"/>
        <pc:sldMkLst>
          <pc:docMk/>
          <pc:sldMk cId="2963136432" sldId="375"/>
        </pc:sldMkLst>
        <pc:spChg chg="mod">
          <ac:chgData name="Romain Rachenne" userId="d05ffb5d262588ec" providerId="LiveId" clId="{CF322D6E-BFD2-4623-864E-E7ECF8D1F27A}" dt="2020-12-13T23:11:29.146" v="1007" actId="20577"/>
          <ac:spMkLst>
            <pc:docMk/>
            <pc:sldMk cId="2963136432" sldId="375"/>
            <ac:spMk id="2" creationId="{1749714E-685C-48CE-97A4-FCC958B29CA3}"/>
          </ac:spMkLst>
        </pc:spChg>
      </pc:sldChg>
      <pc:sldChg chg="addSp delSp modSp add mod">
        <pc:chgData name="Romain Rachenne" userId="d05ffb5d262588ec" providerId="LiveId" clId="{CF322D6E-BFD2-4623-864E-E7ECF8D1F27A}" dt="2020-12-13T23:14:16.245" v="1128" actId="20577"/>
        <pc:sldMkLst>
          <pc:docMk/>
          <pc:sldMk cId="116491300" sldId="376"/>
        </pc:sldMkLst>
        <pc:spChg chg="mod">
          <ac:chgData name="Romain Rachenne" userId="d05ffb5d262588ec" providerId="LiveId" clId="{CF322D6E-BFD2-4623-864E-E7ECF8D1F27A}" dt="2020-12-13T23:14:16.245" v="1128" actId="20577"/>
          <ac:spMkLst>
            <pc:docMk/>
            <pc:sldMk cId="116491300" sldId="376"/>
            <ac:spMk id="2" creationId="{E29A7418-3DD6-4544-B3A5-A741128A65A6}"/>
          </ac:spMkLst>
        </pc:spChg>
        <pc:spChg chg="del mod">
          <ac:chgData name="Romain Rachenne" userId="d05ffb5d262588ec" providerId="LiveId" clId="{CF322D6E-BFD2-4623-864E-E7ECF8D1F27A}" dt="2020-12-13T23:14:13.839" v="1126" actId="22"/>
          <ac:spMkLst>
            <pc:docMk/>
            <pc:sldMk cId="116491300" sldId="376"/>
            <ac:spMk id="3" creationId="{37DF7E83-EB5C-4677-A2C7-02AA6140C7D7}"/>
          </ac:spMkLst>
        </pc:spChg>
        <pc:picChg chg="add mod ord">
          <ac:chgData name="Romain Rachenne" userId="d05ffb5d262588ec" providerId="LiveId" clId="{CF322D6E-BFD2-4623-864E-E7ECF8D1F27A}" dt="2020-12-13T23:14:13.839" v="1126" actId="22"/>
          <ac:picMkLst>
            <pc:docMk/>
            <pc:sldMk cId="116491300" sldId="376"/>
            <ac:picMk id="5" creationId="{B7E2A564-964E-4FB5-B321-777221CA5B36}"/>
          </ac:picMkLst>
        </pc:picChg>
        <pc:picChg chg="add del mod">
          <ac:chgData name="Romain Rachenne" userId="d05ffb5d262588ec" providerId="LiveId" clId="{CF322D6E-BFD2-4623-864E-E7ECF8D1F27A}" dt="2020-12-13T23:14:10.387" v="1124" actId="478"/>
          <ac:picMkLst>
            <pc:docMk/>
            <pc:sldMk cId="116491300" sldId="376"/>
            <ac:picMk id="11" creationId="{990C38FD-D5A2-42AF-BFA1-55C5B0DFA075}"/>
          </ac:picMkLst>
        </pc:picChg>
      </pc:sldChg>
      <pc:sldChg chg="addSp delSp modSp new mod setBg">
        <pc:chgData name="Romain Rachenne" userId="d05ffb5d262588ec" providerId="LiveId" clId="{CF322D6E-BFD2-4623-864E-E7ECF8D1F27A}" dt="2020-12-16T22:14:04.251" v="1403" actId="15"/>
        <pc:sldMkLst>
          <pc:docMk/>
          <pc:sldMk cId="416820420" sldId="377"/>
        </pc:sldMkLst>
        <pc:spChg chg="add del">
          <ac:chgData name="Romain Rachenne" userId="d05ffb5d262588ec" providerId="LiveId" clId="{CF322D6E-BFD2-4623-864E-E7ECF8D1F27A}" dt="2020-12-16T22:13:06.701" v="1332" actId="26606"/>
          <ac:spMkLst>
            <pc:docMk/>
            <pc:sldMk cId="416820420" sldId="377"/>
            <ac:spMk id="2" creationId="{8B668AB9-6D6B-4CB6-A63A-AF8CC4C0B654}"/>
          </ac:spMkLst>
        </pc:spChg>
        <pc:spChg chg="add del">
          <ac:chgData name="Romain Rachenne" userId="d05ffb5d262588ec" providerId="LiveId" clId="{CF322D6E-BFD2-4623-864E-E7ECF8D1F27A}" dt="2020-12-16T22:13:06.701" v="1332" actId="26606"/>
          <ac:spMkLst>
            <pc:docMk/>
            <pc:sldMk cId="416820420" sldId="377"/>
            <ac:spMk id="3" creationId="{0D20570F-7B77-4CB4-9978-F7AD2A7BA526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1" creationId="{C2579DAE-C141-48DB-810E-C070C300819E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3" creationId="{02FD90C3-6350-4D5B-9738-6E94EDF30F74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5" creationId="{41497DE5-0939-4D1D-9350-0C5E1B209C68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7" creationId="{5CCC70ED-6C63-4537-B7EB-51990D6C0A6F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78" creationId="{5CF81D86-BDBA-477C-B7DD-8D359BB9965B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9" creationId="{B76E24C1-2968-40DC-A36E-F6B85F0F0752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1" creationId="{10162E77-11AD-44A7-84EC-40C59EEFBD2E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82" creationId="{88AA064E-5F6E-4024-BC28-EDDC3DFC70E1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84" creationId="{03B29638-4838-4B9B-B9DB-96E542BAF3E6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5" creationId="{6329CBCE-21AE-419D-AC1F-8ACF510A6670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7" creationId="{FF2DA012-1414-493D-888F-5D99D0BDA322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0" creationId="{5CF81D86-BDBA-477C-B7DD-8D359BB9965B}"/>
          </ac:spMkLst>
        </pc:spChg>
        <pc:spChg chg="add del">
          <ac:chgData name="Romain Rachenne" userId="d05ffb5d262588ec" providerId="LiveId" clId="{CF322D6E-BFD2-4623-864E-E7ECF8D1F27A}" dt="2020-12-16T22:13:08.233" v="1333" actId="478"/>
          <ac:spMkLst>
            <pc:docMk/>
            <pc:sldMk cId="416820420" sldId="377"/>
            <ac:spMk id="4101" creationId="{8B668AB9-6D6B-4CB6-A63A-AF8CC4C0B654}"/>
          </ac:spMkLst>
        </pc:spChg>
        <pc:spChg chg="add del mod ord">
          <ac:chgData name="Romain Rachenne" userId="d05ffb5d262588ec" providerId="LiveId" clId="{CF322D6E-BFD2-4623-864E-E7ECF8D1F27A}" dt="2020-12-16T22:14:04.251" v="1403" actId="15"/>
          <ac:spMkLst>
            <pc:docMk/>
            <pc:sldMk cId="416820420" sldId="377"/>
            <ac:spMk id="4103" creationId="{0D20570F-7B77-4CB4-9978-F7AD2A7BA526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4" creationId="{88AA064E-5F6E-4024-BC28-EDDC3DFC70E1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5" creationId="{03B29638-4838-4B9B-B9DB-96E542BAF3E6}"/>
          </ac:spMkLst>
        </pc:spChg>
        <pc:spChg chg="add del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4107" creationId="{990D0034-F768-41E7-85D4-F38C4DE85770}"/>
          </ac:spMkLst>
        </pc:spChg>
        <pc:picChg chg="add mod ord">
          <ac:chgData name="Romain Rachenne" userId="d05ffb5d262588ec" providerId="LiveId" clId="{CF322D6E-BFD2-4623-864E-E7ECF8D1F27A}" dt="2020-12-16T22:13:50.410" v="1396" actId="26606"/>
          <ac:picMkLst>
            <pc:docMk/>
            <pc:sldMk cId="416820420" sldId="377"/>
            <ac:picMk id="4098" creationId="{5733924A-1216-40F7-9FFF-AC3253CB3918}"/>
          </ac:picMkLst>
        </pc:picChg>
        <pc:cxnChg chg="add del">
          <ac:chgData name="Romain Rachenne" userId="d05ffb5d262588ec" providerId="LiveId" clId="{CF322D6E-BFD2-4623-864E-E7ECF8D1F27A}" dt="2020-12-16T22:13:42.353" v="1392" actId="26606"/>
          <ac:cxnSpMkLst>
            <pc:docMk/>
            <pc:sldMk cId="416820420" sldId="377"/>
            <ac:cxnSpMk id="80" creationId="{C65F3E9C-EF11-4F8F-A621-399C7A3E6401}"/>
          </ac:cxnSpMkLst>
        </pc:cxnChg>
        <pc:cxnChg chg="add">
          <ac:chgData name="Romain Rachenne" userId="d05ffb5d262588ec" providerId="LiveId" clId="{CF322D6E-BFD2-4623-864E-E7ECF8D1F27A}" dt="2020-12-16T22:13:50.410" v="1396" actId="26606"/>
          <ac:cxnSpMkLst>
            <pc:docMk/>
            <pc:sldMk cId="416820420" sldId="377"/>
            <ac:cxnSpMk id="83" creationId="{5AB158E9-1B40-4CD6-95F0-95CA11DF7B7A}"/>
          </ac:cxnSpMkLst>
        </pc:cxnChg>
        <pc:cxnChg chg="add del">
          <ac:chgData name="Romain Rachenne" userId="d05ffb5d262588ec" providerId="LiveId" clId="{CF322D6E-BFD2-4623-864E-E7ECF8D1F27A}" dt="2020-12-16T22:13:43.502" v="1395" actId="26606"/>
          <ac:cxnSpMkLst>
            <pc:docMk/>
            <pc:sldMk cId="416820420" sldId="377"/>
            <ac:cxnSpMk id="4102" creationId="{C65F3E9C-EF11-4F8F-A621-399C7A3E6401}"/>
          </ac:cxnSpMkLst>
        </pc:cxnChg>
        <pc:cxnChg chg="add del">
          <ac:chgData name="Romain Rachenne" userId="d05ffb5d262588ec" providerId="LiveId" clId="{CF322D6E-BFD2-4623-864E-E7ECF8D1F27A}" dt="2020-12-16T22:13:50.410" v="1396" actId="26606"/>
          <ac:cxnSpMkLst>
            <pc:docMk/>
            <pc:sldMk cId="416820420" sldId="377"/>
            <ac:cxnSpMk id="4108" creationId="{5A0A5CF6-407C-4691-8122-49DF69D0020D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_wZqoVS1Jdw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_wZqoVS1Jdw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C0DF02-8EEE-4D18-816A-B78F1DA731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9A5FF8-939D-4E95-93B8-A1256EE86BDF}">
      <dgm:prSet custT="1"/>
      <dgm:spPr/>
      <dgm:t>
        <a:bodyPr anchor="t"/>
        <a:lstStyle/>
        <a:p>
          <a:pPr algn="ctr"/>
          <a:r>
            <a:rPr lang="fr-FR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Ouvrir la pince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Attendre deux secondes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Fermer la pince</a:t>
          </a:r>
        </a:p>
        <a:p>
          <a:pPr algn="l"/>
          <a:endParaRPr lang="fr-FR" sz="2000" dirty="0">
            <a:effectLst/>
            <a:latin typeface="Calibri" panose="020F0502020204030204" pitchFamily="34" charset="0"/>
            <a:cs typeface="Times New Roman" panose="02020603050405020304" pitchFamily="18" charset="0"/>
          </a:endParaRPr>
        </a:p>
      </dgm:t>
    </dgm:pt>
    <dgm:pt modelId="{92570270-FD24-487D-B396-382625B7858C}" type="parTrans" cxnId="{1936D300-7039-464D-826A-25D531E0BCDB}">
      <dgm:prSet/>
      <dgm:spPr/>
      <dgm:t>
        <a:bodyPr/>
        <a:lstStyle/>
        <a:p>
          <a:endParaRPr lang="en-US"/>
        </a:p>
      </dgm:t>
    </dgm:pt>
    <dgm:pt modelId="{6417EC9C-1503-4976-B2F0-5067725D2BEF}" type="sibTrans" cxnId="{1936D300-7039-464D-826A-25D531E0BCDB}">
      <dgm:prSet phldrT="01"/>
      <dgm:spPr/>
      <dgm:t>
        <a:bodyPr/>
        <a:lstStyle/>
        <a:p>
          <a:endParaRPr lang="en-US" dirty="0"/>
        </a:p>
      </dgm:t>
    </dgm:pt>
    <dgm:pt modelId="{6DE10F94-A6D3-4EDE-9D91-7319F93F236F}">
      <dgm:prSet custT="1"/>
      <dgm:spPr/>
      <dgm:t>
        <a:bodyPr anchor="t"/>
        <a:lstStyle/>
        <a:p>
          <a:pPr algn="ctr"/>
          <a:r>
            <a:rPr lang="fr-FR" sz="1800" b="1" dirty="0"/>
            <a:t>Objectif 2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Fermer la pince pour attraper un objet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Faire demi-tour</a:t>
          </a:r>
        </a:p>
        <a:p>
          <a:pPr algn="l"/>
          <a:r>
            <a: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Ouvrir la pince pour déposer l’objet</a:t>
          </a:r>
          <a:r>
            <a:rPr lang="fr-FR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fr-FR" sz="2000" dirty="0"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992022B0-F83C-4C5D-902B-2899CCCBE7A8}" type="parTrans" cxnId="{5F44BF76-872D-4D03-B2F9-6BBA19309E90}">
      <dgm:prSet/>
      <dgm:spPr/>
      <dgm:t>
        <a:bodyPr/>
        <a:lstStyle/>
        <a:p>
          <a:endParaRPr lang="en-US"/>
        </a:p>
      </dgm:t>
    </dgm:pt>
    <dgm:pt modelId="{A2102A32-FD06-47AD-8F93-1EA3B1A89247}" type="sibTrans" cxnId="{5F44BF76-872D-4D03-B2F9-6BBA19309E90}">
      <dgm:prSet phldrT="02"/>
      <dgm:spPr/>
      <dgm:t>
        <a:bodyPr/>
        <a:lstStyle/>
        <a:p>
          <a:endParaRPr lang="en-US" dirty="0"/>
        </a:p>
      </dgm:t>
    </dgm:pt>
    <dgm:pt modelId="{2E2A580D-79A1-40E6-A629-FEB05D77D742}" type="pres">
      <dgm:prSet presAssocID="{93C0DF02-8EEE-4D18-816A-B78F1DA731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6F9097C2-39B0-41BA-9C15-0256D44C7044}" type="pres">
      <dgm:prSet presAssocID="{969A5FF8-939D-4E95-93B8-A1256EE86BDF}" presName="hierRoot1" presStyleCnt="0"/>
      <dgm:spPr/>
    </dgm:pt>
    <dgm:pt modelId="{BA888BBC-6986-4BB5-BF31-2013D4578755}" type="pres">
      <dgm:prSet presAssocID="{969A5FF8-939D-4E95-93B8-A1256EE86BDF}" presName="composite" presStyleCnt="0"/>
      <dgm:spPr/>
    </dgm:pt>
    <dgm:pt modelId="{FEA00E6B-CACE-4B52-BDF1-9F5C5E168D95}" type="pres">
      <dgm:prSet presAssocID="{969A5FF8-939D-4E95-93B8-A1256EE86BDF}" presName="background" presStyleLbl="node0" presStyleIdx="0" presStyleCnt="2"/>
      <dgm:spPr/>
    </dgm:pt>
    <dgm:pt modelId="{572BCD18-3A22-4473-BE43-A7E6B742775F}" type="pres">
      <dgm:prSet presAssocID="{969A5FF8-939D-4E95-93B8-A1256EE86BDF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83B1AF5-3648-48CE-83B4-295E6225EFAA}" type="pres">
      <dgm:prSet presAssocID="{969A5FF8-939D-4E95-93B8-A1256EE86BDF}" presName="hierChild2" presStyleCnt="0"/>
      <dgm:spPr/>
    </dgm:pt>
    <dgm:pt modelId="{AC8185EC-27F1-4B9C-AD07-D4CDB6BA6437}" type="pres">
      <dgm:prSet presAssocID="{6DE10F94-A6D3-4EDE-9D91-7319F93F236F}" presName="hierRoot1" presStyleCnt="0"/>
      <dgm:spPr/>
    </dgm:pt>
    <dgm:pt modelId="{02227296-4342-4E64-B38D-62CFBC02E1F4}" type="pres">
      <dgm:prSet presAssocID="{6DE10F94-A6D3-4EDE-9D91-7319F93F236F}" presName="composite" presStyleCnt="0"/>
      <dgm:spPr/>
    </dgm:pt>
    <dgm:pt modelId="{604E7629-8640-4C01-8DF0-CAB46B8F3F4B}" type="pres">
      <dgm:prSet presAssocID="{6DE10F94-A6D3-4EDE-9D91-7319F93F236F}" presName="background" presStyleLbl="node0" presStyleIdx="1" presStyleCnt="2"/>
      <dgm:spPr/>
    </dgm:pt>
    <dgm:pt modelId="{C51E26D7-A931-425D-8050-37CABC86090B}" type="pres">
      <dgm:prSet presAssocID="{6DE10F94-A6D3-4EDE-9D91-7319F93F236F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D39A774-DFB0-4AA4-BF03-F489FC1CD95F}" type="pres">
      <dgm:prSet presAssocID="{6DE10F94-A6D3-4EDE-9D91-7319F93F236F}" presName="hierChild2" presStyleCnt="0"/>
      <dgm:spPr/>
    </dgm:pt>
  </dgm:ptLst>
  <dgm:cxnLst>
    <dgm:cxn modelId="{5F44BF76-872D-4D03-B2F9-6BBA19309E90}" srcId="{93C0DF02-8EEE-4D18-816A-B78F1DA7314C}" destId="{6DE10F94-A6D3-4EDE-9D91-7319F93F236F}" srcOrd="1" destOrd="0" parTransId="{992022B0-F83C-4C5D-902B-2899CCCBE7A8}" sibTransId="{A2102A32-FD06-47AD-8F93-1EA3B1A89247}"/>
    <dgm:cxn modelId="{74683073-8C9F-4976-BD8C-9E215E117147}" type="presOf" srcId="{969A5FF8-939D-4E95-93B8-A1256EE86BDF}" destId="{572BCD18-3A22-4473-BE43-A7E6B742775F}" srcOrd="0" destOrd="0" presId="urn:microsoft.com/office/officeart/2005/8/layout/hierarchy1"/>
    <dgm:cxn modelId="{1936D300-7039-464D-826A-25D531E0BCDB}" srcId="{93C0DF02-8EEE-4D18-816A-B78F1DA7314C}" destId="{969A5FF8-939D-4E95-93B8-A1256EE86BDF}" srcOrd="0" destOrd="0" parTransId="{92570270-FD24-487D-B396-382625B7858C}" sibTransId="{6417EC9C-1503-4976-B2F0-5067725D2BEF}"/>
    <dgm:cxn modelId="{A46ED273-D7F6-4FCC-822B-BCBD910C645D}" type="presOf" srcId="{93C0DF02-8EEE-4D18-816A-B78F1DA7314C}" destId="{2E2A580D-79A1-40E6-A629-FEB05D77D742}" srcOrd="0" destOrd="0" presId="urn:microsoft.com/office/officeart/2005/8/layout/hierarchy1"/>
    <dgm:cxn modelId="{9108046A-C653-4D75-97CF-FD94F4E359E6}" type="presOf" srcId="{6DE10F94-A6D3-4EDE-9D91-7319F93F236F}" destId="{C51E26D7-A931-425D-8050-37CABC86090B}" srcOrd="0" destOrd="0" presId="urn:microsoft.com/office/officeart/2005/8/layout/hierarchy1"/>
    <dgm:cxn modelId="{6AC338C1-2429-4549-BA69-CE2B57A16FF4}" type="presParOf" srcId="{2E2A580D-79A1-40E6-A629-FEB05D77D742}" destId="{6F9097C2-39B0-41BA-9C15-0256D44C7044}" srcOrd="0" destOrd="0" presId="urn:microsoft.com/office/officeart/2005/8/layout/hierarchy1"/>
    <dgm:cxn modelId="{929337E4-8A66-49D4-BD16-1AA60F7DB039}" type="presParOf" srcId="{6F9097C2-39B0-41BA-9C15-0256D44C7044}" destId="{BA888BBC-6986-4BB5-BF31-2013D4578755}" srcOrd="0" destOrd="0" presId="urn:microsoft.com/office/officeart/2005/8/layout/hierarchy1"/>
    <dgm:cxn modelId="{13F72D1D-B46A-4C3F-8DDF-FFCCC10F44DC}" type="presParOf" srcId="{BA888BBC-6986-4BB5-BF31-2013D4578755}" destId="{FEA00E6B-CACE-4B52-BDF1-9F5C5E168D95}" srcOrd="0" destOrd="0" presId="urn:microsoft.com/office/officeart/2005/8/layout/hierarchy1"/>
    <dgm:cxn modelId="{3DDA780B-51F9-41B5-93E0-1555625E3741}" type="presParOf" srcId="{BA888BBC-6986-4BB5-BF31-2013D4578755}" destId="{572BCD18-3A22-4473-BE43-A7E6B742775F}" srcOrd="1" destOrd="0" presId="urn:microsoft.com/office/officeart/2005/8/layout/hierarchy1"/>
    <dgm:cxn modelId="{2AC8A5BA-8A87-43CB-AA1D-867D91E21C00}" type="presParOf" srcId="{6F9097C2-39B0-41BA-9C15-0256D44C7044}" destId="{E83B1AF5-3648-48CE-83B4-295E6225EFAA}" srcOrd="1" destOrd="0" presId="urn:microsoft.com/office/officeart/2005/8/layout/hierarchy1"/>
    <dgm:cxn modelId="{24E167F8-5C6D-4F47-AC08-AC6BC7216A8D}" type="presParOf" srcId="{2E2A580D-79A1-40E6-A629-FEB05D77D742}" destId="{AC8185EC-27F1-4B9C-AD07-D4CDB6BA6437}" srcOrd="1" destOrd="0" presId="urn:microsoft.com/office/officeart/2005/8/layout/hierarchy1"/>
    <dgm:cxn modelId="{AE603190-8417-40A3-8140-6117D86ADE14}" type="presParOf" srcId="{AC8185EC-27F1-4B9C-AD07-D4CDB6BA6437}" destId="{02227296-4342-4E64-B38D-62CFBC02E1F4}" srcOrd="0" destOrd="0" presId="urn:microsoft.com/office/officeart/2005/8/layout/hierarchy1"/>
    <dgm:cxn modelId="{77359237-1897-43C6-8810-13C737681F22}" type="presParOf" srcId="{02227296-4342-4E64-B38D-62CFBC02E1F4}" destId="{604E7629-8640-4C01-8DF0-CAB46B8F3F4B}" srcOrd="0" destOrd="0" presId="urn:microsoft.com/office/officeart/2005/8/layout/hierarchy1"/>
    <dgm:cxn modelId="{BE09184F-7897-4FCE-8271-1669090C844C}" type="presParOf" srcId="{02227296-4342-4E64-B38D-62CFBC02E1F4}" destId="{C51E26D7-A931-425D-8050-37CABC86090B}" srcOrd="1" destOrd="0" presId="urn:microsoft.com/office/officeart/2005/8/layout/hierarchy1"/>
    <dgm:cxn modelId="{4F3DF4F3-116D-4DFB-9708-F65C1212D068}" type="presParOf" srcId="{AC8185EC-27F1-4B9C-AD07-D4CDB6BA6437}" destId="{4D39A774-DFB0-4AA4-BF03-F489FC1CD95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C0DF02-8EEE-4D18-816A-B78F1DA731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9A5FF8-939D-4E95-93B8-A1256EE86BDF}">
      <dgm:prSet custT="1"/>
      <dgm:spPr/>
      <dgm:t>
        <a:bodyPr anchor="t"/>
        <a:lstStyle/>
        <a:p>
          <a:pPr algn="ctr"/>
          <a:r>
            <a:rPr lang="fr-FR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algn="l"/>
          <a:r>
            <a:rPr lang="fr-FR" sz="2000" dirty="0"/>
            <a:t>Afficher le chronomètre sur la matrice LED</a:t>
          </a:r>
        </a:p>
        <a:p>
          <a:pPr algn="l"/>
          <a:endParaRPr lang="fr-FR" sz="2000" dirty="0"/>
        </a:p>
        <a:p>
          <a:pPr algn="l"/>
          <a:endParaRPr lang="fr-FR" sz="2000" dirty="0"/>
        </a:p>
      </dgm:t>
    </dgm:pt>
    <dgm:pt modelId="{92570270-FD24-487D-B396-382625B7858C}" type="parTrans" cxnId="{1936D300-7039-464D-826A-25D531E0BCDB}">
      <dgm:prSet/>
      <dgm:spPr/>
      <dgm:t>
        <a:bodyPr/>
        <a:lstStyle/>
        <a:p>
          <a:endParaRPr lang="en-US"/>
        </a:p>
      </dgm:t>
    </dgm:pt>
    <dgm:pt modelId="{6417EC9C-1503-4976-B2F0-5067725D2BEF}" type="sibTrans" cxnId="{1936D300-7039-464D-826A-25D531E0BCDB}">
      <dgm:prSet phldrT="01"/>
      <dgm:spPr/>
      <dgm:t>
        <a:bodyPr/>
        <a:lstStyle/>
        <a:p>
          <a:endParaRPr lang="en-US" dirty="0"/>
        </a:p>
      </dgm:t>
    </dgm:pt>
    <dgm:pt modelId="{6DE10F94-A6D3-4EDE-9D91-7319F93F236F}">
      <dgm:prSet custT="1"/>
      <dgm:spPr/>
      <dgm:t>
        <a:bodyPr anchor="t"/>
        <a:lstStyle/>
        <a:p>
          <a:pPr algn="ctr"/>
          <a:r>
            <a:rPr lang="fr-FR" sz="3400" dirty="0"/>
            <a:t>Objectif 2</a:t>
          </a:r>
        </a:p>
        <a:p>
          <a:pPr algn="l"/>
          <a:r>
            <a:rPr lang="fr-FR" sz="2000" dirty="0"/>
            <a:t>Suivre la ligne pendant 4 secondes</a:t>
          </a:r>
        </a:p>
        <a:p>
          <a:pPr algn="l"/>
          <a:r>
            <a:rPr lang="fr-FR" sz="2000" dirty="0"/>
            <a:t>S’arrêter</a:t>
          </a:r>
        </a:p>
        <a:p>
          <a:pPr algn="l"/>
          <a:endParaRPr lang="fr-FR" sz="2000" dirty="0"/>
        </a:p>
        <a:p>
          <a:pPr algn="l"/>
          <a:endParaRPr lang="fr-FR" sz="2000" b="0" i="0" dirty="0">
            <a:solidFill>
              <a:schemeClr val="tx1"/>
            </a:solidFill>
            <a:effectLst/>
            <a:latin typeface="Arial" panose="020B0604020202020204" pitchFamily="34" charset="0"/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xmlns="" val="tx"/>
                </a:ext>
              </a:extLst>
            </a:hlinkClick>
          </a:endParaRPr>
        </a:p>
      </dgm:t>
    </dgm:pt>
    <dgm:pt modelId="{992022B0-F83C-4C5D-902B-2899CCCBE7A8}" type="parTrans" cxnId="{5F44BF76-872D-4D03-B2F9-6BBA19309E90}">
      <dgm:prSet/>
      <dgm:spPr/>
      <dgm:t>
        <a:bodyPr/>
        <a:lstStyle/>
        <a:p>
          <a:endParaRPr lang="en-US"/>
        </a:p>
      </dgm:t>
    </dgm:pt>
    <dgm:pt modelId="{A2102A32-FD06-47AD-8F93-1EA3B1A89247}" type="sibTrans" cxnId="{5F44BF76-872D-4D03-B2F9-6BBA19309E90}">
      <dgm:prSet phldrT="02"/>
      <dgm:spPr/>
      <dgm:t>
        <a:bodyPr/>
        <a:lstStyle/>
        <a:p>
          <a:endParaRPr lang="en-US" dirty="0"/>
        </a:p>
      </dgm:t>
    </dgm:pt>
    <dgm:pt modelId="{2E2A580D-79A1-40E6-A629-FEB05D77D742}" type="pres">
      <dgm:prSet presAssocID="{93C0DF02-8EEE-4D18-816A-B78F1DA731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6F9097C2-39B0-41BA-9C15-0256D44C7044}" type="pres">
      <dgm:prSet presAssocID="{969A5FF8-939D-4E95-93B8-A1256EE86BDF}" presName="hierRoot1" presStyleCnt="0"/>
      <dgm:spPr/>
    </dgm:pt>
    <dgm:pt modelId="{BA888BBC-6986-4BB5-BF31-2013D4578755}" type="pres">
      <dgm:prSet presAssocID="{969A5FF8-939D-4E95-93B8-A1256EE86BDF}" presName="composite" presStyleCnt="0"/>
      <dgm:spPr/>
    </dgm:pt>
    <dgm:pt modelId="{FEA00E6B-CACE-4B52-BDF1-9F5C5E168D95}" type="pres">
      <dgm:prSet presAssocID="{969A5FF8-939D-4E95-93B8-A1256EE86BDF}" presName="background" presStyleLbl="node0" presStyleIdx="0" presStyleCnt="2"/>
      <dgm:spPr/>
    </dgm:pt>
    <dgm:pt modelId="{572BCD18-3A22-4473-BE43-A7E6B742775F}" type="pres">
      <dgm:prSet presAssocID="{969A5FF8-939D-4E95-93B8-A1256EE86BDF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83B1AF5-3648-48CE-83B4-295E6225EFAA}" type="pres">
      <dgm:prSet presAssocID="{969A5FF8-939D-4E95-93B8-A1256EE86BDF}" presName="hierChild2" presStyleCnt="0"/>
      <dgm:spPr/>
    </dgm:pt>
    <dgm:pt modelId="{AC8185EC-27F1-4B9C-AD07-D4CDB6BA6437}" type="pres">
      <dgm:prSet presAssocID="{6DE10F94-A6D3-4EDE-9D91-7319F93F236F}" presName="hierRoot1" presStyleCnt="0"/>
      <dgm:spPr/>
    </dgm:pt>
    <dgm:pt modelId="{02227296-4342-4E64-B38D-62CFBC02E1F4}" type="pres">
      <dgm:prSet presAssocID="{6DE10F94-A6D3-4EDE-9D91-7319F93F236F}" presName="composite" presStyleCnt="0"/>
      <dgm:spPr/>
    </dgm:pt>
    <dgm:pt modelId="{604E7629-8640-4C01-8DF0-CAB46B8F3F4B}" type="pres">
      <dgm:prSet presAssocID="{6DE10F94-A6D3-4EDE-9D91-7319F93F236F}" presName="background" presStyleLbl="node0" presStyleIdx="1" presStyleCnt="2"/>
      <dgm:spPr/>
    </dgm:pt>
    <dgm:pt modelId="{C51E26D7-A931-425D-8050-37CABC86090B}" type="pres">
      <dgm:prSet presAssocID="{6DE10F94-A6D3-4EDE-9D91-7319F93F236F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D39A774-DFB0-4AA4-BF03-F489FC1CD95F}" type="pres">
      <dgm:prSet presAssocID="{6DE10F94-A6D3-4EDE-9D91-7319F93F236F}" presName="hierChild2" presStyleCnt="0"/>
      <dgm:spPr/>
    </dgm:pt>
  </dgm:ptLst>
  <dgm:cxnLst>
    <dgm:cxn modelId="{FF377559-E8D8-457C-A397-1106D8FBBCB2}" type="presOf" srcId="{93C0DF02-8EEE-4D18-816A-B78F1DA7314C}" destId="{2E2A580D-79A1-40E6-A629-FEB05D77D742}" srcOrd="0" destOrd="0" presId="urn:microsoft.com/office/officeart/2005/8/layout/hierarchy1"/>
    <dgm:cxn modelId="{219C43BC-79DA-48A6-A953-0E650ADFCFCC}" type="presOf" srcId="{969A5FF8-939D-4E95-93B8-A1256EE86BDF}" destId="{572BCD18-3A22-4473-BE43-A7E6B742775F}" srcOrd="0" destOrd="0" presId="urn:microsoft.com/office/officeart/2005/8/layout/hierarchy1"/>
    <dgm:cxn modelId="{F2D97D8C-8336-4C80-ACA4-A27D382F4D8A}" type="presOf" srcId="{6DE10F94-A6D3-4EDE-9D91-7319F93F236F}" destId="{C51E26D7-A931-425D-8050-37CABC86090B}" srcOrd="0" destOrd="0" presId="urn:microsoft.com/office/officeart/2005/8/layout/hierarchy1"/>
    <dgm:cxn modelId="{5F44BF76-872D-4D03-B2F9-6BBA19309E90}" srcId="{93C0DF02-8EEE-4D18-816A-B78F1DA7314C}" destId="{6DE10F94-A6D3-4EDE-9D91-7319F93F236F}" srcOrd="1" destOrd="0" parTransId="{992022B0-F83C-4C5D-902B-2899CCCBE7A8}" sibTransId="{A2102A32-FD06-47AD-8F93-1EA3B1A89247}"/>
    <dgm:cxn modelId="{1936D300-7039-464D-826A-25D531E0BCDB}" srcId="{93C0DF02-8EEE-4D18-816A-B78F1DA7314C}" destId="{969A5FF8-939D-4E95-93B8-A1256EE86BDF}" srcOrd="0" destOrd="0" parTransId="{92570270-FD24-487D-B396-382625B7858C}" sibTransId="{6417EC9C-1503-4976-B2F0-5067725D2BEF}"/>
    <dgm:cxn modelId="{40EA6E57-6499-4912-852F-09CB6FEA7E65}" type="presParOf" srcId="{2E2A580D-79A1-40E6-A629-FEB05D77D742}" destId="{6F9097C2-39B0-41BA-9C15-0256D44C7044}" srcOrd="0" destOrd="0" presId="urn:microsoft.com/office/officeart/2005/8/layout/hierarchy1"/>
    <dgm:cxn modelId="{DBB9FE99-E08C-47D7-9BB0-8035041BB5C5}" type="presParOf" srcId="{6F9097C2-39B0-41BA-9C15-0256D44C7044}" destId="{BA888BBC-6986-4BB5-BF31-2013D4578755}" srcOrd="0" destOrd="0" presId="urn:microsoft.com/office/officeart/2005/8/layout/hierarchy1"/>
    <dgm:cxn modelId="{092DB625-C672-4B04-933A-8093A196DFEC}" type="presParOf" srcId="{BA888BBC-6986-4BB5-BF31-2013D4578755}" destId="{FEA00E6B-CACE-4B52-BDF1-9F5C5E168D95}" srcOrd="0" destOrd="0" presId="urn:microsoft.com/office/officeart/2005/8/layout/hierarchy1"/>
    <dgm:cxn modelId="{D8031B93-D487-43AC-9072-FB1954B5EBAD}" type="presParOf" srcId="{BA888BBC-6986-4BB5-BF31-2013D4578755}" destId="{572BCD18-3A22-4473-BE43-A7E6B742775F}" srcOrd="1" destOrd="0" presId="urn:microsoft.com/office/officeart/2005/8/layout/hierarchy1"/>
    <dgm:cxn modelId="{DDB2A066-3097-45FC-A9B4-DDFBACEC3A68}" type="presParOf" srcId="{6F9097C2-39B0-41BA-9C15-0256D44C7044}" destId="{E83B1AF5-3648-48CE-83B4-295E6225EFAA}" srcOrd="1" destOrd="0" presId="urn:microsoft.com/office/officeart/2005/8/layout/hierarchy1"/>
    <dgm:cxn modelId="{26F257D8-B3BA-4A12-8856-5E4B581DCE96}" type="presParOf" srcId="{2E2A580D-79A1-40E6-A629-FEB05D77D742}" destId="{AC8185EC-27F1-4B9C-AD07-D4CDB6BA6437}" srcOrd="1" destOrd="0" presId="urn:microsoft.com/office/officeart/2005/8/layout/hierarchy1"/>
    <dgm:cxn modelId="{6E743C4D-7E0E-4FC2-9416-1F92E01D4BB4}" type="presParOf" srcId="{AC8185EC-27F1-4B9C-AD07-D4CDB6BA6437}" destId="{02227296-4342-4E64-B38D-62CFBC02E1F4}" srcOrd="0" destOrd="0" presId="urn:microsoft.com/office/officeart/2005/8/layout/hierarchy1"/>
    <dgm:cxn modelId="{30519EA8-5EE6-446B-B0C5-9367EA2F18C7}" type="presParOf" srcId="{02227296-4342-4E64-B38D-62CFBC02E1F4}" destId="{604E7629-8640-4C01-8DF0-CAB46B8F3F4B}" srcOrd="0" destOrd="0" presId="urn:microsoft.com/office/officeart/2005/8/layout/hierarchy1"/>
    <dgm:cxn modelId="{E33D1C7E-4B38-4CC2-B87C-DC5A750A6D72}" type="presParOf" srcId="{02227296-4342-4E64-B38D-62CFBC02E1F4}" destId="{C51E26D7-A931-425D-8050-37CABC86090B}" srcOrd="1" destOrd="0" presId="urn:microsoft.com/office/officeart/2005/8/layout/hierarchy1"/>
    <dgm:cxn modelId="{3B4C90EB-4E4B-4959-8EAE-249222A6B393}" type="presParOf" srcId="{AC8185EC-27F1-4B9C-AD07-D4CDB6BA6437}" destId="{4D39A774-DFB0-4AA4-BF03-F489FC1CD95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C0DF02-8EEE-4D18-816A-B78F1DA731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9A5FF8-939D-4E95-93B8-A1256EE86BDF}">
      <dgm:prSet custT="1"/>
      <dgm:spPr/>
      <dgm:t>
        <a:bodyPr anchor="t"/>
        <a:lstStyle/>
        <a:p>
          <a:pPr algn="ctr"/>
          <a:r>
            <a:rPr lang="fr-FR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algn="l"/>
          <a:r>
            <a:rPr lang="fr-FR" sz="1700" dirty="0"/>
            <a:t>Afficher la valeur du capteur ultra-son sur la matrice LED</a:t>
          </a:r>
        </a:p>
        <a:p>
          <a:pPr algn="l"/>
          <a:endParaRPr lang="fr-FR" sz="1700" dirty="0"/>
        </a:p>
      </dgm:t>
    </dgm:pt>
    <dgm:pt modelId="{92570270-FD24-487D-B396-382625B7858C}" type="parTrans" cxnId="{1936D300-7039-464D-826A-25D531E0BCDB}">
      <dgm:prSet/>
      <dgm:spPr/>
      <dgm:t>
        <a:bodyPr/>
        <a:lstStyle/>
        <a:p>
          <a:endParaRPr lang="en-US"/>
        </a:p>
      </dgm:t>
    </dgm:pt>
    <dgm:pt modelId="{6417EC9C-1503-4976-B2F0-5067725D2BEF}" type="sibTrans" cxnId="{1936D300-7039-464D-826A-25D531E0BCDB}">
      <dgm:prSet phldrT="01"/>
      <dgm:spPr/>
      <dgm:t>
        <a:bodyPr/>
        <a:lstStyle/>
        <a:p>
          <a:endParaRPr lang="en-US" dirty="0"/>
        </a:p>
      </dgm:t>
    </dgm:pt>
    <dgm:pt modelId="{6DE10F94-A6D3-4EDE-9D91-7319F93F236F}">
      <dgm:prSet custT="1"/>
      <dgm:spPr/>
      <dgm:t>
        <a:bodyPr anchor="t"/>
        <a:lstStyle/>
        <a:p>
          <a:pPr algn="ctr"/>
          <a:r>
            <a:rPr lang="fr-FR" sz="1500" dirty="0"/>
            <a:t>Objectif 2</a:t>
          </a:r>
        </a:p>
        <a:p>
          <a:pPr algn="l"/>
          <a:r>
            <a:rPr lang="fr-FR" sz="1500" dirty="0"/>
            <a:t>Reproduire le mode « découverte » préprogrammé du robot.</a:t>
          </a:r>
        </a:p>
        <a:p>
          <a:pPr algn="l"/>
          <a:endParaRPr lang="fr-FR" sz="1500" dirty="0"/>
        </a:p>
      </dgm:t>
    </dgm:pt>
    <dgm:pt modelId="{992022B0-F83C-4C5D-902B-2899CCCBE7A8}" type="parTrans" cxnId="{5F44BF76-872D-4D03-B2F9-6BBA19309E90}">
      <dgm:prSet/>
      <dgm:spPr/>
      <dgm:t>
        <a:bodyPr/>
        <a:lstStyle/>
        <a:p>
          <a:endParaRPr lang="en-US"/>
        </a:p>
      </dgm:t>
    </dgm:pt>
    <dgm:pt modelId="{A2102A32-FD06-47AD-8F93-1EA3B1A89247}" type="sibTrans" cxnId="{5F44BF76-872D-4D03-B2F9-6BBA19309E90}">
      <dgm:prSet phldrT="02"/>
      <dgm:spPr/>
      <dgm:t>
        <a:bodyPr/>
        <a:lstStyle/>
        <a:p>
          <a:endParaRPr lang="en-US" dirty="0"/>
        </a:p>
      </dgm:t>
    </dgm:pt>
    <dgm:pt modelId="{04786965-CE0A-4582-AD12-31EA1B1E7692}">
      <dgm:prSet custT="1"/>
      <dgm:spPr/>
      <dgm:t>
        <a:bodyPr/>
        <a:lstStyle/>
        <a:p>
          <a:pPr algn="ctr"/>
          <a:r>
            <a:rPr lang="fr-FR" sz="1400" dirty="0"/>
            <a:t>Objectif 3</a:t>
          </a:r>
        </a:p>
        <a:p>
          <a:pPr algn="l"/>
          <a:r>
            <a:rPr lang="fr-FR" sz="1400" dirty="0"/>
            <a:t>Suivre la ligne</a:t>
          </a:r>
        </a:p>
        <a:p>
          <a:pPr algn="l"/>
          <a:r>
            <a:rPr lang="fr-FR" sz="1400" dirty="0"/>
            <a:t>S’arrêter à 10 cm de l’obstacle</a:t>
          </a:r>
        </a:p>
        <a:p>
          <a:pPr algn="l"/>
          <a:r>
            <a:rPr lang="fr-FR" sz="1400" dirty="0"/>
            <a:t>Faire demi-tour</a:t>
          </a:r>
        </a:p>
        <a:p>
          <a:pPr algn="l"/>
          <a:r>
            <a:rPr lang="fr-FR" sz="1400" dirty="0"/>
            <a:t>Suivre la </a:t>
          </a:r>
          <a:r>
            <a:rPr lang="fr-FR" sz="1400" dirty="0" smtClean="0"/>
            <a:t>ligne</a:t>
          </a:r>
          <a:endParaRPr lang="fr-FR" sz="1400" dirty="0"/>
        </a:p>
      </dgm:t>
    </dgm:pt>
    <dgm:pt modelId="{05F21C51-26E8-4633-A326-40B59153E488}" type="parTrans" cxnId="{30C88DE1-04FA-492C-A987-14F4EB26E66C}">
      <dgm:prSet/>
      <dgm:spPr/>
      <dgm:t>
        <a:bodyPr/>
        <a:lstStyle/>
        <a:p>
          <a:endParaRPr lang="en-US"/>
        </a:p>
      </dgm:t>
    </dgm:pt>
    <dgm:pt modelId="{F386BD82-F2F1-40CC-92EC-ED9C2065B894}" type="sibTrans" cxnId="{30C88DE1-04FA-492C-A987-14F4EB26E66C}">
      <dgm:prSet phldrT="03"/>
      <dgm:spPr/>
      <dgm:t>
        <a:bodyPr/>
        <a:lstStyle/>
        <a:p>
          <a:endParaRPr lang="en-US" dirty="0"/>
        </a:p>
      </dgm:t>
    </dgm:pt>
    <dgm:pt modelId="{2E2A580D-79A1-40E6-A629-FEB05D77D742}" type="pres">
      <dgm:prSet presAssocID="{93C0DF02-8EEE-4D18-816A-B78F1DA731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6F9097C2-39B0-41BA-9C15-0256D44C7044}" type="pres">
      <dgm:prSet presAssocID="{969A5FF8-939D-4E95-93B8-A1256EE86BDF}" presName="hierRoot1" presStyleCnt="0"/>
      <dgm:spPr/>
    </dgm:pt>
    <dgm:pt modelId="{BA888BBC-6986-4BB5-BF31-2013D4578755}" type="pres">
      <dgm:prSet presAssocID="{969A5FF8-939D-4E95-93B8-A1256EE86BDF}" presName="composite" presStyleCnt="0"/>
      <dgm:spPr/>
    </dgm:pt>
    <dgm:pt modelId="{FEA00E6B-CACE-4B52-BDF1-9F5C5E168D95}" type="pres">
      <dgm:prSet presAssocID="{969A5FF8-939D-4E95-93B8-A1256EE86BDF}" presName="background" presStyleLbl="node0" presStyleIdx="0" presStyleCnt="3"/>
      <dgm:spPr/>
    </dgm:pt>
    <dgm:pt modelId="{572BCD18-3A22-4473-BE43-A7E6B742775F}" type="pres">
      <dgm:prSet presAssocID="{969A5FF8-939D-4E95-93B8-A1256EE86BDF}" presName="text" presStyleLbl="fgAcc0" presStyleIdx="0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83B1AF5-3648-48CE-83B4-295E6225EFAA}" type="pres">
      <dgm:prSet presAssocID="{969A5FF8-939D-4E95-93B8-A1256EE86BDF}" presName="hierChild2" presStyleCnt="0"/>
      <dgm:spPr/>
    </dgm:pt>
    <dgm:pt modelId="{AC8185EC-27F1-4B9C-AD07-D4CDB6BA6437}" type="pres">
      <dgm:prSet presAssocID="{6DE10F94-A6D3-4EDE-9D91-7319F93F236F}" presName="hierRoot1" presStyleCnt="0"/>
      <dgm:spPr/>
    </dgm:pt>
    <dgm:pt modelId="{02227296-4342-4E64-B38D-62CFBC02E1F4}" type="pres">
      <dgm:prSet presAssocID="{6DE10F94-A6D3-4EDE-9D91-7319F93F236F}" presName="composite" presStyleCnt="0"/>
      <dgm:spPr/>
    </dgm:pt>
    <dgm:pt modelId="{604E7629-8640-4C01-8DF0-CAB46B8F3F4B}" type="pres">
      <dgm:prSet presAssocID="{6DE10F94-A6D3-4EDE-9D91-7319F93F236F}" presName="background" presStyleLbl="node0" presStyleIdx="1" presStyleCnt="3"/>
      <dgm:spPr/>
    </dgm:pt>
    <dgm:pt modelId="{C51E26D7-A931-425D-8050-37CABC86090B}" type="pres">
      <dgm:prSet presAssocID="{6DE10F94-A6D3-4EDE-9D91-7319F93F236F}" presName="text" presStyleLbl="fgAcc0" presStyleIdx="1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4D39A774-DFB0-4AA4-BF03-F489FC1CD95F}" type="pres">
      <dgm:prSet presAssocID="{6DE10F94-A6D3-4EDE-9D91-7319F93F236F}" presName="hierChild2" presStyleCnt="0"/>
      <dgm:spPr/>
    </dgm:pt>
    <dgm:pt modelId="{1F95D741-6202-4609-A7D8-A768496E0FBC}" type="pres">
      <dgm:prSet presAssocID="{04786965-CE0A-4582-AD12-31EA1B1E7692}" presName="hierRoot1" presStyleCnt="0"/>
      <dgm:spPr/>
    </dgm:pt>
    <dgm:pt modelId="{B3091DA1-54D2-4A76-9826-0EDFE6634C56}" type="pres">
      <dgm:prSet presAssocID="{04786965-CE0A-4582-AD12-31EA1B1E7692}" presName="composite" presStyleCnt="0"/>
      <dgm:spPr/>
    </dgm:pt>
    <dgm:pt modelId="{5C576CFB-B598-4B3B-A214-9A2A924EC34B}" type="pres">
      <dgm:prSet presAssocID="{04786965-CE0A-4582-AD12-31EA1B1E7692}" presName="background" presStyleLbl="node0" presStyleIdx="2" presStyleCnt="3"/>
      <dgm:spPr/>
    </dgm:pt>
    <dgm:pt modelId="{B2338567-E6F8-4F35-97EA-646A6B436D1D}" type="pres">
      <dgm:prSet presAssocID="{04786965-CE0A-4582-AD12-31EA1B1E7692}" presName="text" presStyleLbl="fgAcc0" presStyleIdx="2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ECE4061-109F-4C8E-B505-9C7BEB0D6368}" type="pres">
      <dgm:prSet presAssocID="{04786965-CE0A-4582-AD12-31EA1B1E7692}" presName="hierChild2" presStyleCnt="0"/>
      <dgm:spPr/>
    </dgm:pt>
  </dgm:ptLst>
  <dgm:cxnLst>
    <dgm:cxn modelId="{5F44BF76-872D-4D03-B2F9-6BBA19309E90}" srcId="{93C0DF02-8EEE-4D18-816A-B78F1DA7314C}" destId="{6DE10F94-A6D3-4EDE-9D91-7319F93F236F}" srcOrd="1" destOrd="0" parTransId="{992022B0-F83C-4C5D-902B-2899CCCBE7A8}" sibTransId="{A2102A32-FD06-47AD-8F93-1EA3B1A89247}"/>
    <dgm:cxn modelId="{EF6B3506-DA19-4227-BC49-6F0097038677}" type="presOf" srcId="{93C0DF02-8EEE-4D18-816A-B78F1DA7314C}" destId="{2E2A580D-79A1-40E6-A629-FEB05D77D742}" srcOrd="0" destOrd="0" presId="urn:microsoft.com/office/officeart/2005/8/layout/hierarchy1"/>
    <dgm:cxn modelId="{99E25422-70D0-4A82-B9E3-8D51931B086D}" type="presOf" srcId="{04786965-CE0A-4582-AD12-31EA1B1E7692}" destId="{B2338567-E6F8-4F35-97EA-646A6B436D1D}" srcOrd="0" destOrd="0" presId="urn:microsoft.com/office/officeart/2005/8/layout/hierarchy1"/>
    <dgm:cxn modelId="{449F3EE2-DE54-46EE-A000-A28B341DBB17}" type="presOf" srcId="{6DE10F94-A6D3-4EDE-9D91-7319F93F236F}" destId="{C51E26D7-A931-425D-8050-37CABC86090B}" srcOrd="0" destOrd="0" presId="urn:microsoft.com/office/officeart/2005/8/layout/hierarchy1"/>
    <dgm:cxn modelId="{211B6BEA-F840-4B84-882B-C41B35B48156}" type="presOf" srcId="{969A5FF8-939D-4E95-93B8-A1256EE86BDF}" destId="{572BCD18-3A22-4473-BE43-A7E6B742775F}" srcOrd="0" destOrd="0" presId="urn:microsoft.com/office/officeart/2005/8/layout/hierarchy1"/>
    <dgm:cxn modelId="{30C88DE1-04FA-492C-A987-14F4EB26E66C}" srcId="{93C0DF02-8EEE-4D18-816A-B78F1DA7314C}" destId="{04786965-CE0A-4582-AD12-31EA1B1E7692}" srcOrd="2" destOrd="0" parTransId="{05F21C51-26E8-4633-A326-40B59153E488}" sibTransId="{F386BD82-F2F1-40CC-92EC-ED9C2065B894}"/>
    <dgm:cxn modelId="{1936D300-7039-464D-826A-25D531E0BCDB}" srcId="{93C0DF02-8EEE-4D18-816A-B78F1DA7314C}" destId="{969A5FF8-939D-4E95-93B8-A1256EE86BDF}" srcOrd="0" destOrd="0" parTransId="{92570270-FD24-487D-B396-382625B7858C}" sibTransId="{6417EC9C-1503-4976-B2F0-5067725D2BEF}"/>
    <dgm:cxn modelId="{F806B731-0023-4BCF-B14E-44AB2EF7EF0F}" type="presParOf" srcId="{2E2A580D-79A1-40E6-A629-FEB05D77D742}" destId="{6F9097C2-39B0-41BA-9C15-0256D44C7044}" srcOrd="0" destOrd="0" presId="urn:microsoft.com/office/officeart/2005/8/layout/hierarchy1"/>
    <dgm:cxn modelId="{507729D3-9B33-4F75-98B1-F6B762F413B8}" type="presParOf" srcId="{6F9097C2-39B0-41BA-9C15-0256D44C7044}" destId="{BA888BBC-6986-4BB5-BF31-2013D4578755}" srcOrd="0" destOrd="0" presId="urn:microsoft.com/office/officeart/2005/8/layout/hierarchy1"/>
    <dgm:cxn modelId="{5DD54426-40BA-4B66-9515-9EA37F821AFC}" type="presParOf" srcId="{BA888BBC-6986-4BB5-BF31-2013D4578755}" destId="{FEA00E6B-CACE-4B52-BDF1-9F5C5E168D95}" srcOrd="0" destOrd="0" presId="urn:microsoft.com/office/officeart/2005/8/layout/hierarchy1"/>
    <dgm:cxn modelId="{CC2A93F1-21A6-4592-BDBC-9173C3A58752}" type="presParOf" srcId="{BA888BBC-6986-4BB5-BF31-2013D4578755}" destId="{572BCD18-3A22-4473-BE43-A7E6B742775F}" srcOrd="1" destOrd="0" presId="urn:microsoft.com/office/officeart/2005/8/layout/hierarchy1"/>
    <dgm:cxn modelId="{E82FB625-4387-46EE-8D22-666D25E7A47C}" type="presParOf" srcId="{6F9097C2-39B0-41BA-9C15-0256D44C7044}" destId="{E83B1AF5-3648-48CE-83B4-295E6225EFAA}" srcOrd="1" destOrd="0" presId="urn:microsoft.com/office/officeart/2005/8/layout/hierarchy1"/>
    <dgm:cxn modelId="{8356A949-6D1B-44FD-8266-2B7ED83C8BE7}" type="presParOf" srcId="{2E2A580D-79A1-40E6-A629-FEB05D77D742}" destId="{AC8185EC-27F1-4B9C-AD07-D4CDB6BA6437}" srcOrd="1" destOrd="0" presId="urn:microsoft.com/office/officeart/2005/8/layout/hierarchy1"/>
    <dgm:cxn modelId="{E852BEE5-F528-49F2-83A3-D3D455D2231C}" type="presParOf" srcId="{AC8185EC-27F1-4B9C-AD07-D4CDB6BA6437}" destId="{02227296-4342-4E64-B38D-62CFBC02E1F4}" srcOrd="0" destOrd="0" presId="urn:microsoft.com/office/officeart/2005/8/layout/hierarchy1"/>
    <dgm:cxn modelId="{FC19CBE2-7934-4925-89E4-B6C67FE32947}" type="presParOf" srcId="{02227296-4342-4E64-B38D-62CFBC02E1F4}" destId="{604E7629-8640-4C01-8DF0-CAB46B8F3F4B}" srcOrd="0" destOrd="0" presId="urn:microsoft.com/office/officeart/2005/8/layout/hierarchy1"/>
    <dgm:cxn modelId="{8E6E50C6-7E13-45AF-8466-3F518C4A59C7}" type="presParOf" srcId="{02227296-4342-4E64-B38D-62CFBC02E1F4}" destId="{C51E26D7-A931-425D-8050-37CABC86090B}" srcOrd="1" destOrd="0" presId="urn:microsoft.com/office/officeart/2005/8/layout/hierarchy1"/>
    <dgm:cxn modelId="{000E38C1-DC9B-4CD4-A017-DEF6873BB908}" type="presParOf" srcId="{AC8185EC-27F1-4B9C-AD07-D4CDB6BA6437}" destId="{4D39A774-DFB0-4AA4-BF03-F489FC1CD95F}" srcOrd="1" destOrd="0" presId="urn:microsoft.com/office/officeart/2005/8/layout/hierarchy1"/>
    <dgm:cxn modelId="{5E10E918-54D1-4BAB-809E-902B43782411}" type="presParOf" srcId="{2E2A580D-79A1-40E6-A629-FEB05D77D742}" destId="{1F95D741-6202-4609-A7D8-A768496E0FBC}" srcOrd="2" destOrd="0" presId="urn:microsoft.com/office/officeart/2005/8/layout/hierarchy1"/>
    <dgm:cxn modelId="{5159555B-196A-4062-A43C-7331F08515D7}" type="presParOf" srcId="{1F95D741-6202-4609-A7D8-A768496E0FBC}" destId="{B3091DA1-54D2-4A76-9826-0EDFE6634C56}" srcOrd="0" destOrd="0" presId="urn:microsoft.com/office/officeart/2005/8/layout/hierarchy1"/>
    <dgm:cxn modelId="{669F605D-CDFF-4211-98D7-C546BD62D396}" type="presParOf" srcId="{B3091DA1-54D2-4A76-9826-0EDFE6634C56}" destId="{5C576CFB-B598-4B3B-A214-9A2A924EC34B}" srcOrd="0" destOrd="0" presId="urn:microsoft.com/office/officeart/2005/8/layout/hierarchy1"/>
    <dgm:cxn modelId="{82C5CB41-BCCF-4C89-99C2-6769688368F3}" type="presParOf" srcId="{B3091DA1-54D2-4A76-9826-0EDFE6634C56}" destId="{B2338567-E6F8-4F35-97EA-646A6B436D1D}" srcOrd="1" destOrd="0" presId="urn:microsoft.com/office/officeart/2005/8/layout/hierarchy1"/>
    <dgm:cxn modelId="{5EC65535-EEF9-45D9-BD89-DA5F491AB161}" type="presParOf" srcId="{1F95D741-6202-4609-A7D8-A768496E0FBC}" destId="{CECE4061-109F-4C8E-B505-9C7BEB0D63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00E6B-CACE-4B52-BDF1-9F5C5E168D95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BCD18-3A22-4473-BE43-A7E6B742775F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Ouvrir la pince</a:t>
          </a:r>
        </a:p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Attendre deux secondes</a:t>
          </a:r>
        </a:p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Fermer la pince</a:t>
          </a:r>
        </a:p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kern="1200" dirty="0">
            <a:effectLst/>
            <a:latin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560236" y="832323"/>
        <a:ext cx="4149382" cy="2576345"/>
      </dsp:txXfrm>
    </dsp:sp>
    <dsp:sp modelId="{604E7629-8640-4C01-8DF0-CAB46B8F3F4B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E26D7-A931-425D-8050-37CABC86090B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/>
            <a:t>Objectif 2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Fermer la pince pour attraper un objet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Faire demi-tour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Ouvrir la pince pour déposer l’objet</a:t>
          </a:r>
          <a:r>
            <a:rPr lang="fr-FR" sz="2000" kern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fr-FR" sz="2000" kern="1200" dirty="0"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5827635" y="832323"/>
        <a:ext cx="4149382" cy="2576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00E6B-CACE-4B52-BDF1-9F5C5E168D95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BCD18-3A22-4473-BE43-A7E6B742775F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4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/>
            <a:t>Afficher le chronomètre sur la matrice LED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kern="1200" dirty="0"/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kern="1200" dirty="0"/>
        </a:p>
      </dsp:txBody>
      <dsp:txXfrm>
        <a:off x="560236" y="832323"/>
        <a:ext cx="4149382" cy="2576345"/>
      </dsp:txXfrm>
    </dsp:sp>
    <dsp:sp modelId="{604E7629-8640-4C01-8DF0-CAB46B8F3F4B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E26D7-A931-425D-8050-37CABC86090B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400" kern="1200" dirty="0"/>
            <a:t>Objectif 2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/>
            <a:t>Suivre la ligne pendant 4 secondes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/>
            <a:t>S’arrêter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kern="1200" dirty="0"/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b="0" i="0" kern="1200" dirty="0">
            <a:solidFill>
              <a:schemeClr val="tx1"/>
            </a:solidFill>
            <a:effectLst/>
            <a:latin typeface="Arial" panose="020B0604020202020204" pitchFamily="34" charset="0"/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xmlns="" val="tx"/>
                </a:ext>
              </a:extLst>
            </a:hlinkClick>
          </a:endParaRPr>
        </a:p>
      </dsp:txBody>
      <dsp:txXfrm>
        <a:off x="5827635" y="832323"/>
        <a:ext cx="4149382" cy="2576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00E6B-CACE-4B52-BDF1-9F5C5E168D95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BCD18-3A22-4473-BE43-A7E6B742775F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7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Objectif 1 </a:t>
          </a: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700" kern="1200" dirty="0"/>
            <a:t>Afficher la valeur du capteur ultra-son sur la matrice LED</a:t>
          </a: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700" kern="1200" dirty="0"/>
        </a:p>
      </dsp:txBody>
      <dsp:txXfrm>
        <a:off x="366939" y="1196774"/>
        <a:ext cx="2723696" cy="1691139"/>
      </dsp:txXfrm>
    </dsp:sp>
    <dsp:sp modelId="{604E7629-8640-4C01-8DF0-CAB46B8F3F4B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E26D7-A931-425D-8050-37CABC86090B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kern="1200" dirty="0"/>
            <a:t>Objectif 2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kern="1200" dirty="0"/>
            <a:t>Reproduire le mode « découverte » préprogrammé du robot.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500" kern="1200" dirty="0"/>
        </a:p>
      </dsp:txBody>
      <dsp:txXfrm>
        <a:off x="3824513" y="1196774"/>
        <a:ext cx="2723696" cy="1691139"/>
      </dsp:txXfrm>
    </dsp:sp>
    <dsp:sp modelId="{5C576CFB-B598-4B3B-A214-9A2A924EC34B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38567-E6F8-4F35-97EA-646A6B436D1D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Objectif 3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Suivre la ligne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S’arrêter à 10 cm de l’obstacle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Faire demi-tour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Suivre la </a:t>
          </a:r>
          <a:r>
            <a:rPr lang="fr-FR" sz="1400" kern="1200" dirty="0" smtClean="0"/>
            <a:t>ligne</a:t>
          </a:r>
          <a:endParaRPr lang="fr-FR" sz="1400" kern="1200" dirty="0"/>
        </a:p>
      </dsp:txBody>
      <dsp:txXfrm>
        <a:off x="7282089" y="119677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F571912-6879-4AC1-B398-085C87BD3570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E286890-466E-41CD-A28A-B1EBDF22CA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149C5-F073-4820-B96D-B954084B06EA}" type="datetime1">
              <a:rPr lang="fr-FR" smtClean="0"/>
              <a:pPr/>
              <a:t>10/03/2021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7CD11A-EED3-40CE-98A3-28FEE84867B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27CD11A-EED3-40CE-98A3-28FEE84867B3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4A8B22-8DC4-429E-BFC4-98909090F15F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6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B692F55-BB5F-4325-83CE-2E1223972F73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65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873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7328B67-D5EB-4F24-87DF-23F7C99413BA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21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B75068-2819-4FF7-B525-0E7A3F1BF491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120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7833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BE08F8B-A762-4093-A377-B479A937BEE4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35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1CB9447-428D-4B28-8E34-4997CAA9F71F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43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D0CBDBF-55A5-4F2E-BA0B-2B69733F4E72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21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304F7F5-5704-4BAD-B6F5-23C2E45A5155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13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41D883-B484-483E-A7EC-B0F59943250F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36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9F6A95D8-5162-40FF-A777-AAF18A83D0A8}" type="datetime1">
              <a:rPr lang="fr-FR" smtClean="0"/>
              <a:t>10/03/2021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71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6648" userDrawn="1">
          <p15:clr>
            <a:srgbClr val="F26B43"/>
          </p15:clr>
        </p15:guide>
        <p15:guide id="5" orient="horz" pos="3528" userDrawn="1">
          <p15:clr>
            <a:srgbClr val="F26B43"/>
          </p15:clr>
        </p15:guide>
        <p15:guide id="6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34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27639" y="624143"/>
            <a:ext cx="5143948" cy="3686015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VObot</a:t>
            </a:r>
            <a:r>
              <a:rPr lang="fr-FR" dirty="0"/>
              <a:t> 2021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18244" y="4493013"/>
            <a:ext cx="4829101" cy="1238616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PREPARATION 2</a:t>
            </a:r>
          </a:p>
        </p:txBody>
      </p:sp>
      <p:pic>
        <p:nvPicPr>
          <p:cNvPr id="7" name="Image 6" descr="Une image contenant dessin, pièce&#10;&#10;Description générée automatiquement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47" b="2"/>
          <a:stretch/>
        </p:blipFill>
        <p:spPr>
          <a:xfrm>
            <a:off x="2012424" y="1978925"/>
            <a:ext cx="2991575" cy="2768195"/>
          </a:xfrm>
          <a:prstGeom prst="rect">
            <a:avLst/>
          </a:prstGeom>
        </p:spPr>
      </p:pic>
      <p:cxnSp>
        <p:nvCxnSpPr>
          <p:cNvPr id="54" name="Straight Connector 36">
            <a:extLst>
              <a:ext uri="{FF2B5EF4-FFF2-40B4-BE49-F238E27FC236}">
                <a16:creationId xmlns="" xmlns:a16="http://schemas.microsoft.com/office/drawing/2014/main" id="{D28A9C89-B313-458F-9C85-515930A51A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8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Rectangle 40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F6265DF4-9D03-469B-8839-1BD2E9FBC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="" xmlns:a16="http://schemas.microsoft.com/office/drawing/2014/main" id="{F008B2BA-3D26-4E3A-B9C8-02ACA1DFD7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3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FDF40A63-E148-4E92-81D2-E69D47913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4E4490D0-3672-446A-AC12-B4830333BD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39CB82C2-DF65-4EC1-8280-F201D50F57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7E1D4427-852B-4B37-8E76-0E9F1810BA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="" xmlns:a16="http://schemas.microsoft.com/office/drawing/2014/main" id="{5A1B47C8-47A0-4A88-8830-6DEA3B5DE3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A13FD23C-7EEC-4431-82A5-9E72758A5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74079"/>
            <a:ext cx="6275667" cy="350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984BBFDD-E720-4805-A9C8-129FBBF6DD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92BA1684-E405-467C-8DE1-082B19C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7494" y="640080"/>
            <a:ext cx="45113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Marine </a:t>
            </a:r>
            <a:r>
              <a:rPr lang="en-US" sz="4400" dirty="0" smtClean="0">
                <a:solidFill>
                  <a:srgbClr val="FFFFFF"/>
                </a:solidFill>
              </a:rPr>
              <a:t>SAVOURET</a:t>
            </a:r>
            <a:r>
              <a:rPr lang="en-US" sz="4400" dirty="0">
                <a:solidFill>
                  <a:srgbClr val="FFFFFF"/>
                </a:solidFill>
              </a:rPr>
              <a:t/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="" xmlns:a16="http://schemas.microsoft.com/office/drawing/2014/main" id="{E30A11C9-8CCD-4397-9325-58F53517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 cap="all" spc="200">
                <a:solidFill>
                  <a:srgbClr val="FFFFFF"/>
                </a:solidFill>
                <a:latin typeface="+mj-lt"/>
              </a:rPr>
              <a:t>vobot@valdoise.fr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5AC4BE46-4A77-42FE-9D15-065CDB2F84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82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E4490D0-3672-446A-AC12-B4830333BD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9CB82C2-DF65-4EC1-8280-F201D50F57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7E1D4427-852B-4B37-8E76-0E9F1810BA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5AE6C737-FF55-4064-94B7-0B21D2EB60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151CD8BC-E868-4D08-A768-62ADD13F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306" y="804056"/>
            <a:ext cx="5405230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Christian DICKELE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fr-FR" sz="4400" b="1" dirty="0">
                <a:solidFill>
                  <a:schemeClr val="tx1"/>
                </a:solidFill>
              </a:rPr>
              <a:t>et</a:t>
            </a:r>
            <a:r>
              <a:rPr lang="en-US" sz="4400" b="1" dirty="0">
                <a:solidFill>
                  <a:schemeClr val="tx1"/>
                </a:solidFill>
              </a:rPr>
              <a:t/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Laurent TOUCHE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D8218D9F-38B6-4AE0-9051-5434D19A52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2D3DCA99-84AF-487A-BF72-91C5FA6B0B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319904F9-85D1-43FE-A218-45881442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="" xmlns:a16="http://schemas.microsoft.com/office/drawing/2014/main" id="{CEB5F317-C191-4BDB-B84E-935FD7001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22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14349660-9462-4B0A-88D9-22F49B27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29" y="1909906"/>
            <a:ext cx="3983619" cy="270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0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B8CFAE8E-2FFE-418D-8081-CD49584307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3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62338503-1E77-4360-B54A-C924D8409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noir, blanc&#10;&#10;Description générée automatiquement">
            <a:extLst>
              <a:ext uri="{FF2B5EF4-FFF2-40B4-BE49-F238E27FC236}">
                <a16:creationId xmlns="" xmlns:a16="http://schemas.microsoft.com/office/drawing/2014/main" id="{7B327573-C8E0-409A-A73D-DB9C78733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01" y="2237960"/>
            <a:ext cx="4359964" cy="244063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CA24649E-C454-4F33-B392-0356E6DC227A}"/>
              </a:ext>
            </a:extLst>
          </p:cNvPr>
          <p:cNvSpPr txBox="1"/>
          <p:nvPr/>
        </p:nvSpPr>
        <p:spPr>
          <a:xfrm>
            <a:off x="7108000" y="2554938"/>
            <a:ext cx="4618722" cy="182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Maxime BOUCHER</a:t>
            </a:r>
          </a:p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et</a:t>
            </a:r>
          </a:p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Romain RACHENNE</a:t>
            </a:r>
          </a:p>
        </p:txBody>
      </p:sp>
      <p:pic>
        <p:nvPicPr>
          <p:cNvPr id="1026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956188A3-9A7A-4699-AD49-2EBBAC98F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00646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2">
            <a:extLst>
              <a:ext uri="{FF2B5EF4-FFF2-40B4-BE49-F238E27FC236}">
                <a16:creationId xmlns="" xmlns:a16="http://schemas.microsoft.com/office/drawing/2014/main" id="{4E4490D0-3672-446A-AC12-B4830333BD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Rectangle 64">
            <a:extLst>
              <a:ext uri="{FF2B5EF4-FFF2-40B4-BE49-F238E27FC236}">
                <a16:creationId xmlns="" xmlns:a16="http://schemas.microsoft.com/office/drawing/2014/main" id="{39CB82C2-DF65-4EC1-8280-F201D50F57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7" name="Straight Connector 66">
            <a:extLst>
              <a:ext uri="{FF2B5EF4-FFF2-40B4-BE49-F238E27FC236}">
                <a16:creationId xmlns="" xmlns:a16="http://schemas.microsoft.com/office/drawing/2014/main" id="{7E1D4427-852B-4B37-8E76-0E9F1810BA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68">
            <a:extLst>
              <a:ext uri="{FF2B5EF4-FFF2-40B4-BE49-F238E27FC236}">
                <a16:creationId xmlns="" xmlns:a16="http://schemas.microsoft.com/office/drawing/2014/main" id="{FA4CD5CB-D209-4D70-8CA4-629731C592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98" y="1026886"/>
            <a:ext cx="8864197" cy="131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 smtClean="0">
                <a:solidFill>
                  <a:schemeClr val="tx1"/>
                </a:solidFill>
              </a:rPr>
              <a:t>Chapitre</a:t>
            </a:r>
            <a:r>
              <a:rPr lang="en-US" sz="4400" b="1" u="sng" dirty="0" smtClean="0">
                <a:solidFill>
                  <a:schemeClr val="tx1"/>
                </a:solidFill>
              </a:rPr>
              <a:t> 1 </a:t>
            </a:r>
            <a:r>
              <a:rPr lang="en-US" sz="4400" b="1" u="sng" dirty="0">
                <a:solidFill>
                  <a:schemeClr val="tx1"/>
                </a:solidFill>
              </a:rPr>
              <a:t>: </a:t>
            </a:r>
            <a:r>
              <a:rPr lang="en-US" sz="4400" b="1" u="sng" dirty="0" err="1">
                <a:solidFill>
                  <a:schemeClr val="tx1"/>
                </a:solidFill>
              </a:rPr>
              <a:t>Pince</a:t>
            </a:r>
            <a:endParaRPr lang="en-US" sz="4400" b="1" u="sng" dirty="0">
              <a:solidFill>
                <a:schemeClr val="tx1"/>
              </a:solidFill>
            </a:endParaRPr>
          </a:p>
        </p:txBody>
      </p:sp>
      <p:sp>
        <p:nvSpPr>
          <p:cNvPr id="90" name="Rectangle 72">
            <a:extLst>
              <a:ext uri="{FF2B5EF4-FFF2-40B4-BE49-F238E27FC236}">
                <a16:creationId xmlns="" xmlns:a16="http://schemas.microsoft.com/office/drawing/2014/main" id="{B4C27B90-DF2B-4D00-BA07-18ED774CD2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74">
            <a:extLst>
              <a:ext uri="{FF2B5EF4-FFF2-40B4-BE49-F238E27FC236}">
                <a16:creationId xmlns="" xmlns:a16="http://schemas.microsoft.com/office/drawing/2014/main" id="{593ACC25-C262-417A-8AA9-0641C772BD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E9965141-5494-4ABA-A672-68466467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0C8C25B2-9128-4619-BAC3-20B995288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3433152A-1697-4C77-9BA9-6E804B4F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www.easytis.com/3175-thickbox_default/pince-pour-robot-mbot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056" y="2629948"/>
            <a:ext cx="3137616" cy="313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85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5E2BFD8F-4F05-4B93-8EDC-37F54F7B3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514" y="1154430"/>
            <a:ext cx="8079826" cy="11889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 err="1" smtClean="0">
                <a:solidFill>
                  <a:schemeClr val="tx1"/>
                </a:solidFill>
              </a:rPr>
              <a:t>Présentation</a:t>
            </a:r>
            <a:r>
              <a:rPr lang="en-US" sz="5400" b="1" dirty="0" smtClean="0">
                <a:solidFill>
                  <a:schemeClr val="tx1"/>
                </a:solidFill>
              </a:rPr>
              <a:t> de </a:t>
            </a:r>
            <a:r>
              <a:rPr lang="en-US" sz="5400" b="1" dirty="0" err="1" smtClean="0">
                <a:solidFill>
                  <a:schemeClr val="tx1"/>
                </a:solidFill>
              </a:rPr>
              <a:t>l’actionneur</a:t>
            </a:r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Pack pince Makeblock pour robot mBot de Makeblock">
            <a:extLst>
              <a:ext uri="{FF2B5EF4-FFF2-40B4-BE49-F238E27FC236}">
                <a16:creationId xmlns="" xmlns:a16="http://schemas.microsoft.com/office/drawing/2014/main" id="{9E6018E3-F195-4CA5-834F-F89D6C8922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7"/>
          <a:stretch/>
        </p:blipFill>
        <p:spPr bwMode="auto">
          <a:xfrm>
            <a:off x="4193008" y="2786314"/>
            <a:ext cx="3904819" cy="361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3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="" xmlns:a16="http://schemas.microsoft.com/office/drawing/2014/main" id="{1266386F-F129-4793-85B8-EA200D71D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200" y="2357056"/>
            <a:ext cx="2475636" cy="36449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11190" y="1200609"/>
            <a:ext cx="73576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b="1" spc="-50" dirty="0">
                <a:latin typeface="+mj-lt"/>
                <a:ea typeface="+mj-ea"/>
                <a:cs typeface="+mj-cs"/>
              </a:rPr>
              <a:t>Présentation de l’extension</a:t>
            </a:r>
          </a:p>
        </p:txBody>
      </p:sp>
    </p:spTree>
    <p:extLst>
      <p:ext uri="{BB962C8B-B14F-4D97-AF65-F5344CB8AC3E}">
        <p14:creationId xmlns:p14="http://schemas.microsoft.com/office/powerpoint/2010/main" val="228856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Les briques de programmation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81846" y="1429155"/>
            <a:ext cx="78068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b="1" spc="-50" dirty="0" smtClean="0">
                <a:latin typeface="+mj-lt"/>
                <a:ea typeface="+mj-ea"/>
                <a:cs typeface="+mj-cs"/>
              </a:rPr>
              <a:t>La brique de programmation</a:t>
            </a:r>
            <a:endParaRPr lang="fr-FR" sz="5400" b="1" spc="-50" dirty="0">
              <a:latin typeface="+mj-lt"/>
              <a:ea typeface="+mj-ea"/>
              <a:cs typeface="+mj-cs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="" xmlns:a16="http://schemas.microsoft.com/office/drawing/2014/main" id="{6A63E36A-E3A4-4246-B419-CA3DC1D2B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020" y="3089371"/>
            <a:ext cx="8702467" cy="12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5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Les briques de programmation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58800" y="1386489"/>
            <a:ext cx="38712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b="1" spc="-50" dirty="0" smtClean="0">
                <a:latin typeface="+mj-lt"/>
                <a:ea typeface="+mj-ea"/>
                <a:cs typeface="+mj-cs"/>
              </a:rPr>
              <a:t>Emplacement</a:t>
            </a:r>
            <a:endParaRPr lang="fr-FR" sz="5400" b="1" spc="-50" dirty="0">
              <a:latin typeface="+mj-lt"/>
              <a:ea typeface="+mj-ea"/>
              <a:cs typeface="+mj-cs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="" xmlns:a16="http://schemas.microsoft.com/office/drawing/2014/main" id="{F630D304-E437-411B-BCD6-7B5103F4A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557" y="3119549"/>
            <a:ext cx="3884368" cy="214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6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Les briques de programmation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66929" y="1445807"/>
            <a:ext cx="87218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b="1" spc="-50" dirty="0" smtClean="0">
                <a:latin typeface="+mj-lt"/>
                <a:ea typeface="+mj-ea"/>
                <a:cs typeface="+mj-cs"/>
              </a:rPr>
              <a:t>Fonctionnement </a:t>
            </a:r>
            <a:r>
              <a:rPr lang="fr-FR" sz="5400" b="1" spc="-50" dirty="0">
                <a:latin typeface="+mj-lt"/>
                <a:ea typeface="+mj-ea"/>
                <a:cs typeface="+mj-cs"/>
              </a:rPr>
              <a:t>de l’actionneur</a:t>
            </a:r>
          </a:p>
        </p:txBody>
      </p:sp>
      <p:sp>
        <p:nvSpPr>
          <p:cNvPr id="2" name="Rectangle 1"/>
          <p:cNvSpPr/>
          <p:nvPr/>
        </p:nvSpPr>
        <p:spPr>
          <a:xfrm>
            <a:off x="545621" y="2484992"/>
            <a:ext cx="3193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Fonctionnement de l’actionneur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="" xmlns:a16="http://schemas.microsoft.com/office/drawing/2014/main" id="{2FD2C0DE-2027-4526-B2BD-9E26D0306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09" y="2854785"/>
            <a:ext cx="6248400" cy="676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621" y="42077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Fermeture de la pince :</a:t>
            </a:r>
          </a:p>
          <a:p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="" xmlns:a16="http://schemas.microsoft.com/office/drawing/2014/main" id="{022208D5-4484-4E3B-BA01-872150D03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09" y="4813524"/>
            <a:ext cx="63912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6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771" y="694558"/>
            <a:ext cx="9367513" cy="1863327"/>
          </a:xfrm>
        </p:spPr>
        <p:txBody>
          <a:bodyPr>
            <a:normAutofit/>
          </a:bodyPr>
          <a:lstStyle/>
          <a:p>
            <a:r>
              <a:rPr lang="fr-FR" dirty="0" smtClean="0">
                <a:solidFill>
                  <a:schemeClr val="tx1"/>
                </a:solidFill>
              </a:rPr>
              <a:t>Rappel de la mission Le </a:t>
            </a:r>
            <a:r>
              <a:rPr lang="fr-FR" dirty="0">
                <a:solidFill>
                  <a:schemeClr val="tx1"/>
                </a:solidFill>
              </a:rPr>
              <a:t>cockpit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7E9ED1D-1982-45FC-91AD-971CCC58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779" y="3008613"/>
            <a:ext cx="2019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0DBB8DC7-9AE1-4609-97D1-00B8351D9A49}"/>
              </a:ext>
            </a:extLst>
          </p:cNvPr>
          <p:cNvSpPr txBox="1"/>
          <p:nvPr/>
        </p:nvSpPr>
        <p:spPr>
          <a:xfrm>
            <a:off x="399717" y="5170864"/>
            <a:ext cx="5200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www.moncollege.valdoise.fr/lectureFichiergw.do?ID_FICHIER=62853</a:t>
            </a:r>
          </a:p>
        </p:txBody>
      </p:sp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3.png" title="Image"/>
          <p:cNvPicPr preferRelativeResize="0"/>
          <p:nvPr/>
        </p:nvPicPr>
        <p:blipFill>
          <a:blip r:embed="rId6" cstate="print"/>
          <a:stretch>
            <a:fillRect/>
          </a:stretch>
        </p:blipFill>
        <p:spPr>
          <a:xfrm>
            <a:off x="7177654" y="2733643"/>
            <a:ext cx="2338948" cy="29286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793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2C0B2E1-0268-42EC-ABD3-94F81A05BC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D2256B4-48EA-40FC-BBC0-AA1EE6E008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3D44BCCA-102D-4A9D-B1E4-2450CAF0B0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1F3985C0-E548-44D2-B30E-F3E42DADE1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321962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FR" dirty="0"/>
              <a:t>Atelier Pince</a:t>
            </a:r>
          </a:p>
        </p:txBody>
      </p:sp>
      <p:graphicFrame>
        <p:nvGraphicFramePr>
          <p:cNvPr id="46" name="Espace réservé du contenu 2">
            <a:extLst>
              <a:ext uri="{FF2B5EF4-FFF2-40B4-BE49-F238E27FC236}">
                <a16:creationId xmlns:a16="http://schemas.microsoft.com/office/drawing/2014/main" xmlns="" id="{3FF73BD3-1181-47B5-9A78-EF5A57E45484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xmlns="" id="{6C73A2D3-4A82-4552-A0DE-BB1D681F1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3FD96DC9-5780-4948-9BF6-C1E78886F7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xmlns="" id="{4ED53AA2-E6C2-4608-8D07-C6BAF935D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26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4E4490D0-3672-446A-AC12-B4830333BD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39CB82C2-DF65-4EC1-8280-F201D50F57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7" name="Straight Connector 66">
            <a:extLst>
              <a:ext uri="{FF2B5EF4-FFF2-40B4-BE49-F238E27FC236}">
                <a16:creationId xmlns="" xmlns:a16="http://schemas.microsoft.com/office/drawing/2014/main" id="{7E1D4427-852B-4B37-8E76-0E9F1810BA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9" name="Rectangle 68">
            <a:extLst>
              <a:ext uri="{FF2B5EF4-FFF2-40B4-BE49-F238E27FC236}">
                <a16:creationId xmlns="" xmlns:a16="http://schemas.microsoft.com/office/drawing/2014/main" id="{FA4CD5CB-D209-4D70-8CA4-629731C592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252" y="694558"/>
            <a:ext cx="6642847" cy="18372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>
                <a:solidFill>
                  <a:schemeClr val="tx1"/>
                </a:solidFill>
              </a:rPr>
              <a:t>Chapitre</a:t>
            </a:r>
            <a:r>
              <a:rPr lang="en-US" sz="4400" b="1" u="sng" dirty="0">
                <a:solidFill>
                  <a:schemeClr val="tx1"/>
                </a:solidFill>
              </a:rPr>
              <a:t> 2 : </a:t>
            </a:r>
            <a:r>
              <a:rPr lang="en-US" sz="4400" b="1" u="sng" dirty="0" err="1">
                <a:solidFill>
                  <a:schemeClr val="tx1"/>
                </a:solidFill>
              </a:rPr>
              <a:t>Capteur</a:t>
            </a:r>
            <a:r>
              <a:rPr lang="en-US" sz="4400" b="1" u="sng" dirty="0">
                <a:solidFill>
                  <a:schemeClr val="tx1"/>
                </a:solidFill>
              </a:rPr>
              <a:t> ultra-son</a:t>
            </a:r>
          </a:p>
        </p:txBody>
      </p:sp>
      <p:pic>
        <p:nvPicPr>
          <p:cNvPr id="14" name="Picture 2" descr="Résultat de recherche d'images pour &quot;mbot obstacle&quot;">
            <a:extLst>
              <a:ext uri="{FF2B5EF4-FFF2-40B4-BE49-F238E27FC236}">
                <a16:creationId xmlns="" xmlns:a16="http://schemas.microsoft.com/office/drawing/2014/main" id="{761A5CFC-768D-4476-A665-0940793E2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85206" y="3136201"/>
            <a:ext cx="4618442" cy="21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B4C27B90-DF2B-4D00-BA07-18ED774CD2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Rectangle 74">
            <a:extLst>
              <a:ext uri="{FF2B5EF4-FFF2-40B4-BE49-F238E27FC236}">
                <a16:creationId xmlns="" xmlns:a16="http://schemas.microsoft.com/office/drawing/2014/main" id="{593ACC25-C262-417A-8AA9-0641C772BD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C9C38F26-D2F6-41B9-83AF-1E894649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="" xmlns:a16="http://schemas.microsoft.com/office/drawing/2014/main" id="{8D49B09B-7888-40A7-AE9E-7819E8F9E9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3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2CCA6F2D-ECF8-4F5B-BD7E-875F6C7AE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278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Les briques de programmation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66929" y="1445807"/>
            <a:ext cx="87770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dirty="0"/>
              <a:t>Les briques de </a:t>
            </a:r>
            <a:r>
              <a:rPr lang="fr-FR" sz="5400" dirty="0" smtClean="0"/>
              <a:t>programmation</a:t>
            </a:r>
            <a:endParaRPr lang="fr-FR" sz="5400" b="1" spc="-50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="" xmlns:a16="http://schemas.microsoft.com/office/drawing/2014/main" id="{F441E0B0-4E3E-484F-9C16-792C4C11D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40" y="3387147"/>
            <a:ext cx="9231155" cy="131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24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591" y="1097554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Mission – Le radiateur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64B3CB63-93CC-4266-AD3A-47FFD3507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753" y="3064752"/>
            <a:ext cx="2028825" cy="2924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7E9ED1D-1982-45FC-91AD-971CCC58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763" y="3517190"/>
            <a:ext cx="2019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0DBB8DC7-9AE1-4609-97D1-00B8351D9A49}"/>
              </a:ext>
            </a:extLst>
          </p:cNvPr>
          <p:cNvSpPr txBox="1"/>
          <p:nvPr/>
        </p:nvSpPr>
        <p:spPr>
          <a:xfrm>
            <a:off x="0" y="5998509"/>
            <a:ext cx="5200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www.moncollege.valdoise.fr/lectureFichiergw.do?ID_FICHIER=62853</a:t>
            </a:r>
          </a:p>
        </p:txBody>
      </p:sp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236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2C0B2E1-0268-42EC-ABD3-94F81A05BC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D2256B4-48EA-40FC-BBC0-AA1EE6E008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3D44BCCA-102D-4A9D-B1E4-2450CAF0B0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1F3985C0-E548-44D2-B30E-F3E42DADE1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1806261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FR" dirty="0"/>
              <a:t>Atelier Chronomètre</a:t>
            </a:r>
          </a:p>
        </p:txBody>
      </p:sp>
      <p:graphicFrame>
        <p:nvGraphicFramePr>
          <p:cNvPr id="46" name="Espace réservé du contenu 2">
            <a:extLst>
              <a:ext uri="{FF2B5EF4-FFF2-40B4-BE49-F238E27FC236}">
                <a16:creationId xmlns:a16="http://schemas.microsoft.com/office/drawing/2014/main" xmlns="" id="{3FF73BD3-1181-47B5-9A78-EF5A57E45484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xmlns="" id="{AB0422C8-7324-4DC3-B008-11EDA3466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4D198A5-17A5-4B4E-912B-D7F24D8E8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xmlns="" id="{9C86B0EA-4B1A-42C5-B420-96BBB9686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207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4E4490D0-3672-446A-AC12-B4830333BD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39CB82C2-DF65-4EC1-8280-F201D50F57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7" name="Straight Connector 66">
            <a:extLst>
              <a:ext uri="{FF2B5EF4-FFF2-40B4-BE49-F238E27FC236}">
                <a16:creationId xmlns="" xmlns:a16="http://schemas.microsoft.com/office/drawing/2014/main" id="{7E1D4427-852B-4B37-8E76-0E9F1810BA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9" name="Rectangle 68">
            <a:extLst>
              <a:ext uri="{FF2B5EF4-FFF2-40B4-BE49-F238E27FC236}">
                <a16:creationId xmlns="" xmlns:a16="http://schemas.microsoft.com/office/drawing/2014/main" id="{FA4CD5CB-D209-4D70-8CA4-629731C592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802" y="515200"/>
            <a:ext cx="8148793" cy="18372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>
                <a:solidFill>
                  <a:schemeClr val="tx1"/>
                </a:solidFill>
              </a:rPr>
              <a:t>Chapitre</a:t>
            </a:r>
            <a:r>
              <a:rPr lang="en-US" sz="4400" b="1" u="sng" dirty="0">
                <a:solidFill>
                  <a:schemeClr val="tx1"/>
                </a:solidFill>
              </a:rPr>
              <a:t> 3 </a:t>
            </a:r>
            <a:r>
              <a:rPr lang="en-US" sz="4400" b="1" u="sng" dirty="0" smtClean="0">
                <a:solidFill>
                  <a:schemeClr val="tx1"/>
                </a:solidFill>
              </a:rPr>
              <a:t>: </a:t>
            </a:r>
            <a:r>
              <a:rPr lang="en-US" sz="4400" b="1" u="sng" dirty="0" err="1" smtClean="0">
                <a:solidFill>
                  <a:schemeClr val="tx1"/>
                </a:solidFill>
              </a:rPr>
              <a:t>Chronomètre</a:t>
            </a:r>
            <a:endParaRPr lang="en-US" sz="4400" b="1" u="sng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B4C27B90-DF2B-4D00-BA07-18ED774CD2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Rectangle 74">
            <a:extLst>
              <a:ext uri="{FF2B5EF4-FFF2-40B4-BE49-F238E27FC236}">
                <a16:creationId xmlns="" xmlns:a16="http://schemas.microsoft.com/office/drawing/2014/main" id="{593ACC25-C262-417A-8AA9-0641C772BD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C9C38F26-D2F6-41B9-83AF-1E894649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="" xmlns:a16="http://schemas.microsoft.com/office/drawing/2014/main" id="{8D49B09B-7888-40A7-AE9E-7819E8F9E9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3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2CCA6F2D-ECF8-4F5B-BD7E-875F6C7AE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hronomètre mécanique au 1/5s et 1/100min sur 30min avec temps intermédiaire">
            <a:extLst>
              <a:ext uri="{FF2B5EF4-FFF2-40B4-BE49-F238E27FC236}">
                <a16:creationId xmlns="" xmlns:a16="http://schemas.microsoft.com/office/drawing/2014/main" id="{D24EF9EA-2797-4F75-809F-4417350C1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2893" y="2956504"/>
            <a:ext cx="2583067" cy="258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27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25C8D2C1-DA83-420D-9635-D52CE066B5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434F74C9-6A0B-409E-AD1C-45B58BE91B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="" xmlns:a16="http://schemas.microsoft.com/office/drawing/2014/main" id="{F5486A9D-1265-4B57-91E6-68E666B978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="" xmlns:a16="http://schemas.microsoft.com/office/drawing/2014/main" id="{F452A527-3631-41ED-858D-3777A7D14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Les briques de programmation</a:t>
            </a: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F85B92BC-678C-4E14-97E6-3227DEF86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D2644120-A6B9-4D5C-8A60-E2F4CC220E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B9B36746-2711-4D20-8241-48287165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B1CAE906-DDA6-40AE-B72C-4ED004C32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F6D130C-E4AD-4814-B3BB-901B69B2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66929" y="1445807"/>
            <a:ext cx="87770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5400" dirty="0"/>
              <a:t>Les briques de </a:t>
            </a:r>
            <a:r>
              <a:rPr lang="fr-FR" sz="5400" dirty="0" smtClean="0"/>
              <a:t>programmation</a:t>
            </a:r>
            <a:endParaRPr lang="fr-FR" sz="5400" b="1" spc="-50" dirty="0">
              <a:latin typeface="+mj-lt"/>
              <a:ea typeface="+mj-ea"/>
              <a:cs typeface="+mj-cs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="" xmlns:a16="http://schemas.microsoft.com/office/drawing/2014/main" id="{02396E07-F5D5-4676-BF12-B988C2254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638" y="3132616"/>
            <a:ext cx="4011683" cy="184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591" y="1097554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Mission – Le radiateur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64B3CB63-93CC-4266-AD3A-47FFD3507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753" y="3064752"/>
            <a:ext cx="2028825" cy="2924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7E9ED1D-1982-45FC-91AD-971CCC58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763" y="3517190"/>
            <a:ext cx="2019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0DBB8DC7-9AE1-4609-97D1-00B8351D9A49}"/>
              </a:ext>
            </a:extLst>
          </p:cNvPr>
          <p:cNvSpPr txBox="1"/>
          <p:nvPr/>
        </p:nvSpPr>
        <p:spPr>
          <a:xfrm>
            <a:off x="0" y="5998509"/>
            <a:ext cx="5200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www.moncollege.valdoise.fr/lectureFichiergw.do?ID_FICHIER=62853</a:t>
            </a:r>
          </a:p>
        </p:txBody>
      </p:sp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298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2C0B2E1-0268-42EC-ABD3-94F81A05BC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D2256B4-48EA-40FC-BBC0-AA1EE6E008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3D44BCCA-102D-4A9D-B1E4-2450CAF0B0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1F3985C0-E548-44D2-B30E-F3E42DADE1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758652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FR" dirty="0"/>
              <a:t>Atelier Capteur Ultra-son</a:t>
            </a:r>
          </a:p>
        </p:txBody>
      </p:sp>
      <p:graphicFrame>
        <p:nvGraphicFramePr>
          <p:cNvPr id="46" name="Espace réservé du contenu 2">
            <a:extLst>
              <a:ext uri="{FF2B5EF4-FFF2-40B4-BE49-F238E27FC236}">
                <a16:creationId xmlns:a16="http://schemas.microsoft.com/office/drawing/2014/main" xmlns="" id="{3FF73BD3-1181-47B5-9A78-EF5A57E45484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xmlns="" id="{77489DC0-476A-4447-885A-61F71FB3C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E405451-B54D-49D2-BFB0-BF0F088650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xmlns="" id="{D0DD6BD0-8716-45D8-8028-CD3B520FA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09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237" y="3312192"/>
            <a:ext cx="6750987" cy="1450757"/>
          </a:xfrm>
        </p:spPr>
        <p:txBody>
          <a:bodyPr>
            <a:normAutofit fontScale="90000"/>
          </a:bodyPr>
          <a:lstStyle/>
          <a:p>
            <a:r>
              <a:rPr lang="fr-FR" sz="6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Défi Préparation 2</a:t>
            </a:r>
            <a:br>
              <a:rPr lang="fr-FR" sz="6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6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6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3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A déposer ENT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="" xmlns:a16="http://schemas.microsoft.com/office/drawing/2014/main" id="{8BC904A6-4351-48D4-93D9-3E21741582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62" r="22026" b="13723"/>
          <a:stretch/>
        </p:blipFill>
        <p:spPr>
          <a:xfrm>
            <a:off x="1130674" y="2171729"/>
            <a:ext cx="2590800" cy="3246062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096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096" y="2344003"/>
            <a:ext cx="6750987" cy="1450757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 diverses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="" xmlns:a16="http://schemas.microsoft.com/office/drawing/2014/main" id="{8BC904A6-4351-48D4-93D9-3E21741582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62" r="22026" b="13723"/>
          <a:stretch/>
        </p:blipFill>
        <p:spPr>
          <a:xfrm>
            <a:off x="1130674" y="2171729"/>
            <a:ext cx="2590800" cy="3246062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=""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=""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741723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étrospective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a4f35948-e619-41b3-aa29-22878b09cf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191</Words>
  <Application>Microsoft Office PowerPoint</Application>
  <PresentationFormat>Grand écran</PresentationFormat>
  <Paragraphs>62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Rétrospective</vt:lpstr>
      <vt:lpstr>VObot 2021</vt:lpstr>
      <vt:lpstr>Marine SAVOURET </vt:lpstr>
      <vt:lpstr>Christian DICKELE et Laurent TOUCHE</vt:lpstr>
      <vt:lpstr>Présentation PowerPoint</vt:lpstr>
      <vt:lpstr>Chapitre 1 : Pince</vt:lpstr>
      <vt:lpstr>Présentation de l’actionneur</vt:lpstr>
      <vt:lpstr>Présentation PowerPoint</vt:lpstr>
      <vt:lpstr>Présentation PowerPoint</vt:lpstr>
      <vt:lpstr>Présentation PowerPoint</vt:lpstr>
      <vt:lpstr>Présentation PowerPoint</vt:lpstr>
      <vt:lpstr>Rappel de la mission Le cockpit</vt:lpstr>
      <vt:lpstr>Ateliers</vt:lpstr>
      <vt:lpstr>Atelier Pince</vt:lpstr>
      <vt:lpstr>Chapitre 2 : Capteur ultra-son</vt:lpstr>
      <vt:lpstr>Présentation PowerPoint</vt:lpstr>
      <vt:lpstr>Mission – Le radiateur</vt:lpstr>
      <vt:lpstr>Ateliers</vt:lpstr>
      <vt:lpstr>Atelier Chronomètre</vt:lpstr>
      <vt:lpstr>Chapitre 3 : Chronomètre</vt:lpstr>
      <vt:lpstr>Présentation PowerPoint</vt:lpstr>
      <vt:lpstr>Mission – Le radiateur</vt:lpstr>
      <vt:lpstr>Ateliers</vt:lpstr>
      <vt:lpstr>Atelier Capteur Ultra-son</vt:lpstr>
      <vt:lpstr>Défi Préparation 2  - A déposer ENT </vt:lpstr>
      <vt:lpstr>Questions diverses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VObot 2021</dc:title>
  <dc:creator>Romain Rachenne</dc:creator>
  <cp:lastModifiedBy>SAVOURET MARINE</cp:lastModifiedBy>
  <cp:revision>12</cp:revision>
  <dcterms:created xsi:type="dcterms:W3CDTF">2021-01-27T14:04:32Z</dcterms:created>
  <dcterms:modified xsi:type="dcterms:W3CDTF">2021-03-10T09:14:37Z</dcterms:modified>
</cp:coreProperties>
</file>